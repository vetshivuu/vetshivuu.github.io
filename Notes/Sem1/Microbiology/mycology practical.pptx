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875C5-2CA0-4640-BA6F-378ABA88CE8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D1F20-AEA6-40D0-A857-AD82C3556FF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C:\Users\hp\AppData\Local\Packages\Microsoft.Windows.Photos_8wekyb3d8bbwe\TempState\ShareServiceTempFolder\5-Germ-tube-formation-by-C-albicans-40X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8096250" cy="48768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895600" y="457200"/>
            <a:ext cx="381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Candida </a:t>
            </a:r>
            <a:r>
              <a:rPr lang="en-US" dirty="0" err="1" smtClean="0"/>
              <a:t>albicans</a:t>
            </a:r>
            <a:r>
              <a:rPr lang="en-US" dirty="0" smtClean="0"/>
              <a:t> Germ tube formation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 </a:t>
            </a:r>
            <a:r>
              <a:rPr lang="en-US" dirty="0" err="1" smtClean="0"/>
              <a:t>albicans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hp\AppData\Local\Packages\Microsoft.Windows.Photos_8wekyb3d8bbwe\TempState\ShareServiceTempFolder\New-Picture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905000"/>
            <a:ext cx="4781550" cy="3790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Microsporon</a:t>
            </a:r>
            <a:r>
              <a:rPr lang="en-US" dirty="0" smtClean="0"/>
              <a:t> </a:t>
            </a:r>
            <a:r>
              <a:rPr lang="en-US" dirty="0" err="1" smtClean="0"/>
              <a:t>canis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5364" name="AutoShape 4" descr="Details - Public Health Image Library(PHIL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6" name="AutoShape 6" descr="Details - Public Health Image Library(PHIL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68" name="Picture 8" descr="C:\Users\hp\Desktop\download (1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2402294"/>
            <a:ext cx="3505200" cy="23030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Trichophyton</a:t>
            </a:r>
            <a:r>
              <a:rPr lang="en-US" dirty="0" smtClean="0"/>
              <a:t> </a:t>
            </a:r>
            <a:r>
              <a:rPr lang="en-US" dirty="0" err="1" smtClean="0"/>
              <a:t>mentagrophytes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16386" name="Picture 2" descr="C:\Users\hp\Desktop\download (2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590800"/>
            <a:ext cx="2695575" cy="1695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Microsporon</a:t>
            </a:r>
            <a:r>
              <a:rPr lang="en-US" dirty="0" smtClean="0"/>
              <a:t> </a:t>
            </a:r>
            <a:r>
              <a:rPr lang="en-US" dirty="0" err="1" smtClean="0"/>
              <a:t>gypseum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410" name="Picture 2" descr="C:\Users\hp\Desktop\images (1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286000"/>
            <a:ext cx="2638425" cy="1733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Cryptococcus </a:t>
            </a:r>
            <a:r>
              <a:rPr lang="en-US" dirty="0" err="1" smtClean="0"/>
              <a:t>neoformans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C:\Users\hp\Desktop\download (3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286000"/>
            <a:ext cx="4111487" cy="2760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Rhizopus</a:t>
            </a:r>
            <a:r>
              <a:rPr lang="en-US" dirty="0" smtClean="0"/>
              <a:t>, </a:t>
            </a:r>
            <a:r>
              <a:rPr lang="en-US" dirty="0" err="1" smtClean="0"/>
              <a:t>Mucor</a:t>
            </a:r>
            <a:r>
              <a:rPr lang="en-US" dirty="0" smtClean="0"/>
              <a:t>, </a:t>
            </a:r>
            <a:r>
              <a:rPr lang="en-US" dirty="0" err="1" smtClean="0"/>
              <a:t>Absidia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C:\Users\hp\Desktop\images (2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200400"/>
            <a:ext cx="3629025" cy="125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Aspergillus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C:\Users\hp\Desktop\Aspergillus fumigatus 3 (400X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209800"/>
            <a:ext cx="5400675" cy="4057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Penicillium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21506" name="Picture 2" descr="C:\Users\hp\Desktop\157549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828800"/>
            <a:ext cx="6477000" cy="43868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</Words>
  <Application>Microsoft Office PowerPoint</Application>
  <PresentationFormat>On-screen Show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Candida albicans</vt:lpstr>
      <vt:lpstr>Microsporon canis</vt:lpstr>
      <vt:lpstr>Trichophyton mentagrophytes</vt:lpstr>
      <vt:lpstr>Microsporon gypseum</vt:lpstr>
      <vt:lpstr>Cryptococcus neoformans</vt:lpstr>
      <vt:lpstr>Rhizopus, Mucor, Absidia</vt:lpstr>
      <vt:lpstr>Aspergillus</vt:lpstr>
      <vt:lpstr>Penicillium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bincy</dc:creator>
  <cp:lastModifiedBy>bincy</cp:lastModifiedBy>
  <cp:revision>3</cp:revision>
  <dcterms:created xsi:type="dcterms:W3CDTF">2024-01-03T05:00:38Z</dcterms:created>
  <dcterms:modified xsi:type="dcterms:W3CDTF">2024-01-03T05:30:30Z</dcterms:modified>
</cp:coreProperties>
</file>