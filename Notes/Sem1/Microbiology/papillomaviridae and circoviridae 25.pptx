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tags/tag238.xml" ContentType="application/vnd.openxmlformats-officedocument.presentationml.tags+xml"/>
  <Override PartName="/ppt/tags/tag569.xml" ContentType="application/vnd.openxmlformats-officedocument.presentationml.tags+xml"/>
  <Override PartName="/ppt/tags/tag916.xml" ContentType="application/vnd.openxmlformats-officedocument.presentationml.tags+xml"/>
  <Override PartName="/ppt/tags/tag424.xml" ContentType="application/vnd.openxmlformats-officedocument.presentationml.tags+xml"/>
  <Override PartName="/ppt/tags/tag610.xml" ContentType="application/vnd.openxmlformats-officedocument.presentationml.tags+xml"/>
  <Override PartName="/ppt/tags/tag755.xml" ContentType="application/vnd.openxmlformats-officedocument.presentationml.tags+xml"/>
  <Override PartName="/ppt/tags/tag941.xml" ContentType="application/vnd.openxmlformats-officedocument.presentationml.tags+xml"/>
  <Override PartName="/ppt/tags/tag1087.xml" ContentType="application/vnd.openxmlformats-officedocument.presentationml.tags+xml"/>
  <Override PartName="/ppt/tags/tag1103.xml" ContentType="application/vnd.openxmlformats-officedocument.presentationml.tags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tags/tag263.xml" ContentType="application/vnd.openxmlformats-officedocument.presentationml.tags+xml"/>
  <Override PartName="/ppt/tags/tag594.xml" ContentType="application/vnd.openxmlformats-officedocument.presentationml.tags+xml"/>
  <Override PartName="/ppt/tags/tag780.xml" ContentType="application/vnd.openxmlformats-officedocument.presentationml.tags+xml"/>
  <Default Extension="xml" ContentType="application/xml"/>
  <Override PartName="/ppt/slides/slide50.xml" ContentType="application/vnd.openxmlformats-officedocument.presentationml.slide+xml"/>
  <Override PartName="/ppt/tags/tag38.xml" ContentType="application/vnd.openxmlformats-officedocument.presentationml.tags+xml"/>
  <Override PartName="/ppt/tags/tag339.xml" ContentType="application/vnd.openxmlformats-officedocument.presentationml.tags+xml"/>
  <Override PartName="/ppt/tags/tag525.xml" ContentType="application/vnd.openxmlformats-officedocument.presentationml.tags+xml"/>
  <Override PartName="/ppt/tags/tag1018.xml" ContentType="application/vnd.openxmlformats-officedocument.presentationml.tags+xml"/>
  <Override PartName="/ppt/tags/tag1204.xml" ContentType="application/vnd.openxmlformats-officedocument.presentationml.tags+xml"/>
  <Override PartName="/ppt/tags/tag63.xml" ContentType="application/vnd.openxmlformats-officedocument.presentationml.tags+xml"/>
  <Override PartName="/ppt/tags/tag178.xml" ContentType="application/vnd.openxmlformats-officedocument.presentationml.tags+xml"/>
  <Override PartName="/ppt/tags/tag364.xml" ContentType="application/vnd.openxmlformats-officedocument.presentationml.tags+xml"/>
  <Override PartName="/ppt/tags/tag711.xml" ContentType="application/vnd.openxmlformats-officedocument.presentationml.tags+xml"/>
  <Override PartName="/ppt/tags/tag856.xml" ContentType="application/vnd.openxmlformats-officedocument.presentationml.tags+xml"/>
  <Override PartName="/ppt/tags/tag1043.xml" ContentType="application/vnd.openxmlformats-officedocument.presentationml.tags+xml"/>
  <Override PartName="/ppt/tags/tag1188.xml" ContentType="application/vnd.openxmlformats-officedocument.presentationml.tags+xml"/>
  <Override PartName="/ppt/tags/tag109.xml" ContentType="application/vnd.openxmlformats-officedocument.presentationml.tags+xml"/>
  <Override PartName="/ppt/tags/tag550.xml" ContentType="application/vnd.openxmlformats-officedocument.presentationml.tags+xml"/>
  <Override PartName="/ppt/tags/tag695.xml" ContentType="application/vnd.openxmlformats-officedocument.presentationml.tags+xml"/>
  <Override PartName="/ppt/tags/tag881.xml" ContentType="application/vnd.openxmlformats-officedocument.presentationml.tags+xml"/>
  <Override PartName="/ppt/tags/tag279.xml" ContentType="application/vnd.openxmlformats-officedocument.presentationml.tags+xml"/>
  <Override PartName="/ppt/tags/tag626.xml" ContentType="application/vnd.openxmlformats-officedocument.presentationml.tags+xml"/>
  <Override PartName="/ppt/tags/tag957.xml" ContentType="application/vnd.openxmlformats-officedocument.presentationml.tags+xml"/>
  <Override PartName="/ppt/tags/tag1119.xml" ContentType="application/vnd.openxmlformats-officedocument.presentationml.tags+xml"/>
  <Override PartName="/ppt/notesSlides/notesSlide7.xml" ContentType="application/vnd.openxmlformats-officedocument.presentationml.notesSlide+xml"/>
  <Override PartName="/ppt/tags/tag134.xml" ContentType="application/vnd.openxmlformats-officedocument.presentationml.tags+xml"/>
  <Override PartName="/ppt/tags/tag320.xml" ContentType="application/vnd.openxmlformats-officedocument.presentationml.tags+xml"/>
  <Override PartName="/ppt/tags/tag465.xml" ContentType="application/vnd.openxmlformats-officedocument.presentationml.tags+xml"/>
  <Override PartName="/ppt/tags/tag796.xml" ContentType="application/vnd.openxmlformats-officedocument.presentationml.tags+xml"/>
  <Override PartName="/ppt/tags/tag812.xml" ContentType="application/vnd.openxmlformats-officedocument.presentationml.tags+xml"/>
  <Override PartName="/ppt/tags/tag1144.xml" ContentType="application/vnd.openxmlformats-officedocument.presentationml.tags+xml"/>
  <Default Extension="png" ContentType="image/png"/>
  <Override PartName="/ppt/tags/tag651.xml" ContentType="application/vnd.openxmlformats-officedocument.presentationml.tags+xml"/>
  <Override PartName="/ppt/tags/tag982.xml" ContentType="application/vnd.openxmlformats-officedocument.presentationml.tags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tags/tag490.xml" ContentType="application/vnd.openxmlformats-officedocument.presentationml.tags+xml"/>
  <Override PartName="/ppt/tags/tag727.xml" ContentType="application/vnd.openxmlformats-officedocument.presentationml.tags+xml"/>
  <Override PartName="/ppt/tags/tag913.xml" ContentType="application/vnd.openxmlformats-officedocument.presentationml.tags+xml"/>
  <Override PartName="/ppt/tags/tag1059.xml" ContentType="application/vnd.openxmlformats-officedocument.presentationml.tags+xml"/>
  <Override PartName="/ppt/tags/tag235.xml" ContentType="application/vnd.openxmlformats-officedocument.presentationml.tags+xml"/>
  <Override PartName="/ppt/tags/tag421.xml" ContentType="application/vnd.openxmlformats-officedocument.presentationml.tags+xml"/>
  <Override PartName="/ppt/tags/tag566.xml" ContentType="application/vnd.openxmlformats-officedocument.presentationml.tags+xml"/>
  <Override PartName="/ppt/tags/tag752.xml" ContentType="application/vnd.openxmlformats-officedocument.presentationml.tags+xml"/>
  <Override PartName="/ppt/tags/tag897.xml" ContentType="application/vnd.openxmlformats-officedocument.presentationml.tags+xml"/>
  <Override PartName="/ppt/tags/tag1100.xml" ContentType="application/vnd.openxmlformats-officedocument.presentationml.tags+xml"/>
  <Override PartName="/ppt/slides/slide22.xml" ContentType="application/vnd.openxmlformats-officedocument.presentationml.slide+xml"/>
  <Override PartName="/ppt/tags/tag260.xml" ContentType="application/vnd.openxmlformats-officedocument.presentationml.tags+xml"/>
  <Override PartName="/ppt/tags/tag591.xml" ContentType="application/vnd.openxmlformats-officedocument.presentationml.tags+xml"/>
  <Override PartName="/ppt/tags/tag828.xml" ContentType="application/vnd.openxmlformats-officedocument.presentationml.tags+xml"/>
  <Override PartName="/ppt/tags/tag1084.xml" ContentType="application/vnd.openxmlformats-officedocument.presentationml.tags+xml"/>
  <Override PartName="/ppt/slideLayouts/slideLayout21.xml" ContentType="application/vnd.openxmlformats-officedocument.presentationml.slideLayout+xml"/>
  <Override PartName="/ppt/tags/tag35.xml" ContentType="application/vnd.openxmlformats-officedocument.presentationml.tags+xml"/>
  <Override PartName="/ppt/tags/tag336.xml" ContentType="application/vnd.openxmlformats-officedocument.presentationml.tags+xml"/>
  <Override PartName="/ppt/tags/tag667.xml" ContentType="application/vnd.openxmlformats-officedocument.presentationml.tags+xml"/>
  <Override PartName="/ppt/tags/tag1015.xml" ContentType="application/vnd.openxmlformats-officedocument.presentationml.tags+xml"/>
  <Override PartName="/ppt/tags/tag175.xml" ContentType="application/vnd.openxmlformats-officedocument.presentationml.tags+xml"/>
  <Override PartName="/ppt/tags/tag522.xml" ContentType="application/vnd.openxmlformats-officedocument.presentationml.tags+xml"/>
  <Override PartName="/ppt/tags/tag853.xml" ContentType="application/vnd.openxmlformats-officedocument.presentationml.tags+xml"/>
  <Override PartName="/ppt/tags/tag998.xml" ContentType="application/vnd.openxmlformats-officedocument.presentationml.tags+xml"/>
  <Override PartName="/ppt/tags/tag1185.xml" ContentType="application/vnd.openxmlformats-officedocument.presentationml.tags+xml"/>
  <Override PartName="/ppt/tags/tag1201.xml" ContentType="application/vnd.openxmlformats-officedocument.presentationml.tags+xml"/>
  <Override PartName="/ppt/tags/tag60.xml" ContentType="application/vnd.openxmlformats-officedocument.presentationml.tags+xml"/>
  <Override PartName="/ppt/tags/tag361.xml" ContentType="application/vnd.openxmlformats-officedocument.presentationml.tags+xml"/>
  <Override PartName="/ppt/tags/tag692.xml" ContentType="application/vnd.openxmlformats-officedocument.presentationml.tags+xml"/>
  <Override PartName="/ppt/tags/tag929.xml" ContentType="application/vnd.openxmlformats-officedocument.presentationml.tags+xml"/>
  <Override PartName="/ppt/tags/tag1040.xml" ContentType="application/vnd.openxmlformats-officedocument.presentationml.tags+xml"/>
  <Override PartName="/ppt/notesSlides/notesSlide4.xml" ContentType="application/vnd.openxmlformats-officedocument.presentationml.notesSlide+xml"/>
  <Override PartName="/ppt/tags/tag106.xml" ContentType="application/vnd.openxmlformats-officedocument.presentationml.tags+xml"/>
  <Override PartName="/ppt/tags/tag437.xml" ContentType="application/vnd.openxmlformats-officedocument.presentationml.tags+xml"/>
  <Override PartName="/ppt/tags/tag623.xml" ContentType="application/vnd.openxmlformats-officedocument.presentationml.tags+xml"/>
  <Override PartName="/ppt/tags/tag768.xml" ContentType="application/vnd.openxmlformats-officedocument.presentationml.tags+xml"/>
  <Override PartName="/ppt/tags/tag1116.xml" ContentType="application/vnd.openxmlformats-officedocument.presentationml.tags+xml"/>
  <Override PartName="/ppt/slides/slide38.xml" ContentType="application/vnd.openxmlformats-officedocument.presentationml.slide+xml"/>
  <Override PartName="/ppt/tags/tag131.xml" ContentType="application/vnd.openxmlformats-officedocument.presentationml.tags+xml"/>
  <Override PartName="/ppt/tags/tag276.xml" ContentType="application/vnd.openxmlformats-officedocument.presentationml.tags+xml"/>
  <Override PartName="/ppt/tags/tag462.xml" ContentType="application/vnd.openxmlformats-officedocument.presentationml.tags+xml"/>
  <Override PartName="/ppt/tags/tag954.xml" ContentType="application/vnd.openxmlformats-officedocument.presentationml.tags+xml"/>
  <Override PartName="/ppt/tags/tag207.xml" ContentType="application/vnd.openxmlformats-officedocument.presentationml.tags+xml"/>
  <Override PartName="/ppt/tags/tag793.xml" ContentType="application/vnd.openxmlformats-officedocument.presentationml.tags+xml"/>
  <Override PartName="/ppt/tags/tag1141.xml" ContentType="application/vnd.openxmlformats-officedocument.presentationml.tags+xml"/>
  <Override PartName="/ppt/tags/tag2.xml" ContentType="application/vnd.openxmlformats-officedocument.presentationml.tags+xml"/>
  <Override PartName="/ppt/tags/tag538.xml" ContentType="application/vnd.openxmlformats-officedocument.presentationml.tags+xml"/>
  <Override PartName="/ppt/tags/tag724.xml" ContentType="application/vnd.openxmlformats-officedocument.presentationml.tags+xml"/>
  <Override PartName="/ppt/tags/tag869.xml" ContentType="application/vnd.openxmlformats-officedocument.presentationml.tags+xml"/>
  <Override PartName="/ppt/tags/tag1217.xml" ContentType="application/vnd.openxmlformats-officedocument.presentationml.tags+xml"/>
  <Override PartName="/ppt/tags/tag76.xml" ContentType="application/vnd.openxmlformats-officedocument.presentationml.tags+xml"/>
  <Override PartName="/ppt/tags/tag232.xml" ContentType="application/vnd.openxmlformats-officedocument.presentationml.tags+xml"/>
  <Override PartName="/ppt/tags/tag377.xml" ContentType="application/vnd.openxmlformats-officedocument.presentationml.tags+xml"/>
  <Override PartName="/ppt/tags/tag563.xml" ContentType="application/vnd.openxmlformats-officedocument.presentationml.tags+xml"/>
  <Override PartName="/ppt/tags/tag894.xml" ContentType="application/vnd.openxmlformats-officedocument.presentationml.tags+xml"/>
  <Override PartName="/ppt/tags/tag910.xml" ContentType="application/vnd.openxmlformats-officedocument.presentationml.tags+xml"/>
  <Override PartName="/ppt/tags/tag1056.xml" ContentType="application/vnd.openxmlformats-officedocument.presentationml.tags+xml"/>
  <Override PartName="/ppt/tags/tag308.xml" ContentType="application/vnd.openxmlformats-officedocument.presentationml.tags+xml"/>
  <Override PartName="/ppt/tags/tag639.xml" ContentType="application/vnd.openxmlformats-officedocument.presentationml.tags+xml"/>
  <Override PartName="/ppt/tags/tag1081.xml" ContentType="application/vnd.openxmlformats-officedocument.presentationml.tags+xml"/>
  <Override PartName="/ppt/tags/tag147.xml" ContentType="application/vnd.openxmlformats-officedocument.presentationml.tags+xml"/>
  <Override PartName="/ppt/tags/tag478.xml" ContentType="application/vnd.openxmlformats-officedocument.presentationml.tags+xml"/>
  <Override PartName="/ppt/tags/tag825.xml" ContentType="application/vnd.openxmlformats-officedocument.presentationml.tags+xml"/>
  <Override PartName="/ppt/tags/tag1157.xml" ContentType="application/vnd.openxmlformats-officedocument.presentationml.tags+xml"/>
  <Override PartName="/ppt/tags/tag32.xml" ContentType="application/vnd.openxmlformats-officedocument.presentationml.tags+xml"/>
  <Override PartName="/ppt/tags/tag333.xml" ContentType="application/vnd.openxmlformats-officedocument.presentationml.tags+xml"/>
  <Override PartName="/ppt/tags/tag664.xml" ContentType="application/vnd.openxmlformats-officedocument.presentationml.tags+xml"/>
  <Override PartName="/ppt/tags/tag850.xml" ContentType="application/vnd.openxmlformats-officedocument.presentationml.tags+xml"/>
  <Override PartName="/ppt/tags/tag995.xml" ContentType="application/vnd.openxmlformats-officedocument.presentationml.tags+xml"/>
  <Override PartName="/ppt/tags/tag1012.xml" ContentType="application/vnd.openxmlformats-officedocument.presentationml.tags+xml"/>
  <Override PartName="/ppt/tags/tag172.xml" ContentType="application/vnd.openxmlformats-officedocument.presentationml.tags+xml"/>
  <Override PartName="/ppt/tags/tag409.xml" ContentType="application/vnd.openxmlformats-officedocument.presentationml.tags+xml"/>
  <Override PartName="/ppt/tags/tag1182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248.xml" ContentType="application/vnd.openxmlformats-officedocument.presentationml.tags+xml"/>
  <Override PartName="/ppt/tags/tag434.xml" ContentType="application/vnd.openxmlformats-officedocument.presentationml.tags+xml"/>
  <Override PartName="/ppt/tags/tag579.xml" ContentType="application/vnd.openxmlformats-officedocument.presentationml.tags+xml"/>
  <Override PartName="/ppt/tags/tag926.xml" ContentType="application/vnd.openxmlformats-officedocument.presentationml.tags+xml"/>
  <Override PartName="/ppt/tags/tag1113.xml" ContentType="application/vnd.openxmlformats-officedocument.presentationml.tags+xml"/>
  <Override PartName="/ppt/tags/tag273.xml" ContentType="application/vnd.openxmlformats-officedocument.presentationml.tags+xml"/>
  <Override PartName="/ppt/tags/tag620.xml" ContentType="application/vnd.openxmlformats-officedocument.presentationml.tags+xml"/>
  <Override PartName="/ppt/tags/tag765.xml" ContentType="application/vnd.openxmlformats-officedocument.presentationml.tags+xml"/>
  <Override PartName="/ppt/tags/tag951.xml" ContentType="application/vnd.openxmlformats-officedocument.presentationml.tags+xml"/>
  <Override PartName="/ppt/tags/tag1097.xml" ContentType="application/vnd.openxmlformats-officedocument.presentationml.tags+xml"/>
  <Override PartName="/ppt/slides/slide35.xml" ContentType="application/vnd.openxmlformats-officedocument.presentationml.slide+xml"/>
  <Override PartName="/ppt/tags/tag790.xml" ContentType="application/vnd.openxmlformats-officedocument.presentationml.tags+xml"/>
  <Override PartName="/ppt/tags/tag48.xml" ContentType="application/vnd.openxmlformats-officedocument.presentationml.tags+xml"/>
  <Override PartName="/ppt/tags/tag188.xml" ContentType="application/vnd.openxmlformats-officedocument.presentationml.tags+xml"/>
  <Override PartName="/ppt/tags/tag204.xml" ContentType="application/vnd.openxmlformats-officedocument.presentationml.tags+xml"/>
  <Override PartName="/ppt/tags/tag349.xml" ContentType="application/vnd.openxmlformats-officedocument.presentationml.tags+xml"/>
  <Override PartName="/ppt/tags/tag535.xml" ContentType="application/vnd.openxmlformats-officedocument.presentationml.tags+xml"/>
  <Override PartName="/ppt/tags/tag866.xml" ContentType="application/vnd.openxmlformats-officedocument.presentationml.tags+xml"/>
  <Override PartName="/ppt/tags/tag1028.xml" ContentType="application/vnd.openxmlformats-officedocument.presentationml.tags+xml"/>
  <Override PartName="/ppt/tags/tag1214.xml" ContentType="application/vnd.openxmlformats-officedocument.presentationml.tags+xml"/>
  <Override PartName="/ppt/tags/tag73.xml" ContentType="application/vnd.openxmlformats-officedocument.presentationml.tags+xml"/>
  <Override PartName="/ppt/tags/tag374.xml" ContentType="application/vnd.openxmlformats-officedocument.presentationml.tags+xml"/>
  <Override PartName="/ppt/tags/tag721.xml" ContentType="application/vnd.openxmlformats-officedocument.presentationml.tags+xml"/>
  <Override PartName="/ppt/tags/tag1053.xml" ContentType="application/vnd.openxmlformats-officedocument.presentationml.tags+xml"/>
  <Override PartName="/ppt/tags/tag1198.xml" ContentType="application/vnd.openxmlformats-officedocument.presentationml.tags+xml"/>
  <Override PartName="/ppt/tags/tag119.xml" ContentType="application/vnd.openxmlformats-officedocument.presentationml.tags+xml"/>
  <Override PartName="/ppt/tags/tag560.xml" ContentType="application/vnd.openxmlformats-officedocument.presentationml.tags+xml"/>
  <Override PartName="/ppt/tags/tag891.xml" ContentType="application/vnd.openxmlformats-officedocument.presentationml.tags+xml"/>
  <Override PartName="/ppt/tags/tag1129.xml" ContentType="application/vnd.openxmlformats-officedocument.presentationml.tags+xml"/>
  <Override PartName="/ppt/tags/tag289.xml" ContentType="application/vnd.openxmlformats-officedocument.presentationml.tags+xml"/>
  <Override PartName="/ppt/tags/tag305.xml" ContentType="application/vnd.openxmlformats-officedocument.presentationml.tags+xml"/>
  <Override PartName="/ppt/tags/tag636.xml" ContentType="application/vnd.openxmlformats-officedocument.presentationml.tags+xml"/>
  <Override PartName="/ppt/tags/tag822.xml" ContentType="application/vnd.openxmlformats-officedocument.presentationml.tags+xml"/>
  <Override PartName="/ppt/tags/tag967.xml" ContentType="application/vnd.openxmlformats-officedocument.presentationml.tags+xml"/>
  <Override PartName="/ppt/tags/tag144.xml" ContentType="application/vnd.openxmlformats-officedocument.presentationml.tags+xml"/>
  <Override PartName="/ppt/tags/tag330.xml" ContentType="application/vnd.openxmlformats-officedocument.presentationml.tags+xml"/>
  <Override PartName="/ppt/tags/tag475.xml" ContentType="application/vnd.openxmlformats-officedocument.presentationml.tags+xml"/>
  <Override PartName="/ppt/tags/tag661.xml" ContentType="application/vnd.openxmlformats-officedocument.presentationml.tags+xml"/>
  <Override PartName="/ppt/tags/tag992.xml" ContentType="application/vnd.openxmlformats-officedocument.presentationml.tags+xml"/>
  <Override PartName="/ppt/tags/tag1154.xml" ContentType="application/vnd.openxmlformats-officedocument.presentationml.tags+xml"/>
  <Override PartName="/ppt/tags/tag406.xml" ContentType="application/vnd.openxmlformats-officedocument.presentationml.tags+xml"/>
  <Override PartName="/ppt/tags/tag737.xml" ContentType="application/vnd.openxmlformats-officedocument.presentationml.tags+xml"/>
  <Override PartName="/ppt/tags/tag89.xml" ContentType="application/vnd.openxmlformats-officedocument.presentationml.tags+xml"/>
  <Override PartName="/ppt/tags/tag245.xml" ContentType="application/vnd.openxmlformats-officedocument.presentationml.tags+xml"/>
  <Override PartName="/ppt/tags/tag576.xml" ContentType="application/vnd.openxmlformats-officedocument.presentationml.tags+xml"/>
  <Override PartName="/ppt/tags/tag923.xml" ContentType="application/vnd.openxmlformats-officedocument.presentationml.tags+xml"/>
  <Override PartName="/ppt/tags/tag1069.xml" ContentType="application/vnd.openxmlformats-officedocument.presentationml.tags+xml"/>
  <Override PartName="/ppt/tags/tag100.xml" ContentType="application/vnd.openxmlformats-officedocument.presentationml.tags+xml"/>
  <Override PartName="/ppt/tags/tag431.xml" ContentType="application/vnd.openxmlformats-officedocument.presentationml.tags+xml"/>
  <Override PartName="/ppt/tags/tag762.xml" ContentType="application/vnd.openxmlformats-officedocument.presentationml.tags+xml"/>
  <Override PartName="/ppt/tags/tag1094.xml" ContentType="application/vnd.openxmlformats-officedocument.presentationml.tags+xml"/>
  <Override PartName="/ppt/tags/tag1110.xml" ContentType="application/vnd.openxmlformats-officedocument.presentationml.tags+xml"/>
  <Override PartName="/ppt/slides/slide32.xml" ContentType="application/vnd.openxmlformats-officedocument.presentationml.slide+xml"/>
  <Override PartName="/ppt/tags/tag270.xml" ContentType="application/vnd.openxmlformats-officedocument.presentationml.tags+xml"/>
  <Override PartName="/ppt/tags/tag507.xml" ContentType="application/vnd.openxmlformats-officedocument.presentationml.tags+xml"/>
  <Override PartName="/ppt/tags/tag838.xml" ContentType="application/vnd.openxmlformats-officedocument.presentationml.tags+xml"/>
  <Override PartName="/ppt/tags/tag45.xml" ContentType="application/vnd.openxmlformats-officedocument.presentationml.tags+xml"/>
  <Override PartName="/ppt/tags/tag201.xml" ContentType="application/vnd.openxmlformats-officedocument.presentationml.tags+xml"/>
  <Override PartName="/ppt/tags/tag346.xml" ContentType="application/vnd.openxmlformats-officedocument.presentationml.tags+xml"/>
  <Override PartName="/ppt/tags/tag532.xml" ContentType="application/vnd.openxmlformats-officedocument.presentationml.tags+xml"/>
  <Override PartName="/ppt/tags/tag677.xml" ContentType="application/vnd.openxmlformats-officedocument.presentationml.tags+xml"/>
  <Override PartName="/ppt/tags/tag1025.xml" ContentType="application/vnd.openxmlformats-officedocument.presentationml.tags+xml"/>
  <Override PartName="/ppt/tags/tag185.xml" ContentType="application/vnd.openxmlformats-officedocument.presentationml.tags+xml"/>
  <Override PartName="/ppt/tags/tag371.xml" ContentType="application/vnd.openxmlformats-officedocument.presentationml.tags+xml"/>
  <Override PartName="/ppt/tags/tag863.xml" ContentType="application/vnd.openxmlformats-officedocument.presentationml.tags+xml"/>
  <Override PartName="/ppt/tags/tag1195.xml" ContentType="application/vnd.openxmlformats-officedocument.presentationml.tags+xml"/>
  <Override PartName="/ppt/tags/tag1211.xml" ContentType="application/vnd.openxmlformats-officedocument.presentationml.tags+xml"/>
  <Override PartName="/ppt/tags/tag70.xml" ContentType="application/vnd.openxmlformats-officedocument.presentationml.tags+xml"/>
  <Override PartName="/ppt/tags/tag116.xml" ContentType="application/vnd.openxmlformats-officedocument.presentationml.tags+xml"/>
  <Override PartName="/ppt/tags/tag608.xml" ContentType="application/vnd.openxmlformats-officedocument.presentationml.tags+xml"/>
  <Override PartName="/ppt/tags/tag939.xml" ContentType="application/vnd.openxmlformats-officedocument.presentationml.tags+xml"/>
  <Override PartName="/ppt/tags/tag1050.xml" ContentType="application/vnd.openxmlformats-officedocument.presentationml.tags+xml"/>
  <Override PartName="/ppt/tags/tag302.xml" ContentType="application/vnd.openxmlformats-officedocument.presentationml.tags+xml"/>
  <Override PartName="/ppt/tags/tag447.xml" ContentType="application/vnd.openxmlformats-officedocument.presentationml.tags+xml"/>
  <Override PartName="/ppt/tags/tag633.xml" ContentType="application/vnd.openxmlformats-officedocument.presentationml.tags+xml"/>
  <Override PartName="/ppt/tags/tag778.xml" ContentType="application/vnd.openxmlformats-officedocument.presentationml.tags+xml"/>
  <Override PartName="/ppt/tags/tag964.xml" ContentType="application/vnd.openxmlformats-officedocument.presentationml.tags+xml"/>
  <Override PartName="/ppt/tags/tag1126.xml" ContentType="application/vnd.openxmlformats-officedocument.presentationml.tags+xml"/>
  <Override PartName="/ppt/slides/slide48.xml" ContentType="application/vnd.openxmlformats-officedocument.presentationml.slide+xml"/>
  <Override PartName="/ppt/tags/tag141.xml" ContentType="application/vnd.openxmlformats-officedocument.presentationml.tags+xml"/>
  <Override PartName="/ppt/tags/tag286.xml" ContentType="application/vnd.openxmlformats-officedocument.presentationml.tags+xml"/>
  <Override PartName="/ppt/tags/tag472.xml" ContentType="application/vnd.openxmlformats-officedocument.presentationml.tags+xml"/>
  <Override PartName="/ppt/tags/tag709.xml" ContentType="application/vnd.openxmlformats-officedocument.presentationml.tags+xml"/>
  <Override PartName="/ppt/tags/tag1151.xml" ContentType="application/vnd.openxmlformats-officedocument.presentationml.tags+xml"/>
  <Override PartName="/ppt/tags/tag217.xml" ContentType="application/vnd.openxmlformats-officedocument.presentationml.tags+xml"/>
  <Override PartName="/ppt/tags/tag548.xml" ContentType="application/vnd.openxmlformats-officedocument.presentationml.tags+xml"/>
  <Override PartName="/ppt/tags/tag86.xml" ContentType="application/vnd.openxmlformats-officedocument.presentationml.tags+xml"/>
  <Override PartName="/ppt/tags/tag387.xml" ContentType="application/vnd.openxmlformats-officedocument.presentationml.tags+xml"/>
  <Override PartName="/ppt/tags/tag403.xml" ContentType="application/vnd.openxmlformats-officedocument.presentationml.tags+xml"/>
  <Override PartName="/ppt/tags/tag734.xml" ContentType="application/vnd.openxmlformats-officedocument.presentationml.tags+xml"/>
  <Override PartName="/ppt/tags/tag879.xml" ContentType="application/vnd.openxmlformats-officedocument.presentationml.tags+xml"/>
  <Override PartName="/ppt/tags/tag920.xml" ContentType="application/vnd.openxmlformats-officedocument.presentationml.tags+xml"/>
  <Override PartName="/ppt/tags/tag1066.xml" ContentType="application/vnd.openxmlformats-officedocument.presentationml.tags+xml"/>
  <Override PartName="/ppt/tags/tag242.xml" ContentType="application/vnd.openxmlformats-officedocument.presentationml.tags+xml"/>
  <Override PartName="/ppt/tags/tag573.xml" ContentType="application/vnd.openxmlformats-officedocument.presentationml.tags+xml"/>
  <Override PartName="/ppt/tags/tag17.xml" ContentType="application/vnd.openxmlformats-officedocument.presentationml.tags+xml"/>
  <Override PartName="/ppt/tags/tag318.xml" ContentType="application/vnd.openxmlformats-officedocument.presentationml.tags+xml"/>
  <Override PartName="/ppt/tags/tag504.xml" ContentType="application/vnd.openxmlformats-officedocument.presentationml.tags+xml"/>
  <Override PartName="/ppt/tags/tag649.xml" ContentType="application/vnd.openxmlformats-officedocument.presentationml.tags+xml"/>
  <Override PartName="/ppt/tags/tag1091.xml" ContentType="application/vnd.openxmlformats-officedocument.presentationml.tags+xml"/>
  <Override PartName="/ppt/tags/tag157.xml" ContentType="application/vnd.openxmlformats-officedocument.presentationml.tags+xml"/>
  <Override PartName="/ppt/tags/tag343.xml" ContentType="application/vnd.openxmlformats-officedocument.presentationml.tags+xml"/>
  <Override PartName="/ppt/tags/tag488.xml" ContentType="application/vnd.openxmlformats-officedocument.presentationml.tags+xml"/>
  <Override PartName="/ppt/tags/tag835.xml" ContentType="application/vnd.openxmlformats-officedocument.presentationml.tags+xml"/>
  <Override PartName="/ppt/tags/tag1022.xml" ContentType="application/vnd.openxmlformats-officedocument.presentationml.tags+xml"/>
  <Override PartName="/ppt/tags/tag1167.xml" ContentType="application/vnd.openxmlformats-officedocument.presentationml.tags+xml"/>
  <Override PartName="/ppt/tags/tag42.xml" ContentType="application/vnd.openxmlformats-officedocument.presentationml.tags+xml"/>
  <Override PartName="/ppt/tags/tag182.xml" ContentType="application/vnd.openxmlformats-officedocument.presentationml.tags+xml"/>
  <Override PartName="/ppt/tags/tag674.xml" ContentType="application/vnd.openxmlformats-officedocument.presentationml.tags+xml"/>
  <Override PartName="/ppt/tags/tag860.xml" ContentType="application/vnd.openxmlformats-officedocument.presentationml.tags+xml"/>
  <Override PartName="/ppt/tags/tag419.xml" ContentType="application/vnd.openxmlformats-officedocument.presentationml.tags+xml"/>
  <Override PartName="/ppt/tags/tag605.xml" ContentType="application/vnd.openxmlformats-officedocument.presentationml.tags+xml"/>
  <Override PartName="/ppt/tags/tag936.xml" ContentType="application/vnd.openxmlformats-officedocument.presentationml.tags+xml"/>
  <Override PartName="/ppt/tags/tag1192.xml" ContentType="application/vnd.openxmlformats-officedocument.presentationml.tags+xml"/>
  <Override PartName="/ppt/slideLayouts/slideLayout19.xml" ContentType="application/vnd.openxmlformats-officedocument.presentationml.slideLayout+xml"/>
  <Override PartName="/ppt/tags/tag113.xml" ContentType="application/vnd.openxmlformats-officedocument.presentationml.tags+xml"/>
  <Override PartName="/ppt/tags/tag258.xml" ContentType="application/vnd.openxmlformats-officedocument.presentationml.tags+xml"/>
  <Override PartName="/ppt/tags/tag444.xml" ContentType="application/vnd.openxmlformats-officedocument.presentationml.tags+xml"/>
  <Override PartName="/ppt/tags/tag589.xml" ContentType="application/vnd.openxmlformats-officedocument.presentationml.tags+xml"/>
  <Override PartName="/ppt/tags/tag775.xml" ContentType="application/vnd.openxmlformats-officedocument.presentationml.tags+xml"/>
  <Override PartName="/ppt/tags/tag1123.xml" ContentType="application/vnd.openxmlformats-officedocument.presentationml.tags+xml"/>
  <Override PartName="/ppt/slides/slide45.xml" ContentType="application/vnd.openxmlformats-officedocument.presentationml.slide+xml"/>
  <Override PartName="/ppt/theme/theme3.xml" ContentType="application/vnd.openxmlformats-officedocument.theme+xml"/>
  <Override PartName="/ppt/tags/tag283.xml" ContentType="application/vnd.openxmlformats-officedocument.presentationml.tags+xml"/>
  <Override PartName="/ppt/tags/tag630.xml" ContentType="application/vnd.openxmlformats-officedocument.presentationml.tags+xml"/>
  <Override PartName="/ppt/tags/tag961.xml" ContentType="application/vnd.openxmlformats-officedocument.presentationml.tags+xml"/>
  <Override PartName="/ppt/tags/tag58.xml" ContentType="application/vnd.openxmlformats-officedocument.presentationml.tags+xml"/>
  <Override PartName="/ppt/tags/tag359.xml" ContentType="application/vnd.openxmlformats-officedocument.presentationml.tags+xml"/>
  <Override PartName="/ppt/tags/tag706.xml" ContentType="application/vnd.openxmlformats-officedocument.presentationml.tags+xml"/>
  <Override PartName="/ppt/tags/tag1038.xml" ContentType="application/vnd.openxmlformats-officedocument.presentationml.tags+xml"/>
  <Override PartName="/ppt/tags/tag198.xml" ContentType="application/vnd.openxmlformats-officedocument.presentationml.tags+xml"/>
  <Override PartName="/ppt/tags/tag214.xml" ContentType="application/vnd.openxmlformats-officedocument.presentationml.tags+xml"/>
  <Override PartName="/ppt/tags/tag400.xml" ContentType="application/vnd.openxmlformats-officedocument.presentationml.tags+xml"/>
  <Override PartName="/ppt/tags/tag545.xml" ContentType="application/vnd.openxmlformats-officedocument.presentationml.tags+xml"/>
  <Override PartName="/ppt/tags/tag731.xml" ContentType="application/vnd.openxmlformats-officedocument.presentationml.tags+xml"/>
  <Override PartName="/ppt/tags/tag876.xml" ContentType="application/vnd.openxmlformats-officedocument.presentationml.tags+xml"/>
  <Override PartName="/ppt/tags/tag83.xml" ContentType="application/vnd.openxmlformats-officedocument.presentationml.tags+xml"/>
  <Override PartName="/ppt/tags/tag384.xml" ContentType="application/vnd.openxmlformats-officedocument.presentationml.tags+xml"/>
  <Override PartName="/ppt/tags/tag570.xml" ContentType="application/vnd.openxmlformats-officedocument.presentationml.tags+xml"/>
  <Override PartName="/ppt/tags/tag807.xml" ContentType="application/vnd.openxmlformats-officedocument.presentationml.tags+xml"/>
  <Override PartName="/ppt/tags/tag1063.xml" ContentType="application/vnd.openxmlformats-officedocument.presentationml.tags+xml"/>
  <Override PartName="/ppt/tags/tag14.xml" ContentType="application/vnd.openxmlformats-officedocument.presentationml.tags+xml"/>
  <Override PartName="/ppt/tags/tag129.xml" ContentType="application/vnd.openxmlformats-officedocument.presentationml.tags+xml"/>
  <Override PartName="/ppt/tags/tag315.xml" ContentType="application/vnd.openxmlformats-officedocument.presentationml.tags+xml"/>
  <Override PartName="/ppt/tags/tag646.xml" ContentType="application/vnd.openxmlformats-officedocument.presentationml.tags+xml"/>
  <Override PartName="/ppt/tags/tag1139.xml" ContentType="application/vnd.openxmlformats-officedocument.presentationml.tags+xml"/>
  <Override PartName="/ppt/tags/tag154.xml" ContentType="application/vnd.openxmlformats-officedocument.presentationml.tags+xml"/>
  <Override PartName="/ppt/tags/tag299.xml" ContentType="application/vnd.openxmlformats-officedocument.presentationml.tags+xml"/>
  <Override PartName="/ppt/tags/tag485.xml" ContentType="application/vnd.openxmlformats-officedocument.presentationml.tags+xml"/>
  <Override PartName="/ppt/tags/tag501.xml" ContentType="application/vnd.openxmlformats-officedocument.presentationml.tags+xml"/>
  <Override PartName="/ppt/tags/tag832.xml" ContentType="application/vnd.openxmlformats-officedocument.presentationml.tags+xml"/>
  <Override PartName="/ppt/tags/tag977.xml" ContentType="application/vnd.openxmlformats-officedocument.presentationml.tags+xml"/>
  <Override PartName="/ppt/tags/tag340.xml" ContentType="application/vnd.openxmlformats-officedocument.presentationml.tags+xml"/>
  <Override PartName="/ppt/tags/tag671.xml" ContentType="application/vnd.openxmlformats-officedocument.presentationml.tags+xml"/>
  <Override PartName="/ppt/tags/tag908.xml" ContentType="application/vnd.openxmlformats-officedocument.presentationml.tags+xml"/>
  <Override PartName="/ppt/tags/tag1164.xml" ContentType="application/vnd.openxmlformats-officedocument.presentationml.tags+xml"/>
  <Override PartName="/ppt/tags/tag416.xml" ContentType="application/vnd.openxmlformats-officedocument.presentationml.tags+xml"/>
  <Override PartName="/ppt/tags/tag747.xml" ContentType="application/vnd.openxmlformats-officedocument.presentationml.tags+xml"/>
  <Override PartName="/ppt/slides/slide17.xml" ContentType="application/vnd.openxmlformats-officedocument.presentationml.slide+xml"/>
  <Override PartName="/ppt/tags/tag99.xml" ContentType="application/vnd.openxmlformats-officedocument.presentationml.tags+xml"/>
  <Override PartName="/ppt/tags/tag110.xml" ContentType="application/vnd.openxmlformats-officedocument.presentationml.tags+xml"/>
  <Override PartName="/ppt/tags/tag255.xml" ContentType="application/vnd.openxmlformats-officedocument.presentationml.tags+xml"/>
  <Override PartName="/ppt/tags/tag586.xml" ContentType="application/vnd.openxmlformats-officedocument.presentationml.tags+xml"/>
  <Override PartName="/ppt/tags/tag602.xml" ContentType="application/vnd.openxmlformats-officedocument.presentationml.tags+xml"/>
  <Override PartName="/ppt/tags/tag933.xml" ContentType="application/vnd.openxmlformats-officedocument.presentationml.tags+xml"/>
  <Override PartName="/ppt/tags/tag1079.xml" ContentType="application/vnd.openxmlformats-officedocument.presentationml.tags+xml"/>
  <Override PartName="/ppt/slideLayouts/slideLayout16.xml" ContentType="application/vnd.openxmlformats-officedocument.presentationml.slideLayout+xml"/>
  <Override PartName="/ppt/tags/tag280.xml" ContentType="application/vnd.openxmlformats-officedocument.presentationml.tags+xml"/>
  <Override PartName="/ppt/tags/tag441.xml" ContentType="application/vnd.openxmlformats-officedocument.presentationml.tags+xml"/>
  <Override PartName="/ppt/tags/tag772.xml" ContentType="application/vnd.openxmlformats-officedocument.presentationml.tags+xml"/>
  <Override PartName="/ppt/tags/tag1120.xml" ContentType="application/vnd.openxmlformats-officedocument.presentationml.tags+xml"/>
  <Override PartName="/ppt/slides/slide42.xml" ContentType="application/vnd.openxmlformats-officedocument.presentationml.slide+xml"/>
  <Override PartName="/ppt/tags/tag517.xml" ContentType="application/vnd.openxmlformats-officedocument.presentationml.tags+xml"/>
  <Override PartName="/ppt/tags/tag703.xml" ContentType="application/vnd.openxmlformats-officedocument.presentationml.tags+xml"/>
  <Override PartName="/ppt/tags/tag848.xml" ContentType="application/vnd.openxmlformats-officedocument.presentationml.tags+xml"/>
  <Override PartName="/ppt/tags/tag55.xml" ContentType="application/vnd.openxmlformats-officedocument.presentationml.tags+xml"/>
  <Override PartName="/ppt/tags/tag211.xml" ContentType="application/vnd.openxmlformats-officedocument.presentationml.tags+xml"/>
  <Override PartName="/ppt/tags/tag356.xml" ContentType="application/vnd.openxmlformats-officedocument.presentationml.tags+xml"/>
  <Override PartName="/ppt/tags/tag542.xml" ContentType="application/vnd.openxmlformats-officedocument.presentationml.tags+xml"/>
  <Override PartName="/ppt/tags/tag687.xml" ContentType="application/vnd.openxmlformats-officedocument.presentationml.tags+xml"/>
  <Override PartName="/ppt/tags/tag873.xml" ContentType="application/vnd.openxmlformats-officedocument.presentationml.tags+xml"/>
  <Override PartName="/ppt/tags/tag1035.xml" ContentType="application/vnd.openxmlformats-officedocument.presentationml.tags+xml"/>
  <Override PartName="/ppt/tags/tag80.xml" ContentType="application/vnd.openxmlformats-officedocument.presentationml.tags+xml"/>
  <Override PartName="/ppt/tags/tag195.xml" ContentType="application/vnd.openxmlformats-officedocument.presentationml.tags+xml"/>
  <Override PartName="/ppt/tags/tag381.xml" ContentType="application/vnd.openxmlformats-officedocument.presentationml.tags+xml"/>
  <Override PartName="/ppt/tags/tag618.xml" ContentType="application/vnd.openxmlformats-officedocument.presentationml.tags+xml"/>
  <Override PartName="/ppt/tags/tag1060.xml" ContentType="application/vnd.openxmlformats-officedocument.presentationml.tags+xml"/>
  <Override PartName="/ppt/tags/tag126.xml" ContentType="application/vnd.openxmlformats-officedocument.presentationml.tags+xml"/>
  <Override PartName="/ppt/tags/tag457.xml" ContentType="application/vnd.openxmlformats-officedocument.presentationml.tags+xml"/>
  <Override PartName="/ppt/tags/tag804.xml" ContentType="application/vnd.openxmlformats-officedocument.presentationml.tags+xml"/>
  <Override PartName="/ppt/tags/tag949.xml" ContentType="application/vnd.openxmlformats-officedocument.presentationml.tags+xml"/>
  <Override PartName="/ppt/tags/tag1136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296.xml" ContentType="application/vnd.openxmlformats-officedocument.presentationml.tags+xml"/>
  <Override PartName="/ppt/tags/tag312.xml" ContentType="application/vnd.openxmlformats-officedocument.presentationml.tags+xml"/>
  <Override PartName="/ppt/tags/tag643.xml" ContentType="application/vnd.openxmlformats-officedocument.presentationml.tags+xml"/>
  <Override PartName="/ppt/tags/tag788.xml" ContentType="application/vnd.openxmlformats-officedocument.presentationml.tags+xml"/>
  <Override PartName="/ppt/tags/tag974.xml" ContentType="application/vnd.openxmlformats-officedocument.presentationml.tags+xml"/>
  <Override PartName="/ppt/tags/tag151.xml" ContentType="application/vnd.openxmlformats-officedocument.presentationml.tags+xml"/>
  <Override PartName="/ppt/tags/tag482.xml" ContentType="application/vnd.openxmlformats-officedocument.presentationml.tags+xml"/>
  <Override PartName="/ppt/tags/tag719.xml" ContentType="application/vnd.openxmlformats-officedocument.presentationml.tags+xml"/>
  <Override PartName="/ppt/tags/tag1161.xml" ContentType="application/vnd.openxmlformats-officedocument.presentationml.tags+xml"/>
  <Override PartName="/ppt/tags/tag227.xml" ContentType="application/vnd.openxmlformats-officedocument.presentationml.tags+xml"/>
  <Override PartName="/ppt/tags/tag413.xml" ContentType="application/vnd.openxmlformats-officedocument.presentationml.tags+xml"/>
  <Override PartName="/ppt/tags/tag558.xml" ContentType="application/vnd.openxmlformats-officedocument.presentationml.tags+xml"/>
  <Override PartName="/ppt/tags/tag889.xml" ContentType="application/vnd.openxmlformats-officedocument.presentationml.tags+xml"/>
  <Override PartName="/ppt/tags/tag905.xml" ContentType="application/vnd.openxmlformats-officedocument.presentationml.tags+xml"/>
  <Override PartName="/ppt/tags/tag96.xml" ContentType="application/vnd.openxmlformats-officedocument.presentationml.tags+xml"/>
  <Override PartName="/ppt/tags/tag252.xml" ContentType="application/vnd.openxmlformats-officedocument.presentationml.tags+xml"/>
  <Override PartName="/ppt/tags/tag397.xml" ContentType="application/vnd.openxmlformats-officedocument.presentationml.tags+xml"/>
  <Override PartName="/ppt/tags/tag744.xml" ContentType="application/vnd.openxmlformats-officedocument.presentationml.tags+xml"/>
  <Override PartName="/ppt/tags/tag930.xml" ContentType="application/vnd.openxmlformats-officedocument.presentationml.tags+xml"/>
  <Override PartName="/ppt/tags/tag1076.xml" ContentType="application/vnd.openxmlformats-officedocument.presentationml.tags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tags/tag583.xml" ContentType="application/vnd.openxmlformats-officedocument.presentationml.tags+xml"/>
  <Override PartName="/ppt/tags/tag27.xml" ContentType="application/vnd.openxmlformats-officedocument.presentationml.tags+xml"/>
  <Override PartName="/ppt/tags/tag328.xml" ContentType="application/vnd.openxmlformats-officedocument.presentationml.tags+xml"/>
  <Override PartName="/ppt/tags/tag514.xml" ContentType="application/vnd.openxmlformats-officedocument.presentationml.tags+xml"/>
  <Override PartName="/ppt/tags/tag659.xml" ContentType="application/vnd.openxmlformats-officedocument.presentationml.tags+xml"/>
  <Override PartName="/ppt/tags/tag845.xml" ContentType="application/vnd.openxmlformats-officedocument.presentationml.tags+xml"/>
  <Override PartName="/ppt/tags/tag1007.xml" ContentType="application/vnd.openxmlformats-officedocument.presentationml.tags+xml"/>
  <Override PartName="/ppt/tags/tag52.xml" ContentType="application/vnd.openxmlformats-officedocument.presentationml.tags+xml"/>
  <Override PartName="/ppt/tags/tag167.xml" ContentType="application/vnd.openxmlformats-officedocument.presentationml.tags+xml"/>
  <Override PartName="/ppt/tags/tag353.xml" ContentType="application/vnd.openxmlformats-officedocument.presentationml.tags+xml"/>
  <Override PartName="/ppt/tags/tag498.xml" ContentType="application/vnd.openxmlformats-officedocument.presentationml.tags+xml"/>
  <Override PartName="/ppt/tags/tag684.xml" ContentType="application/vnd.openxmlformats-officedocument.presentationml.tags+xml"/>
  <Override PartName="/ppt/tags/tag700.xml" ContentType="application/vnd.openxmlformats-officedocument.presentationml.tags+xml"/>
  <Override PartName="/ppt/tags/tag1032.xml" ContentType="application/vnd.openxmlformats-officedocument.presentationml.tags+xml"/>
  <Override PartName="/ppt/tags/tag1177.xml" ContentType="application/vnd.openxmlformats-officedocument.presentationml.tags+xml"/>
  <Override PartName="/ppt/tags/tag192.xml" ContentType="application/vnd.openxmlformats-officedocument.presentationml.tags+xml"/>
  <Override PartName="/ppt/tags/tag429.xml" ContentType="application/vnd.openxmlformats-officedocument.presentationml.tags+xml"/>
  <Override PartName="/ppt/tags/tag870.xml" ContentType="application/vnd.openxmlformats-officedocument.presentationml.tags+xml"/>
  <Override PartName="/ppt/tags/tag1108.xml" ContentType="application/vnd.openxmlformats-officedocument.presentationml.tags+xml"/>
  <Override PartName="/ppt/tags/tag268.xml" ContentType="application/vnd.openxmlformats-officedocument.presentationml.tags+xml"/>
  <Override PartName="/ppt/tags/tag599.xml" ContentType="application/vnd.openxmlformats-officedocument.presentationml.tags+xml"/>
  <Override PartName="/ppt/tags/tag615.xml" ContentType="application/vnd.openxmlformats-officedocument.presentationml.tags+xml"/>
  <Override PartName="/ppt/tags/tag801.xml" ContentType="application/vnd.openxmlformats-officedocument.presentationml.tags+xml"/>
  <Override PartName="/ppt/tags/tag946.xml" ContentType="application/vnd.openxmlformats-officedocument.presentationml.tag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ags/tag123.xml" ContentType="application/vnd.openxmlformats-officedocument.presentationml.tags+xml"/>
  <Override PartName="/ppt/tags/tag454.xml" ContentType="application/vnd.openxmlformats-officedocument.presentationml.tags+xml"/>
  <Override PartName="/ppt/tags/tag640.xml" ContentType="application/vnd.openxmlformats-officedocument.presentationml.tags+xml"/>
  <Override PartName="/ppt/tags/tag785.xml" ContentType="application/vnd.openxmlformats-officedocument.presentationml.tags+xml"/>
  <Override PartName="/ppt/tags/tag1133.xml" ContentType="application/vnd.openxmlformats-officedocument.presentationml.tags+xml"/>
  <Override PartName="/ppt/slides/slide55.xml" ContentType="application/vnd.openxmlformats-officedocument.presentationml.slide+xml"/>
  <Override PartName="/ppt/tags/tag293.xml" ContentType="application/vnd.openxmlformats-officedocument.presentationml.tags+xml"/>
  <Override PartName="/ppt/tags/tag716.xml" ContentType="application/vnd.openxmlformats-officedocument.presentationml.tags+xml"/>
  <Override PartName="/ppt/tags/tag971.xml" ContentType="application/vnd.openxmlformats-officedocument.presentationml.tags+xml"/>
  <Override PartName="/ppt/tags/tag1209.xml" ContentType="application/vnd.openxmlformats-officedocument.presentationml.tags+xml"/>
  <Override PartName="/ppt/tags/tag68.xml" ContentType="application/vnd.openxmlformats-officedocument.presentationml.tags+xml"/>
  <Override PartName="/ppt/tags/tag224.xml" ContentType="application/vnd.openxmlformats-officedocument.presentationml.tags+xml"/>
  <Override PartName="/ppt/tags/tag369.xml" ContentType="application/vnd.openxmlformats-officedocument.presentationml.tags+xml"/>
  <Override PartName="/ppt/tags/tag555.xml" ContentType="application/vnd.openxmlformats-officedocument.presentationml.tags+xml"/>
  <Override PartName="/ppt/tags/tag902.xml" ContentType="application/vnd.openxmlformats-officedocument.presentationml.tags+xml"/>
  <Override PartName="/ppt/tags/tag1048.xml" ContentType="application/vnd.openxmlformats-officedocument.presentationml.tags+xml"/>
  <Override PartName="/ppt/presentation.xml" ContentType="application/vnd.openxmlformats-officedocument.presentationml.presentation.main+xml"/>
  <Override PartName="/ppt/tags/tag394.xml" ContentType="application/vnd.openxmlformats-officedocument.presentationml.tags+xml"/>
  <Override PartName="/ppt/tags/tag410.xml" ContentType="application/vnd.openxmlformats-officedocument.presentationml.tags+xml"/>
  <Override PartName="/ppt/tags/tag741.xml" ContentType="application/vnd.openxmlformats-officedocument.presentationml.tags+xml"/>
  <Override PartName="/ppt/tags/tag886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93.xml" ContentType="application/vnd.openxmlformats-officedocument.presentationml.tags+xml"/>
  <Override PartName="/ppt/tags/tag139.xml" ContentType="application/vnd.openxmlformats-officedocument.presentationml.tags+xml"/>
  <Override PartName="/ppt/tags/tag580.xml" ContentType="application/vnd.openxmlformats-officedocument.presentationml.tags+xml"/>
  <Override PartName="/ppt/tags/tag817.xml" ContentType="application/vnd.openxmlformats-officedocument.presentationml.tags+xml"/>
  <Override PartName="/ppt/tags/tag1073.xml" ContentType="application/vnd.openxmlformats-officedocument.presentationml.tags+xml"/>
  <Override PartName="/ppt/slideLayouts/slideLayout10.xml" ContentType="application/vnd.openxmlformats-officedocument.presentationml.slideLayout+xml"/>
  <Override PartName="/ppt/tags/tag24.xml" ContentType="application/vnd.openxmlformats-officedocument.presentationml.tags+xml"/>
  <Override PartName="/ppt/tags/tag325.xml" ContentType="application/vnd.openxmlformats-officedocument.presentationml.tags+xml"/>
  <Override PartName="/ppt/tags/tag656.xml" ContentType="application/vnd.openxmlformats-officedocument.presentationml.tags+xml"/>
  <Override PartName="/ppt/tags/tag987.xml" ContentType="application/vnd.openxmlformats-officedocument.presentationml.tags+xml"/>
  <Override PartName="/ppt/tags/tag1004.xml" ContentType="application/vnd.openxmlformats-officedocument.presentationml.tags+xml"/>
  <Override PartName="/ppt/tags/tag1149.xml" ContentType="application/vnd.openxmlformats-officedocument.presentationml.tags+xml"/>
  <Override PartName="/ppt/tags/tag164.xml" ContentType="application/vnd.openxmlformats-officedocument.presentationml.tags+xml"/>
  <Override PartName="/ppt/tags/tag495.xml" ContentType="application/vnd.openxmlformats-officedocument.presentationml.tags+xml"/>
  <Override PartName="/ppt/tags/tag511.xml" ContentType="application/vnd.openxmlformats-officedocument.presentationml.tags+xml"/>
  <Override PartName="/ppt/tags/tag842.xml" ContentType="application/vnd.openxmlformats-officedocument.presentationml.tags+xml"/>
  <Override PartName="/ppt/tags/tag1174.xml" ContentType="application/vnd.openxmlformats-officedocument.presentationml.tags+xml"/>
  <Override PartName="/ppt/tags/tag350.xml" ContentType="application/vnd.openxmlformats-officedocument.presentationml.tags+xml"/>
  <Override PartName="/ppt/tags/tag681.xml" ContentType="application/vnd.openxmlformats-officedocument.presentationml.tags+xml"/>
  <Override PartName="/ppt/tags/tag918.xml" ContentType="application/vnd.openxmlformats-officedocument.presentationml.tags+xml"/>
  <Override PartName="/ppt/tags/tag426.xml" ContentType="application/vnd.openxmlformats-officedocument.presentationml.tags+xml"/>
  <Override PartName="/ppt/tags/tag612.xml" ContentType="application/vnd.openxmlformats-officedocument.presentationml.tags+xml"/>
  <Override PartName="/ppt/tags/tag757.xml" ContentType="application/vnd.openxmlformats-officedocument.presentationml.tags+xml"/>
  <Override PartName="/ppt/tags/tag943.xml" ContentType="application/vnd.openxmlformats-officedocument.presentationml.tags+xml"/>
  <Override PartName="/ppt/tags/tag1089.xml" ContentType="application/vnd.openxmlformats-officedocument.presentationml.tags+xml"/>
  <Override PartName="/ppt/tags/tag1105.xml" ContentType="application/vnd.openxmlformats-officedocument.presentationml.tags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ags/tag120.xml" ContentType="application/vnd.openxmlformats-officedocument.presentationml.tags+xml"/>
  <Override PartName="/ppt/tags/tag265.xml" ContentType="application/vnd.openxmlformats-officedocument.presentationml.tags+xml"/>
  <Override PartName="/ppt/tags/tag451.xml" ContentType="application/vnd.openxmlformats-officedocument.presentationml.tags+xml"/>
  <Override PartName="/ppt/tags/tag596.xml" ContentType="application/vnd.openxmlformats-officedocument.presentationml.tags+xml"/>
  <Override PartName="/ppt/tags/tag782.xml" ContentType="application/vnd.openxmlformats-officedocument.presentationml.tags+xml"/>
  <Override PartName="/ppt/tags/tag1130.xml" ContentType="application/vnd.openxmlformats-officedocument.presentationml.tags+xml"/>
  <Override PartName="/ppt/slides/slide2.xml" ContentType="application/vnd.openxmlformats-officedocument.presentationml.slide+xml"/>
  <Override PartName="/ppt/slides/slide52.xml" ContentType="application/vnd.openxmlformats-officedocument.presentationml.slide+xml"/>
  <Override PartName="/ppt/tags/tag290.xml" ContentType="application/vnd.openxmlformats-officedocument.presentationml.tags+xml"/>
  <Override PartName="/ppt/tags/tag527.xml" ContentType="application/vnd.openxmlformats-officedocument.presentationml.tags+xml"/>
  <Override PartName="/ppt/tags/tag1206.xml" ContentType="application/vnd.openxmlformats-officedocument.presentationml.tags+xml"/>
  <Override PartName="/ppt/tags/tag366.xml" ContentType="application/vnd.openxmlformats-officedocument.presentationml.tags+xml"/>
  <Override PartName="/ppt/tags/tag713.xml" ContentType="application/vnd.openxmlformats-officedocument.presentationml.tags+xml"/>
  <Override PartName="/ppt/tags/tag858.xml" ContentType="application/vnd.openxmlformats-officedocument.presentationml.tags+xml"/>
  <Override PartName="/ppt/tags/tag1045.xml" ContentType="application/vnd.openxmlformats-officedocument.presentationml.tags+xml"/>
  <Override PartName="/ppt/tags/tag65.xml" ContentType="application/vnd.openxmlformats-officedocument.presentationml.tags+xml"/>
  <Override PartName="/ppt/tags/tag221.xml" ContentType="application/vnd.openxmlformats-officedocument.presentationml.tags+xml"/>
  <Override PartName="/ppt/tags/tag552.xml" ContentType="application/vnd.openxmlformats-officedocument.presentationml.tags+xml"/>
  <Override PartName="/ppt/tags/tag697.xml" ContentType="application/vnd.openxmlformats-officedocument.presentationml.tags+xml"/>
  <Override PartName="/ppt/tags/tag883.xml" ContentType="application/vnd.openxmlformats-officedocument.presentationml.tags+xml"/>
  <Override PartName="/ppt/tags/tag90.xml" ContentType="application/vnd.openxmlformats-officedocument.presentationml.tags+xml"/>
  <Override PartName="/ppt/tags/tag391.xml" ContentType="application/vnd.openxmlformats-officedocument.presentationml.tags+xml"/>
  <Override PartName="/ppt/tags/tag628.xml" ContentType="application/vnd.openxmlformats-officedocument.presentationml.tags+xml"/>
  <Override PartName="/ppt/tags/tag959.xml" ContentType="application/vnd.openxmlformats-officedocument.presentationml.tags+xml"/>
  <Override PartName="/ppt/tags/tag1070.xml" ContentType="application/vnd.openxmlformats-officedocument.presentationml.tags+xml"/>
  <Override PartName="/ppt/notesSlides/notesSlide9.xml" ContentType="application/vnd.openxmlformats-officedocument.presentationml.notesSlide+xml"/>
  <Override PartName="/ppt/tags/tag136.xml" ContentType="application/vnd.openxmlformats-officedocument.presentationml.tags+xml"/>
  <Override PartName="/ppt/tags/tag322.xml" ContentType="application/vnd.openxmlformats-officedocument.presentationml.tags+xml"/>
  <Override PartName="/ppt/tags/tag467.xml" ContentType="application/vnd.openxmlformats-officedocument.presentationml.tags+xml"/>
  <Override PartName="/ppt/tags/tag798.xml" ContentType="application/vnd.openxmlformats-officedocument.presentationml.tags+xml"/>
  <Override PartName="/ppt/tags/tag814.xml" ContentType="application/vnd.openxmlformats-officedocument.presentationml.tags+xml"/>
  <Override PartName="/ppt/tags/tag1146.xml" ContentType="application/vnd.openxmlformats-officedocument.presentationml.tags+xml"/>
  <Override PartName="/ppt/tags/tag21.xml" ContentType="application/vnd.openxmlformats-officedocument.presentationml.tags+xml"/>
  <Override PartName="/ppt/tags/tag161.xml" ContentType="application/vnd.openxmlformats-officedocument.presentationml.tags+xml"/>
  <Override PartName="/ppt/tags/tag653.xml" ContentType="application/vnd.openxmlformats-officedocument.presentationml.tags+xml"/>
  <Override PartName="/ppt/tags/tag984.xml" ContentType="application/vnd.openxmlformats-officedocument.presentationml.tags+xml"/>
  <Override PartName="/ppt/tags/tag1001.xml" ContentType="application/vnd.openxmlformats-officedocument.presentationml.tags+xml"/>
  <Override PartName="/ppt/tags/tag7.xml" ContentType="application/vnd.openxmlformats-officedocument.presentationml.tags+xml"/>
  <Override PartName="/ppt/tags/tag492.xml" ContentType="application/vnd.openxmlformats-officedocument.presentationml.tags+xml"/>
  <Override PartName="/ppt/tags/tag729.xml" ContentType="application/vnd.openxmlformats-officedocument.presentationml.tags+xml"/>
  <Override PartName="/ppt/tags/tag915.xml" ContentType="application/vnd.openxmlformats-officedocument.presentationml.tags+xml"/>
  <Override PartName="/ppt/tags/tag1171.xml" ContentType="application/vnd.openxmlformats-officedocument.presentationml.tags+xml"/>
  <Override PartName="/ppt/tags/tag237.xml" ContentType="application/vnd.openxmlformats-officedocument.presentationml.tags+xml"/>
  <Override PartName="/ppt/tags/tag423.xml" ContentType="application/vnd.openxmlformats-officedocument.presentationml.tags+xml"/>
  <Override PartName="/ppt/tags/tag568.xml" ContentType="application/vnd.openxmlformats-officedocument.presentationml.tags+xml"/>
  <Override PartName="/ppt/tags/tag754.xml" ContentType="application/vnd.openxmlformats-officedocument.presentationml.tags+xml"/>
  <Override PartName="/ppt/tags/tag899.xml" ContentType="application/vnd.openxmlformats-officedocument.presentationml.tags+xml"/>
  <Override PartName="/ppt/tags/tag1102.xml" ContentType="application/vnd.openxmlformats-officedocument.presentationml.tags+xml"/>
  <Override PartName="/ppt/slides/slide24.xml" ContentType="application/vnd.openxmlformats-officedocument.presentationml.slide+xml"/>
  <Override PartName="/ppt/tags/tag262.xml" ContentType="application/vnd.openxmlformats-officedocument.presentationml.tags+xml"/>
  <Override PartName="/ppt/tags/tag593.xml" ContentType="application/vnd.openxmlformats-officedocument.presentationml.tags+xml"/>
  <Override PartName="/ppt/tags/tag940.xml" ContentType="application/vnd.openxmlformats-officedocument.presentationml.tags+xml"/>
  <Override PartName="/ppt/tags/tag1086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37.xml" ContentType="application/vnd.openxmlformats-officedocument.presentationml.tags+xml"/>
  <Override PartName="/ppt/tags/tag338.xml" ContentType="application/vnd.openxmlformats-officedocument.presentationml.tags+xml"/>
  <Override PartName="/ppt/tags/tag669.xml" ContentType="application/vnd.openxmlformats-officedocument.presentationml.tags+xml"/>
  <Override PartName="/ppt/tags/tag1017.xml" ContentType="application/vnd.openxmlformats-officedocument.presentationml.tags+xml"/>
  <Override PartName="/ppt/tags/tag177.xml" ContentType="application/vnd.openxmlformats-officedocument.presentationml.tags+xml"/>
  <Override PartName="/ppt/tags/tag524.xml" ContentType="application/vnd.openxmlformats-officedocument.presentationml.tags+xml"/>
  <Override PartName="/ppt/tags/tag710.xml" ContentType="application/vnd.openxmlformats-officedocument.presentationml.tags+xml"/>
  <Override PartName="/ppt/tags/tag855.xml" ContentType="application/vnd.openxmlformats-officedocument.presentationml.tags+xml"/>
  <Override PartName="/ppt/tags/tag1203.xml" ContentType="application/vnd.openxmlformats-officedocument.presentationml.tags+xml"/>
  <Override PartName="/ppt/tags/tag15.xml" ContentType="application/vnd.openxmlformats-officedocument.presentationml.tags+xml"/>
  <Override PartName="/ppt/tags/tag62.xml" ContentType="application/vnd.openxmlformats-officedocument.presentationml.tags+xml"/>
  <Override PartName="/ppt/tags/tag316.xml" ContentType="application/vnd.openxmlformats-officedocument.presentationml.tags+xml"/>
  <Override PartName="/ppt/tags/tag363.xml" ContentType="application/vnd.openxmlformats-officedocument.presentationml.tags+xml"/>
  <Override PartName="/ppt/tags/tag502.xml" ContentType="application/vnd.openxmlformats-officedocument.presentationml.tags+xml"/>
  <Override PartName="/ppt/tags/tag647.xml" ContentType="application/vnd.openxmlformats-officedocument.presentationml.tags+xml"/>
  <Override PartName="/ppt/tags/tag694.xml" ContentType="application/vnd.openxmlformats-officedocument.presentationml.tags+xml"/>
  <Override PartName="/ppt/tags/tag978.xml" ContentType="application/vnd.openxmlformats-officedocument.presentationml.tags+xml"/>
  <Override PartName="/ppt/tags/tag1042.xml" ContentType="application/vnd.openxmlformats-officedocument.presentationml.tags+xml"/>
  <Override PartName="/ppt/tags/tag1187.xml" ContentType="application/vnd.openxmlformats-officedocument.presentationml.tags+xml"/>
  <Override PartName="/ppt/tags/tag40.xml" ContentType="application/vnd.openxmlformats-officedocument.presentationml.tags+xml"/>
  <Override PartName="/ppt/tags/tag108.xml" ContentType="application/vnd.openxmlformats-officedocument.presentationml.tags+xml"/>
  <Override PartName="/ppt/tags/tag155.xml" ContentType="application/vnd.openxmlformats-officedocument.presentationml.tags+xml"/>
  <Override PartName="/ppt/tags/tag341.xml" ContentType="application/vnd.openxmlformats-officedocument.presentationml.tags+xml"/>
  <Override PartName="/ppt/tags/tag439.xml" ContentType="application/vnd.openxmlformats-officedocument.presentationml.tags+xml"/>
  <Override PartName="/ppt/notesSlides/notesSlide6.xml" ContentType="application/vnd.openxmlformats-officedocument.presentationml.notesSlide+xml"/>
  <Override PartName="/ppt/tags/tag486.xml" ContentType="application/vnd.openxmlformats-officedocument.presentationml.tags+xml"/>
  <Override PartName="/ppt/tags/tag833.xml" ContentType="application/vnd.openxmlformats-officedocument.presentationml.tags+xml"/>
  <Override PartName="/ppt/tags/tag880.xml" ContentType="application/vnd.openxmlformats-officedocument.presentationml.tags+xml"/>
  <Override PartName="/ppt/tags/tag1020.xml" ContentType="application/vnd.openxmlformats-officedocument.presentationml.tags+xml"/>
  <Override PartName="/ppt/tags/tag1118.xml" ContentType="application/vnd.openxmlformats-officedocument.presentationml.tags+xml"/>
  <Override PartName="/ppt/tags/tag1165.xml" ContentType="application/vnd.openxmlformats-officedocument.presentationml.tags+xml"/>
  <Override PartName="/ppt/tags/tag133.xml" ContentType="application/vnd.openxmlformats-officedocument.presentationml.tags+xml"/>
  <Override PartName="/ppt/tags/tag180.xml" ContentType="application/vnd.openxmlformats-officedocument.presentationml.tags+xml"/>
  <Override PartName="/ppt/tags/tag278.xml" ContentType="application/vnd.openxmlformats-officedocument.presentationml.tags+xml"/>
  <Override PartName="/ppt/tags/tag417.xml" ContentType="application/vnd.openxmlformats-officedocument.presentationml.tags+xml"/>
  <Override PartName="/ppt/tags/tag625.xml" ContentType="application/vnd.openxmlformats-officedocument.presentationml.tags+xml"/>
  <Override PartName="/ppt/tags/tag672.xml" ContentType="application/vnd.openxmlformats-officedocument.presentationml.tags+xml"/>
  <Override PartName="/ppt/tags/tag811.xml" ContentType="application/vnd.openxmlformats-officedocument.presentationml.tags+xml"/>
  <Override PartName="/ppt/tags/tag909.xml" ContentType="application/vnd.openxmlformats-officedocument.presentationml.tags+xml"/>
  <Override PartName="/ppt/tags/tag956.xml" ContentType="application/vnd.openxmlformats-officedocument.presentationml.tags+xml"/>
  <Override PartName="/ppt/tags/tag209.xml" ContentType="application/vnd.openxmlformats-officedocument.presentationml.tags+xml"/>
  <Override PartName="/ppt/tags/tag256.xml" ContentType="application/vnd.openxmlformats-officedocument.presentationml.tags+xml"/>
  <Override PartName="/ppt/tags/tag464.xml" ContentType="application/vnd.openxmlformats-officedocument.presentationml.tags+xml"/>
  <Override PartName="/ppt/tags/tag603.xml" ContentType="application/vnd.openxmlformats-officedocument.presentationml.tags+xml"/>
  <Override PartName="/ppt/tags/tag650.xml" ContentType="application/vnd.openxmlformats-officedocument.presentationml.tags+xml"/>
  <Override PartName="/ppt/tags/tag748.xml" ContentType="application/vnd.openxmlformats-officedocument.presentationml.tags+xml"/>
  <Override PartName="/ppt/tags/tag795.xml" ContentType="application/vnd.openxmlformats-officedocument.presentationml.tags+xml"/>
  <Override PartName="/ppt/tags/tag934.xml" ContentType="application/vnd.openxmlformats-officedocument.presentationml.tags+xml"/>
  <Override PartName="/ppt/tags/tag981.xml" ContentType="application/vnd.openxmlformats-officedocument.presentationml.tags+xml"/>
  <Override PartName="/ppt/tags/tag1143.xml" ContentType="application/vnd.openxmlformats-officedocument.presentationml.tags+xml"/>
  <Override PartName="/ppt/tags/tag1190.xml" ContentType="application/vnd.openxmlformats-officedocument.presentationml.tags+xml"/>
  <Override PartName="/ppt/slides/slide18.xml" ContentType="application/vnd.openxmlformats-officedocument.presentationml.slide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tags/tag111.xml" ContentType="application/vnd.openxmlformats-officedocument.presentationml.tags+xml"/>
  <Override PartName="/ppt/tags/tag442.xml" ContentType="application/vnd.openxmlformats-officedocument.presentationml.tags+xml"/>
  <Override PartName="/ppt/tags/tag587.xml" ContentType="application/vnd.openxmlformats-officedocument.presentationml.tags+xml"/>
  <Override PartName="/ppt/tags/tag726.xml" ContentType="application/vnd.openxmlformats-officedocument.presentationml.tags+xml"/>
  <Override PartName="/ppt/tags/tag773.xml" ContentType="application/vnd.openxmlformats-officedocument.presentationml.tags+xml"/>
  <Override PartName="/ppt/tags/tag1121.xml" ContentType="application/vnd.openxmlformats-officedocument.presentationml.tags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tags/tag78.xml" ContentType="application/vnd.openxmlformats-officedocument.presentationml.tags+xml"/>
  <Override PartName="/ppt/tags/tag234.xml" ContentType="application/vnd.openxmlformats-officedocument.presentationml.tags+xml"/>
  <Override PartName="/ppt/tags/tag281.xml" ContentType="application/vnd.openxmlformats-officedocument.presentationml.tags+xml"/>
  <Override PartName="/ppt/tags/tag379.xml" ContentType="application/vnd.openxmlformats-officedocument.presentationml.tags+xml"/>
  <Override PartName="/ppt/tags/tag518.xml" ContentType="application/vnd.openxmlformats-officedocument.presentationml.tags+xml"/>
  <Override PartName="/ppt/tags/tag565.xml" ContentType="application/vnd.openxmlformats-officedocument.presentationml.tags+xml"/>
  <Override PartName="/ppt/tags/tag849.xml" ContentType="application/vnd.openxmlformats-officedocument.presentationml.tags+xml"/>
  <Override PartName="/ppt/tags/tag896.xml" ContentType="application/vnd.openxmlformats-officedocument.presentationml.tags+xml"/>
  <Override PartName="/ppt/tags/tag912.xml" ContentType="application/vnd.openxmlformats-officedocument.presentationml.tags+xml"/>
  <Override PartName="/ppt/tags/tag1058.xml" ContentType="application/vnd.openxmlformats-officedocument.presentationml.tags+xml"/>
  <Override PartName="/ppt/tags/tag56.xml" ContentType="application/vnd.openxmlformats-officedocument.presentationml.tags+xml"/>
  <Override PartName="/ppt/tags/tag357.xml" ContentType="application/vnd.openxmlformats-officedocument.presentationml.tags+xml"/>
  <Override PartName="/ppt/tags/tag420.xml" ContentType="application/vnd.openxmlformats-officedocument.presentationml.tags+xml"/>
  <Override PartName="/ppt/tags/tag688.xml" ContentType="application/vnd.openxmlformats-officedocument.presentationml.tags+xml"/>
  <Override PartName="/ppt/tags/tag704.xml" ContentType="application/vnd.openxmlformats-officedocument.presentationml.tags+xml"/>
  <Override PartName="/ppt/tags/tag751.xml" ContentType="application/vnd.openxmlformats-officedocument.presentationml.tags+xml"/>
  <Override PartName="/ppt/tags/tag1036.xml" ContentType="application/vnd.openxmlformats-officedocument.presentationml.tags+xml"/>
  <Override PartName="/ppt/tags/tag1083.xml" ContentType="application/vnd.openxmlformats-officedocument.presentationml.tags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tags/tag149.xml" ContentType="application/vnd.openxmlformats-officedocument.presentationml.tags+xml"/>
  <Override PartName="/ppt/tags/tag196.xml" ContentType="application/vnd.openxmlformats-officedocument.presentationml.tags+xml"/>
  <Override PartName="/ppt/tags/tag212.xml" ContentType="application/vnd.openxmlformats-officedocument.presentationml.tags+xml"/>
  <Override PartName="/ppt/tags/tag543.xml" ContentType="application/vnd.openxmlformats-officedocument.presentationml.tags+xml"/>
  <Override PartName="/ppt/tags/tag590.xml" ContentType="application/vnd.openxmlformats-officedocument.presentationml.tags+xml"/>
  <Override PartName="/ppt/tags/tag827.xml" ContentType="application/vnd.openxmlformats-officedocument.presentationml.tags+xml"/>
  <Override PartName="/ppt/tags/tag874.xml" ContentType="application/vnd.openxmlformats-officedocument.presentationml.tags+xml"/>
  <Override PartName="/ppt/tags/tag1159.xml" ContentType="application/vnd.openxmlformats-officedocument.presentationml.tags+xml"/>
  <Override PartName="/ppt/tags/tag34.xml" ContentType="application/vnd.openxmlformats-officedocument.presentationml.tags+xml"/>
  <Override PartName="/ppt/tags/tag81.xml" ContentType="application/vnd.openxmlformats-officedocument.presentationml.tags+xml"/>
  <Override PartName="/ppt/tags/tag335.xml" ContentType="application/vnd.openxmlformats-officedocument.presentationml.tags+xml"/>
  <Override PartName="/ppt/tags/tag382.xml" ContentType="application/vnd.openxmlformats-officedocument.presentationml.tags+xml"/>
  <Override PartName="/ppt/tags/tag521.xml" ContentType="application/vnd.openxmlformats-officedocument.presentationml.tags+xml"/>
  <Override PartName="/ppt/tags/tag619.xml" ContentType="application/vnd.openxmlformats-officedocument.presentationml.tags+xml"/>
  <Override PartName="/ppt/tags/tag666.xml" ContentType="application/vnd.openxmlformats-officedocument.presentationml.tags+xml"/>
  <Override PartName="/ppt/tags/tag805.xml" ContentType="application/vnd.openxmlformats-officedocument.presentationml.tags+xml"/>
  <Override PartName="/ppt/tags/tag852.xml" ContentType="application/vnd.openxmlformats-officedocument.presentationml.tags+xml"/>
  <Override PartName="/ppt/tags/tag997.xml" ContentType="application/vnd.openxmlformats-officedocument.presentationml.tags+xml"/>
  <Override PartName="/ppt/tags/tag1014.xml" ContentType="application/vnd.openxmlformats-officedocument.presentationml.tags+xml"/>
  <Override PartName="/ppt/tags/tag1061.xml" ContentType="application/vnd.openxmlformats-officedocument.presentationml.tags+xml"/>
  <Override PartName="/ppt/tags/tag1200.xml" ContentType="application/vnd.openxmlformats-officedocument.presentationml.tags+xml"/>
  <Override PartName="/ppt/tags/tag12.xml" ContentType="application/vnd.openxmlformats-officedocument.presentationml.tags+xml"/>
  <Override PartName="/ppt/tags/tag127.xml" ContentType="application/vnd.openxmlformats-officedocument.presentationml.tags+xml"/>
  <Override PartName="/ppt/tags/tag174.xml" ContentType="application/vnd.openxmlformats-officedocument.presentationml.tags+xml"/>
  <Override PartName="/ppt/tags/tag313.xml" ContentType="application/vnd.openxmlformats-officedocument.presentationml.tags+xml"/>
  <Override PartName="/ppt/tags/tag360.xml" ContentType="application/vnd.openxmlformats-officedocument.presentationml.tags+xml"/>
  <Override PartName="/ppt/tags/tag458.xml" ContentType="application/vnd.openxmlformats-officedocument.presentationml.tags+xml"/>
  <Override PartName="/ppt/tags/tag644.xml" ContentType="application/vnd.openxmlformats-officedocument.presentationml.tags+xml"/>
  <Override PartName="/ppt/tags/tag691.xml" ContentType="application/vnd.openxmlformats-officedocument.presentationml.tags+xml"/>
  <Override PartName="/ppt/tags/tag789.xml" ContentType="application/vnd.openxmlformats-officedocument.presentationml.tags+xml"/>
  <Override PartName="/ppt/tags/tag1137.xml" ContentType="application/vnd.openxmlformats-officedocument.presentationml.tags+xml"/>
  <Override PartName="/ppt/tags/tag1184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105.xml" ContentType="application/vnd.openxmlformats-officedocument.presentationml.tags+xml"/>
  <Override PartName="/ppt/tags/tag152.xml" ContentType="application/vnd.openxmlformats-officedocument.presentationml.tags+xml"/>
  <Override PartName="/ppt/tags/tag297.xml" ContentType="application/vnd.openxmlformats-officedocument.presentationml.tags+xml"/>
  <Override PartName="/ppt/tags/tag436.xml" ContentType="application/vnd.openxmlformats-officedocument.presentationml.tags+xml"/>
  <Override PartName="/ppt/tags/tag483.xml" ContentType="application/vnd.openxmlformats-officedocument.presentationml.tags+xml"/>
  <Override PartName="/ppt/tags/tag830.xml" ContentType="application/vnd.openxmlformats-officedocument.presentationml.tags+xml"/>
  <Override PartName="/ppt/tags/tag928.xml" ContentType="application/vnd.openxmlformats-officedocument.presentationml.tags+xml"/>
  <Override PartName="/ppt/tags/tag975.xml" ContentType="application/vnd.openxmlformats-officedocument.presentationml.tags+xml"/>
  <Override PartName="/ppt/tags/tag1115.xml" ContentType="application/vnd.openxmlformats-officedocument.presentationml.tags+xml"/>
  <Override PartName="/ppt/tags/tag1162.xml" ContentType="application/vnd.openxmlformats-officedocument.presentationml.tags+xml"/>
  <Override PartName="/ppt/notesSlides/notesSlide3.xml" ContentType="application/vnd.openxmlformats-officedocument.presentationml.notesSlide+xml"/>
  <Override PartName="/ppt/tags/tag228.xml" ContentType="application/vnd.openxmlformats-officedocument.presentationml.tags+xml"/>
  <Override PartName="/ppt/tags/tag275.xml" ContentType="application/vnd.openxmlformats-officedocument.presentationml.tags+xml"/>
  <Override PartName="/ppt/tags/tag622.xml" ContentType="application/vnd.openxmlformats-officedocument.presentationml.tags+xml"/>
  <Override PartName="/ppt/tags/tag767.xml" ContentType="application/vnd.openxmlformats-officedocument.presentationml.tags+xml"/>
  <Override PartName="/ppt/tags/tag906.xml" ContentType="application/vnd.openxmlformats-officedocument.presentationml.tags+xml"/>
  <Override PartName="/ppt/tags/tag953.xml" ContentType="application/vnd.openxmlformats-officedocument.presentationml.tags+xml"/>
  <Override PartName="/ppt/tags/tag1099.xml" ContentType="application/vnd.openxmlformats-officedocument.presentationml.tags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ags/tag130.xml" ContentType="application/vnd.openxmlformats-officedocument.presentationml.tags+xml"/>
  <Override PartName="/ppt/tags/tag414.xml" ContentType="application/vnd.openxmlformats-officedocument.presentationml.tags+xml"/>
  <Override PartName="/ppt/tags/tag461.xml" ContentType="application/vnd.openxmlformats-officedocument.presentationml.tags+xml"/>
  <Override PartName="/ppt/tags/tag559.xml" ContentType="application/vnd.openxmlformats-officedocument.presentationml.tags+xml"/>
  <Override PartName="/ppt/tags/tag600.xml" ContentType="application/vnd.openxmlformats-officedocument.presentationml.tags+xml"/>
  <Override PartName="/ppt/tags/tag745.xml" ContentType="application/vnd.openxmlformats-officedocument.presentationml.tags+xml"/>
  <Override PartName="/ppt/tags/tag792.xml" ContentType="application/vnd.openxmlformats-officedocument.presentationml.tags+xml"/>
  <Override PartName="/ppt/tags/tag1140.xml" ContentType="application/vnd.openxmlformats-officedocument.presentationml.tags+xml"/>
  <Override PartName="/ppt/slides/slide15.xml" ContentType="application/vnd.openxmlformats-officedocument.presentationml.slide+xml"/>
  <Override PartName="/ppt/tags/tag97.xml" ContentType="application/vnd.openxmlformats-officedocument.presentationml.tags+xml"/>
  <Override PartName="/ppt/tags/tag206.xml" ContentType="application/vnd.openxmlformats-officedocument.presentationml.tags+xml"/>
  <Override PartName="/ppt/tags/tag253.xml" ContentType="application/vnd.openxmlformats-officedocument.presentationml.tags+xml"/>
  <Override PartName="/ppt/tags/tag398.xml" ContentType="application/vnd.openxmlformats-officedocument.presentationml.tags+xml"/>
  <Override PartName="/ppt/tags/tag537.xml" ContentType="application/vnd.openxmlformats-officedocument.presentationml.tags+xml"/>
  <Override PartName="/ppt/tags/tag584.xml" ContentType="application/vnd.openxmlformats-officedocument.presentationml.tags+xml"/>
  <Override PartName="/ppt/tags/tag868.xml" ContentType="application/vnd.openxmlformats-officedocument.presentationml.tags+xml"/>
  <Override PartName="/ppt/tags/tag931.xml" ContentType="application/vnd.openxmlformats-officedocument.presentationml.tags+xml"/>
  <Override PartName="/ppt/tags/tag1077.xml" ContentType="application/vnd.openxmlformats-officedocument.presentationml.tags+xml"/>
  <Override PartName="/ppt/tags/tag1216.xml" ContentType="application/vnd.openxmlformats-officedocument.presentationml.tags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75.xml" ContentType="application/vnd.openxmlformats-officedocument.presentationml.tags+xml"/>
  <Override PartName="/ppt/tags/tag231.xml" ContentType="application/vnd.openxmlformats-officedocument.presentationml.tags+xml"/>
  <Override PartName="/ppt/tags/tag329.xml" ContentType="application/vnd.openxmlformats-officedocument.presentationml.tags+xml"/>
  <Override PartName="/ppt/tags/tag376.xml" ContentType="application/vnd.openxmlformats-officedocument.presentationml.tags+xml"/>
  <Override PartName="/ppt/tags/tag723.xml" ContentType="application/vnd.openxmlformats-officedocument.presentationml.tags+xml"/>
  <Override PartName="/ppt/tags/tag770.xml" ContentType="application/vnd.openxmlformats-officedocument.presentationml.tags+xml"/>
  <Override PartName="/ppt/tags/tag1008.xml" ContentType="application/vnd.openxmlformats-officedocument.presentationml.tags+xml"/>
  <Override PartName="/ppt/tags/tag1055.xml" ContentType="application/vnd.openxmlformats-officedocument.presentationml.tags+xml"/>
  <Override PartName="/ppt/slides/slide40.xml" ContentType="application/vnd.openxmlformats-officedocument.presentationml.slide+xml"/>
  <Override PartName="/ppt/tags/tag168.xml" ContentType="application/vnd.openxmlformats-officedocument.presentationml.tags+xml"/>
  <Override PartName="/ppt/tags/tag499.xml" ContentType="application/vnd.openxmlformats-officedocument.presentationml.tags+xml"/>
  <Override PartName="/ppt/tags/tag515.xml" ContentType="application/vnd.openxmlformats-officedocument.presentationml.tags+xml"/>
  <Override PartName="/ppt/tags/tag562.xml" ContentType="application/vnd.openxmlformats-officedocument.presentationml.tags+xml"/>
  <Override PartName="/ppt/tags/tag701.xml" ContentType="application/vnd.openxmlformats-officedocument.presentationml.tags+xml"/>
  <Override PartName="/ppt/tags/tag846.xml" ContentType="application/vnd.openxmlformats-officedocument.presentationml.tags+xml"/>
  <Override PartName="/ppt/tags/tag893.xml" ContentType="application/vnd.openxmlformats-officedocument.presentationml.tags+xml"/>
  <Override PartName="/ppt/tags/tag1178.xml" ContentType="application/vnd.openxmlformats-officedocument.presentationml.tags+xml"/>
  <Override PartName="/ppt/tags/tag53.xml" ContentType="application/vnd.openxmlformats-officedocument.presentationml.tags+xml"/>
  <Override PartName="/ppt/tags/tag307.xml" ContentType="application/vnd.openxmlformats-officedocument.presentationml.tags+xml"/>
  <Override PartName="/ppt/tags/tag354.xml" ContentType="application/vnd.openxmlformats-officedocument.presentationml.tags+xml"/>
  <Override PartName="/ppt/tags/tag540.xml" ContentType="application/vnd.openxmlformats-officedocument.presentationml.tags+xml"/>
  <Override PartName="/ppt/tags/tag638.xml" ContentType="application/vnd.openxmlformats-officedocument.presentationml.tags+xml"/>
  <Override PartName="/ppt/tags/tag685.xml" ContentType="application/vnd.openxmlformats-officedocument.presentationml.tags+xml"/>
  <Override PartName="/ppt/tags/tag824.xml" ContentType="application/vnd.openxmlformats-officedocument.presentationml.tags+xml"/>
  <Override PartName="/ppt/tags/tag871.xml" ContentType="application/vnd.openxmlformats-officedocument.presentationml.tags+xml"/>
  <Override PartName="/ppt/tags/tag969.xml" ContentType="application/vnd.openxmlformats-officedocument.presentationml.tags+xml"/>
  <Override PartName="/ppt/tags/tag1033.xml" ContentType="application/vnd.openxmlformats-officedocument.presentationml.tags+xml"/>
  <Override PartName="/ppt/tags/tag1080.xml" ContentType="application/vnd.openxmlformats-officedocument.presentationml.tags+xml"/>
  <Override PartName="/ppt/tags/tag31.xml" ContentType="application/vnd.openxmlformats-officedocument.presentationml.tags+xml"/>
  <Override PartName="/ppt/tags/tag146.xml" ContentType="application/vnd.openxmlformats-officedocument.presentationml.tags+xml"/>
  <Override PartName="/ppt/tags/tag193.xml" ContentType="application/vnd.openxmlformats-officedocument.presentationml.tags+xml"/>
  <Override PartName="/ppt/tags/tag332.xml" ContentType="application/vnd.openxmlformats-officedocument.presentationml.tags+xml"/>
  <Override PartName="/ppt/tags/tag477.xml" ContentType="application/vnd.openxmlformats-officedocument.presentationml.tags+xml"/>
  <Override PartName="/ppt/tags/tag616.xml" ContentType="application/vnd.openxmlformats-officedocument.presentationml.tags+xml"/>
  <Override PartName="/ppt/tags/tag663.xml" ContentType="application/vnd.openxmlformats-officedocument.presentationml.tags+xml"/>
  <Override PartName="/ppt/tags/tag1011.xml" ContentType="application/vnd.openxmlformats-officedocument.presentationml.tags+xml"/>
  <Override PartName="/ppt/tags/tag1109.xml" ContentType="application/vnd.openxmlformats-officedocument.presentationml.tags+xml"/>
  <Override PartName="/ppt/tags/tag1156.xml" ContentType="application/vnd.openxmlformats-officedocument.presentationml.tags+xml"/>
  <Override PartName="/ppt/tags/tag124.xml" ContentType="application/vnd.openxmlformats-officedocument.presentationml.tags+xml"/>
  <Override PartName="/ppt/tags/tag171.xml" ContentType="application/vnd.openxmlformats-officedocument.presentationml.tags+xml"/>
  <Override PartName="/ppt/tags/tag269.xml" ContentType="application/vnd.openxmlformats-officedocument.presentationml.tags+xml"/>
  <Override PartName="/ppt/tags/tag408.xml" ContentType="application/vnd.openxmlformats-officedocument.presentationml.tags+xml"/>
  <Override PartName="/ppt/tags/tag455.xml" ContentType="application/vnd.openxmlformats-officedocument.presentationml.tags+xml"/>
  <Override PartName="/ppt/tags/tag739.xml" ContentType="application/vnd.openxmlformats-officedocument.presentationml.tags+xml"/>
  <Override PartName="/ppt/tags/tag802.xml" ContentType="application/vnd.openxmlformats-officedocument.presentationml.tags+xml"/>
  <Override PartName="/ppt/tags/tag947.xml" ContentType="application/vnd.openxmlformats-officedocument.presentationml.tags+xml"/>
  <Override PartName="/ppt/tags/tag994.xml" ContentType="application/vnd.openxmlformats-officedocument.presentationml.tags+xml"/>
  <Override PartName="/ppt/tags/tag1134.xml" ContentType="application/vnd.openxmlformats-officedocument.presentationml.tags+xml"/>
  <Override PartName="/ppt/tags/tag1181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247.xml" ContentType="application/vnd.openxmlformats-officedocument.presentationml.tags+xml"/>
  <Override PartName="/ppt/tags/tag294.xml" ContentType="application/vnd.openxmlformats-officedocument.presentationml.tags+xml"/>
  <Override PartName="/ppt/tags/tag310.xml" ContentType="application/vnd.openxmlformats-officedocument.presentationml.tags+xml"/>
  <Override PartName="/ppt/tags/tag578.xml" ContentType="application/vnd.openxmlformats-officedocument.presentationml.tags+xml"/>
  <Override PartName="/ppt/tags/tag641.xml" ContentType="application/vnd.openxmlformats-officedocument.presentationml.tags+xml"/>
  <Override PartName="/ppt/tags/tag786.xml" ContentType="application/vnd.openxmlformats-officedocument.presentationml.tags+xml"/>
  <Override PartName="/ppt/tags/tag925.xml" ContentType="application/vnd.openxmlformats-officedocument.presentationml.tags+xml"/>
  <Override PartName="/ppt/tags/tag972.xml" ContentType="application/vnd.openxmlformats-officedocument.presentationml.tags+xml"/>
  <Override PartName="/ppt/slideMasters/slideMaster1.xml" ContentType="application/vnd.openxmlformats-officedocument.presentationml.slideMaster+xml"/>
  <Override PartName="/ppt/tags/tag102.xml" ContentType="application/vnd.openxmlformats-officedocument.presentationml.tags+xml"/>
  <Override PartName="/ppt/tags/tag433.xml" ContentType="application/vnd.openxmlformats-officedocument.presentationml.tags+xml"/>
  <Override PartName="/ppt/tags/tag480.xml" ContentType="application/vnd.openxmlformats-officedocument.presentationml.tags+xml"/>
  <Override PartName="/ppt/tags/tag717.xml" ContentType="application/vnd.openxmlformats-officedocument.presentationml.tags+xml"/>
  <Override PartName="/ppt/tags/tag764.xml" ContentType="application/vnd.openxmlformats-officedocument.presentationml.tags+xml"/>
  <Override PartName="/ppt/tags/tag1112.xml" ContentType="application/vnd.openxmlformats-officedocument.presentationml.tags+xml"/>
  <Override PartName="/ppt/slides/slide34.xml" ContentType="application/vnd.openxmlformats-officedocument.presentationml.slide+xml"/>
  <Override PartName="/ppt/tags/tag69.xml" ContentType="application/vnd.openxmlformats-officedocument.presentationml.tags+xml"/>
  <Override PartName="/ppt/tags/tag225.xml" ContentType="application/vnd.openxmlformats-officedocument.presentationml.tags+xml"/>
  <Override PartName="/ppt/tags/tag272.xml" ContentType="application/vnd.openxmlformats-officedocument.presentationml.tags+xml"/>
  <Override PartName="/ppt/tags/tag411.xml" ContentType="application/vnd.openxmlformats-officedocument.presentationml.tags+xml"/>
  <Override PartName="/ppt/tags/tag509.xml" ContentType="application/vnd.openxmlformats-officedocument.presentationml.tags+xml"/>
  <Override PartName="/ppt/tags/tag556.xml" ContentType="application/vnd.openxmlformats-officedocument.presentationml.tags+xml"/>
  <Override PartName="/ppt/tags/tag887.xml" ContentType="application/vnd.openxmlformats-officedocument.presentationml.tags+xml"/>
  <Override PartName="/ppt/tags/tag903.xml" ContentType="application/vnd.openxmlformats-officedocument.presentationml.tags+xml"/>
  <Override PartName="/ppt/tags/tag950.xml" ContentType="application/vnd.openxmlformats-officedocument.presentationml.tags+xml"/>
  <Override PartName="/ppt/tags/tag1049.xml" ContentType="application/vnd.openxmlformats-officedocument.presentationml.tags+xml"/>
  <Override PartName="/ppt/tags/tag1096.xml" ContentType="application/vnd.openxmlformats-officedocument.presentationml.tags+xml"/>
  <Default Extension="rels" ContentType="application/vnd.openxmlformats-package.relationships+xml"/>
  <Override PartName="/ppt/tags/tag47.xml" ContentType="application/vnd.openxmlformats-officedocument.presentationml.tags+xml"/>
  <Override PartName="/ppt/tags/tag94.xml" ContentType="application/vnd.openxmlformats-officedocument.presentationml.tags+xml"/>
  <Override PartName="/ppt/tags/tag203.xml" ContentType="application/vnd.openxmlformats-officedocument.presentationml.tags+xml"/>
  <Override PartName="/ppt/tags/tag250.xml" ContentType="application/vnd.openxmlformats-officedocument.presentationml.tags+xml"/>
  <Override PartName="/ppt/tags/tag348.xml" ContentType="application/vnd.openxmlformats-officedocument.presentationml.tags+xml"/>
  <Override PartName="/ppt/tags/tag395.xml" ContentType="application/vnd.openxmlformats-officedocument.presentationml.tags+xml"/>
  <Override PartName="/ppt/tags/tag679.xml" ContentType="application/vnd.openxmlformats-officedocument.presentationml.tags+xml"/>
  <Override PartName="/ppt/tags/tag742.xml" ContentType="application/vnd.openxmlformats-officedocument.presentationml.tags+xml"/>
  <Override PartName="/ppt/tags/tag1027.xml" ContentType="application/vnd.openxmlformats-officedocument.presentationml.tags+xml"/>
  <Override PartName="/ppt/tags/tag1074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7.xml" ContentType="application/vnd.openxmlformats-officedocument.presentationml.tags+xml"/>
  <Override PartName="/ppt/tags/tag534.xml" ContentType="application/vnd.openxmlformats-officedocument.presentationml.tags+xml"/>
  <Override PartName="/ppt/tags/tag581.xml" ContentType="application/vnd.openxmlformats-officedocument.presentationml.tags+xml"/>
  <Override PartName="/ppt/tags/tag720.xml" ContentType="application/vnd.openxmlformats-officedocument.presentationml.tags+xml"/>
  <Override PartName="/ppt/tags/tag818.xml" ContentType="application/vnd.openxmlformats-officedocument.presentationml.tags+xml"/>
  <Override PartName="/ppt/tags/tag865.xml" ContentType="application/vnd.openxmlformats-officedocument.presentationml.tags+xml"/>
  <Override PartName="/ppt/tags/tag1197.xml" ContentType="application/vnd.openxmlformats-officedocument.presentationml.tags+xml"/>
  <Override PartName="/ppt/tags/tag1213.xml" ContentType="application/vnd.openxmlformats-officedocument.presentationml.tags+xml"/>
  <Override PartName="/ppt/tags/tag25.xml" ContentType="application/vnd.openxmlformats-officedocument.presentationml.tags+xml"/>
  <Override PartName="/ppt/tags/tag72.xml" ContentType="application/vnd.openxmlformats-officedocument.presentationml.tags+xml"/>
  <Override PartName="/ppt/tags/tag118.xml" ContentType="application/vnd.openxmlformats-officedocument.presentationml.tags+xml"/>
  <Override PartName="/ppt/tags/tag165.xml" ContentType="application/vnd.openxmlformats-officedocument.presentationml.tags+xml"/>
  <Override PartName="/ppt/tags/tag326.xml" ContentType="application/vnd.openxmlformats-officedocument.presentationml.tags+xml"/>
  <Override PartName="/ppt/tags/tag373.xml" ContentType="application/vnd.openxmlformats-officedocument.presentationml.tags+xml"/>
  <Override PartName="/ppt/tags/tag512.xml" ContentType="application/vnd.openxmlformats-officedocument.presentationml.tags+xml"/>
  <Override PartName="/ppt/tags/tag657.xml" ContentType="application/vnd.openxmlformats-officedocument.presentationml.tags+xml"/>
  <Override PartName="/ppt/tags/tag843.xml" ContentType="application/vnd.openxmlformats-officedocument.presentationml.tags+xml"/>
  <Override PartName="/ppt/tags/tag890.xml" ContentType="application/vnd.openxmlformats-officedocument.presentationml.tags+xml"/>
  <Override PartName="/ppt/tags/tag988.xml" ContentType="application/vnd.openxmlformats-officedocument.presentationml.tags+xml"/>
  <Override PartName="/ppt/tags/tag1005.xml" ContentType="application/vnd.openxmlformats-officedocument.presentationml.tags+xml"/>
  <Override PartName="/ppt/tags/tag1052.xml" ContentType="application/vnd.openxmlformats-officedocument.presentationml.tags+xml"/>
  <Override PartName="/ppt/tags/tag50.xml" ContentType="application/vnd.openxmlformats-officedocument.presentationml.tags+xml"/>
  <Override PartName="/ppt/tags/tag304.xml" ContentType="application/vnd.openxmlformats-officedocument.presentationml.tags+xml"/>
  <Override PartName="/ppt/tags/tag351.xml" ContentType="application/vnd.openxmlformats-officedocument.presentationml.tags+xml"/>
  <Override PartName="/ppt/tags/tag449.xml" ContentType="application/vnd.openxmlformats-officedocument.presentationml.tags+xml"/>
  <Override PartName="/ppt/tags/tag496.xml" ContentType="application/vnd.openxmlformats-officedocument.presentationml.tags+xml"/>
  <Override PartName="/ppt/tags/tag635.xml" ContentType="application/vnd.openxmlformats-officedocument.presentationml.tags+xml"/>
  <Override PartName="/ppt/tags/tag682.xml" ContentType="application/vnd.openxmlformats-officedocument.presentationml.tags+xml"/>
  <Override PartName="/ppt/tags/tag919.xml" ContentType="application/vnd.openxmlformats-officedocument.presentationml.tags+xml"/>
  <Override PartName="/ppt/tags/tag966.xml" ContentType="application/vnd.openxmlformats-officedocument.presentationml.tags+xml"/>
  <Override PartName="/ppt/tags/tag1030.xml" ContentType="application/vnd.openxmlformats-officedocument.presentationml.tags+xml"/>
  <Override PartName="/ppt/tags/tag1128.xml" ContentType="application/vnd.openxmlformats-officedocument.presentationml.tags+xml"/>
  <Override PartName="/ppt/tags/tag1175.xml" ContentType="application/vnd.openxmlformats-officedocument.presentationml.tags+xml"/>
  <Override PartName="/ppt/tags/tag143.xml" ContentType="application/vnd.openxmlformats-officedocument.presentationml.tags+xml"/>
  <Override PartName="/ppt/tags/tag190.xml" ContentType="application/vnd.openxmlformats-officedocument.presentationml.tags+xml"/>
  <Override PartName="/ppt/tags/tag288.xml" ContentType="application/vnd.openxmlformats-officedocument.presentationml.tags+xml"/>
  <Override PartName="/ppt/tags/tag427.xml" ContentType="application/vnd.openxmlformats-officedocument.presentationml.tags+xml"/>
  <Override PartName="/ppt/tags/tag474.xml" ContentType="application/vnd.openxmlformats-officedocument.presentationml.tags+xml"/>
  <Override PartName="/ppt/tags/tag758.xml" ContentType="application/vnd.openxmlformats-officedocument.presentationml.tags+xml"/>
  <Override PartName="/ppt/tags/tag821.xml" ContentType="application/vnd.openxmlformats-officedocument.presentationml.tags+xml"/>
  <Override PartName="/ppt/tags/tag1106.xml" ContentType="application/vnd.openxmlformats-officedocument.presentationml.tags+xml"/>
  <Override PartName="/ppt/tags/tag1153.xml" ContentType="application/vnd.openxmlformats-officedocument.presentationml.tags+xml"/>
  <Override PartName="/ppt/slides/slide28.xml" ContentType="application/vnd.openxmlformats-officedocument.presentationml.slide+xml"/>
  <Override PartName="/ppt/tags/tag219.xml" ContentType="application/vnd.openxmlformats-officedocument.presentationml.tags+xml"/>
  <Override PartName="/ppt/tags/tag266.xml" ContentType="application/vnd.openxmlformats-officedocument.presentationml.tags+xml"/>
  <Override PartName="/ppt/tags/tag597.xml" ContentType="application/vnd.openxmlformats-officedocument.presentationml.tags+xml"/>
  <Override PartName="/ppt/tags/tag613.xml" ContentType="application/vnd.openxmlformats-officedocument.presentationml.tags+xml"/>
  <Override PartName="/ppt/tags/tag660.xml" ContentType="application/vnd.openxmlformats-officedocument.presentationml.tags+xml"/>
  <Override PartName="/ppt/tags/tag944.xml" ContentType="application/vnd.openxmlformats-officedocument.presentationml.tags+xml"/>
  <Override PartName="/ppt/tags/tag991.xml" ContentType="application/vnd.openxmlformats-officedocument.presentationml.tags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tags/tag121.xml" ContentType="application/vnd.openxmlformats-officedocument.presentationml.tags+xml"/>
  <Override PartName="/ppt/tags/tag389.xml" ContentType="application/vnd.openxmlformats-officedocument.presentationml.tags+xml"/>
  <Override PartName="/ppt/tags/tag405.xml" ContentType="application/vnd.openxmlformats-officedocument.presentationml.tags+xml"/>
  <Override PartName="/ppt/tags/tag452.xml" ContentType="application/vnd.openxmlformats-officedocument.presentationml.tags+xml"/>
  <Override PartName="/ppt/tags/tag736.xml" ContentType="application/vnd.openxmlformats-officedocument.presentationml.tags+xml"/>
  <Override PartName="/ppt/tags/tag783.xml" ContentType="application/vnd.openxmlformats-officedocument.presentationml.tags+xml"/>
  <Override PartName="/ppt/tags/tag922.xml" ContentType="application/vnd.openxmlformats-officedocument.presentationml.tags+xml"/>
  <Override PartName="/ppt/tags/tag1068.xml" ContentType="application/vnd.openxmlformats-officedocument.presentationml.tags+xml"/>
  <Override PartName="/ppt/tags/tag1131.xml" ContentType="application/vnd.openxmlformats-officedocument.presentationml.tags+xml"/>
  <Override PartName="/ppt/slides/slide53.xml" ContentType="application/vnd.openxmlformats-officedocument.presentationml.slide+xml"/>
  <Default Extension="jpeg" ContentType="image/jpeg"/>
  <Override PartName="/ppt/tags/tag88.xml" ContentType="application/vnd.openxmlformats-officedocument.presentationml.tags+xml"/>
  <Override PartName="/ppt/tags/tag244.xml" ContentType="application/vnd.openxmlformats-officedocument.presentationml.tags+xml"/>
  <Override PartName="/ppt/tags/tag291.xml" ContentType="application/vnd.openxmlformats-officedocument.presentationml.tags+xml"/>
  <Override PartName="/ppt/tags/tag430.xml" ContentType="application/vnd.openxmlformats-officedocument.presentationml.tags+xml"/>
  <Override PartName="/ppt/tags/tag528.xml" ContentType="application/vnd.openxmlformats-officedocument.presentationml.tags+xml"/>
  <Override PartName="/ppt/tags/tag575.xml" ContentType="application/vnd.openxmlformats-officedocument.presentationml.tags+xml"/>
  <Override PartName="/ppt/tags/tag714.xml" ContentType="application/vnd.openxmlformats-officedocument.presentationml.tags+xml"/>
  <Override PartName="/ppt/tags/tag761.xml" ContentType="application/vnd.openxmlformats-officedocument.presentationml.tags+xml"/>
  <Override PartName="/ppt/tags/tag859.xml" ContentType="application/vnd.openxmlformats-officedocument.presentationml.tags+xml"/>
  <Override PartName="/ppt/tags/tag1207.xml" ContentType="application/vnd.openxmlformats-officedocument.presentationml.tags+xml"/>
  <Override PartName="/ppt/slides/slide31.xml" ContentType="application/vnd.openxmlformats-officedocument.presentationml.slide+xml"/>
  <Override PartName="/ppt/tags/tag19.xml" ContentType="application/vnd.openxmlformats-officedocument.presentationml.tags+xml"/>
  <Override PartName="/ppt/tags/tag66.xml" ContentType="application/vnd.openxmlformats-officedocument.presentationml.tags+xml"/>
  <Override PartName="/ppt/tags/tag222.xml" ContentType="application/vnd.openxmlformats-officedocument.presentationml.tags+xml"/>
  <Override PartName="/ppt/tags/tag367.xml" ContentType="application/vnd.openxmlformats-officedocument.presentationml.tags+xml"/>
  <Override PartName="/ppt/tags/tag506.xml" ContentType="application/vnd.openxmlformats-officedocument.presentationml.tags+xml"/>
  <Override PartName="/ppt/tags/tag553.xml" ContentType="application/vnd.openxmlformats-officedocument.presentationml.tags+xml"/>
  <Override PartName="/ppt/tags/tag698.xml" ContentType="application/vnd.openxmlformats-officedocument.presentationml.tags+xml"/>
  <Override PartName="/ppt/tags/tag900.xml" ContentType="application/vnd.openxmlformats-officedocument.presentationml.tags+xml"/>
  <Override PartName="/ppt/tags/tag1046.xml" ContentType="application/vnd.openxmlformats-officedocument.presentationml.tags+xml"/>
  <Override PartName="/ppt/tags/tag1093.xml" ContentType="application/vnd.openxmlformats-officedocument.presentationml.tags+xml"/>
  <Override PartName="/ppt/tags/tag159.xml" ContentType="application/vnd.openxmlformats-officedocument.presentationml.tags+xml"/>
  <Override PartName="/ppt/tags/tag345.xml" ContentType="application/vnd.openxmlformats-officedocument.presentationml.tags+xml"/>
  <Override PartName="/ppt/tags/tag392.xml" ContentType="application/vnd.openxmlformats-officedocument.presentationml.tags+xml"/>
  <Override PartName="/ppt/tags/tag837.xml" ContentType="application/vnd.openxmlformats-officedocument.presentationml.tags+xml"/>
  <Override PartName="/ppt/tags/tag884.xml" ContentType="application/vnd.openxmlformats-officedocument.presentationml.tags+xml"/>
  <Override PartName="/ppt/tags/tag1024.xml" ContentType="application/vnd.openxmlformats-officedocument.presentationml.tags+xml"/>
  <Override PartName="/ppt/tags/tag1169.xml" ContentType="application/vnd.openxmlformats-officedocument.presentationml.tags+xml"/>
  <Override PartName="/ppt/tags/tag44.xml" ContentType="application/vnd.openxmlformats-officedocument.presentationml.tags+xml"/>
  <Override PartName="/ppt/tags/tag91.xml" ContentType="application/vnd.openxmlformats-officedocument.presentationml.tags+xml"/>
  <Override PartName="/ppt/tags/tag137.xml" ContentType="application/vnd.openxmlformats-officedocument.presentationml.tags+xml"/>
  <Override PartName="/ppt/tags/tag184.xml" ContentType="application/vnd.openxmlformats-officedocument.presentationml.tags+xml"/>
  <Override PartName="/ppt/tags/tag200.xml" ContentType="application/vnd.openxmlformats-officedocument.presentationml.tags+xml"/>
  <Override PartName="/ppt/tags/tag531.xml" ContentType="application/vnd.openxmlformats-officedocument.presentationml.tags+xml"/>
  <Override PartName="/ppt/tags/tag629.xml" ContentType="application/vnd.openxmlformats-officedocument.presentationml.tags+xml"/>
  <Override PartName="/ppt/tags/tag676.xml" ContentType="application/vnd.openxmlformats-officedocument.presentationml.tags+xml"/>
  <Override PartName="/ppt/tags/tag815.xml" ContentType="application/vnd.openxmlformats-officedocument.presentationml.tags+xml"/>
  <Override PartName="/ppt/tags/tag862.xml" ContentType="application/vnd.openxmlformats-officedocument.presentationml.tags+xml"/>
  <Override PartName="/ppt/tags/tag1071.xml" ContentType="application/vnd.openxmlformats-officedocument.presentationml.tags+xml"/>
  <Override PartName="/ppt/tags/tag1210.xml" ContentType="application/vnd.openxmlformats-officedocument.presentationml.tags+xml"/>
  <Override PartName="/ppt/tags/tag22.xml" ContentType="application/vnd.openxmlformats-officedocument.presentationml.tags+xml"/>
  <Override PartName="/ppt/tags/tag323.xml" ContentType="application/vnd.openxmlformats-officedocument.presentationml.tags+xml"/>
  <Override PartName="/ppt/tags/tag370.xml" ContentType="application/vnd.openxmlformats-officedocument.presentationml.tags+xml"/>
  <Override PartName="/ppt/tags/tag468.xml" ContentType="application/vnd.openxmlformats-officedocument.presentationml.tags+xml"/>
  <Override PartName="/ppt/tags/tag607.xml" ContentType="application/vnd.openxmlformats-officedocument.presentationml.tags+xml"/>
  <Override PartName="/ppt/tags/tag654.xml" ContentType="application/vnd.openxmlformats-officedocument.presentationml.tags+xml"/>
  <Override PartName="/ppt/tags/tag799.xml" ContentType="application/vnd.openxmlformats-officedocument.presentationml.tags+xml"/>
  <Override PartName="/ppt/tags/tag938.xml" ContentType="application/vnd.openxmlformats-officedocument.presentationml.tags+xml"/>
  <Override PartName="/ppt/tags/tag985.xml" ContentType="application/vnd.openxmlformats-officedocument.presentationml.tags+xml"/>
  <Override PartName="/ppt/tags/tag1002.xml" ContentType="application/vnd.openxmlformats-officedocument.presentationml.tags+xml"/>
  <Override PartName="/ppt/tags/tag1147.xml" ContentType="application/vnd.openxmlformats-officedocument.presentationml.tags+xml"/>
  <Override PartName="/ppt/tags/tag1194.xml" ContentType="application/vnd.openxmlformats-officedocument.presentationml.tags+xml"/>
  <Override PartName="/ppt/tags/tag115.xml" ContentType="application/vnd.openxmlformats-officedocument.presentationml.tags+xml"/>
  <Override PartName="/ppt/tags/tag162.xml" ContentType="application/vnd.openxmlformats-officedocument.presentationml.tags+xml"/>
  <Override PartName="/ppt/tags/tag301.xml" ContentType="application/vnd.openxmlformats-officedocument.presentationml.tags+xml"/>
  <Override PartName="/ppt/tags/tag446.xml" ContentType="application/vnd.openxmlformats-officedocument.presentationml.tags+xml"/>
  <Override PartName="/ppt/tags/tag493.xml" ContentType="application/vnd.openxmlformats-officedocument.presentationml.tags+xml"/>
  <Override PartName="/ppt/tags/tag777.xml" ContentType="application/vnd.openxmlformats-officedocument.presentationml.tags+xml"/>
  <Override PartName="/ppt/tags/tag840.xml" ContentType="application/vnd.openxmlformats-officedocument.presentationml.tags+xml"/>
  <Override PartName="/ppt/tags/tag1125.xml" ContentType="application/vnd.openxmlformats-officedocument.presentationml.tags+xml"/>
  <Override PartName="/ppt/tags/tag1172.xml" ContentType="application/vnd.openxmlformats-officedocument.presentationml.tags+xml"/>
  <Override PartName="/ppt/slides/slide47.xml" ContentType="application/vnd.openxmlformats-officedocument.presentationml.slide+xml"/>
  <Override PartName="/ppt/tags/tag140.xml" ContentType="application/vnd.openxmlformats-officedocument.presentationml.tags+xml"/>
  <Override PartName="/ppt/tags/tag285.xml" ContentType="application/vnd.openxmlformats-officedocument.presentationml.tags+xml"/>
  <Override PartName="/ppt/tags/tag632.xml" ContentType="application/vnd.openxmlformats-officedocument.presentationml.tags+xml"/>
  <Override PartName="/ppt/tags/tag963.xml" ContentType="application/vnd.openxmlformats-officedocument.presentationml.tags+xml"/>
  <Override PartName="/ppt/tags/tag471.xml" ContentType="application/vnd.openxmlformats-officedocument.presentationml.tags+xml"/>
  <Override PartName="/ppt/tags/tag708.xml" ContentType="application/vnd.openxmlformats-officedocument.presentationml.tags+xml"/>
  <Override PartName="/ppt/tags/tag1150.xml" ContentType="application/vnd.openxmlformats-officedocument.presentationml.tags+xml"/>
  <Override PartName="/ppt/tags/tag216.xml" ContentType="application/vnd.openxmlformats-officedocument.presentationml.tags+xml"/>
  <Override PartName="/ppt/tags/tag402.xml" ContentType="application/vnd.openxmlformats-officedocument.presentationml.tags+xml"/>
  <Override PartName="/ppt/tags/tag547.xml" ContentType="application/vnd.openxmlformats-officedocument.presentationml.tags+xml"/>
  <Override PartName="/ppt/tags/tag733.xml" ContentType="application/vnd.openxmlformats-officedocument.presentationml.tags+xml"/>
  <Override PartName="/ppt/tags/tag878.xml" ContentType="application/vnd.openxmlformats-officedocument.presentationml.tags+xml"/>
  <Override PartName="/ppt/tags/tag85.xml" ContentType="application/vnd.openxmlformats-officedocument.presentationml.tags+xml"/>
  <Override PartName="/ppt/tags/tag241.xml" ContentType="application/vnd.openxmlformats-officedocument.presentationml.tags+xml"/>
  <Override PartName="/ppt/tags/tag386.xml" ContentType="application/vnd.openxmlformats-officedocument.presentationml.tags+xml"/>
  <Override PartName="/ppt/tags/tag572.xml" ContentType="application/vnd.openxmlformats-officedocument.presentationml.tags+xml"/>
  <Override PartName="/ppt/tags/tag1065.xml" ContentType="application/vnd.openxmlformats-officedocument.presentationml.tags+xml"/>
  <Override PartName="/ppt/tags/tag16.xml" ContentType="application/vnd.openxmlformats-officedocument.presentationml.tags+xml"/>
  <Override PartName="/ppt/tags/tag317.xml" ContentType="application/vnd.openxmlformats-officedocument.presentationml.tags+xml"/>
  <Override PartName="/ppt/tags/tag809.xml" ContentType="application/vnd.openxmlformats-officedocument.presentationml.tags+xml"/>
  <Override PartName="/ppt/tags/tag1090.xml" ContentType="application/vnd.openxmlformats-officedocument.presentationml.tags+xml"/>
  <Override PartName="/ppt/tags/tag156.xml" ContentType="application/vnd.openxmlformats-officedocument.presentationml.tags+xml"/>
  <Override PartName="/ppt/tags/tag487.xml" ContentType="application/vnd.openxmlformats-officedocument.presentationml.tags+xml"/>
  <Override PartName="/ppt/tags/tag503.xml" ContentType="application/vnd.openxmlformats-officedocument.presentationml.tags+xml"/>
  <Override PartName="/ppt/tags/tag648.xml" ContentType="application/vnd.openxmlformats-officedocument.presentationml.tags+xml"/>
  <Override PartName="/ppt/tags/tag834.xml" ContentType="application/vnd.openxmlformats-officedocument.presentationml.tags+xml"/>
  <Override PartName="/ppt/tags/tag979.xml" ContentType="application/vnd.openxmlformats-officedocument.presentationml.tags+xml"/>
  <Override PartName="/ppt/tags/tag41.xml" ContentType="application/vnd.openxmlformats-officedocument.presentationml.tags+xml"/>
  <Override PartName="/ppt/tags/tag342.xml" ContentType="application/vnd.openxmlformats-officedocument.presentationml.tags+xml"/>
  <Override PartName="/ppt/tags/tag673.xml" ContentType="application/vnd.openxmlformats-officedocument.presentationml.tags+xml"/>
  <Override PartName="/ppt/tags/tag1021.xml" ContentType="application/vnd.openxmlformats-officedocument.presentationml.tags+xml"/>
  <Override PartName="/ppt/tags/tag1166.xml" ContentType="application/vnd.openxmlformats-officedocument.presentationml.tags+xml"/>
  <Override PartName="/ppt/tags/tag181.xml" ContentType="application/vnd.openxmlformats-officedocument.presentationml.tags+xml"/>
  <Override PartName="/ppt/tags/tag418.xml" ContentType="application/vnd.openxmlformats-officedocument.presentationml.tags+xml"/>
  <Override PartName="/ppt/tags/tag749.xml" ContentType="application/vnd.openxmlformats-officedocument.presentationml.tags+xml"/>
  <Override PartName="/ppt/tags/tag1191.xml" ContentType="application/vnd.openxmlformats-officedocument.presentationml.tags+xml"/>
  <Override PartName="/ppt/slides/slide19.xml" ContentType="application/vnd.openxmlformats-officedocument.presentationml.slide+xml"/>
  <Override PartName="/ppt/tags/tag112.xml" ContentType="application/vnd.openxmlformats-officedocument.presentationml.tags+xml"/>
  <Override PartName="/ppt/tags/tag257.xml" ContentType="application/vnd.openxmlformats-officedocument.presentationml.tags+xml"/>
  <Override PartName="/ppt/tags/tag588.xml" ContentType="application/vnd.openxmlformats-officedocument.presentationml.tags+xml"/>
  <Override PartName="/ppt/tags/tag604.xml" ContentType="application/vnd.openxmlformats-officedocument.presentationml.tags+xml"/>
  <Override PartName="/ppt/tags/tag935.xml" ContentType="application/vnd.openxmlformats-officedocument.presentationml.tag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443.xml" ContentType="application/vnd.openxmlformats-officedocument.presentationml.tags+xml"/>
  <Override PartName="/ppt/tags/tag774.xml" ContentType="application/vnd.openxmlformats-officedocument.presentationml.tags+xml"/>
  <Override PartName="/ppt/tags/tag960.xml" ContentType="application/vnd.openxmlformats-officedocument.presentationml.tags+xml"/>
  <Override PartName="/ppt/tags/tag1122.xml" ContentType="application/vnd.openxmlformats-officedocument.presentationml.tags+xml"/>
  <Override PartName="/ppt/slides/slide44.xml" ContentType="application/vnd.openxmlformats-officedocument.presentationml.slide+xml"/>
  <Override PartName="/ppt/tags/tag282.xml" ContentType="application/vnd.openxmlformats-officedocument.presentationml.tags+xml"/>
  <Override PartName="/ppt/tags/tag519.xml" ContentType="application/vnd.openxmlformats-officedocument.presentationml.tags+xml"/>
  <Override PartName="/ppt/tags/tag705.xml" ContentType="application/vnd.openxmlformats-officedocument.presentationml.tags+xml"/>
  <Override PartName="/ppt/tags/tag57.xml" ContentType="application/vnd.openxmlformats-officedocument.presentationml.tags+xml"/>
  <Override PartName="/ppt/tags/tag213.xml" ContentType="application/vnd.openxmlformats-officedocument.presentationml.tags+xml"/>
  <Override PartName="/ppt/tags/tag358.xml" ContentType="application/vnd.openxmlformats-officedocument.presentationml.tags+xml"/>
  <Override PartName="/ppt/tags/tag544.xml" ContentType="application/vnd.openxmlformats-officedocument.presentationml.tags+xml"/>
  <Override PartName="/ppt/tags/tag689.xml" ContentType="application/vnd.openxmlformats-officedocument.presentationml.tags+xml"/>
  <Override PartName="/ppt/tags/tag875.xml" ContentType="application/vnd.openxmlformats-officedocument.presentationml.tags+xml"/>
  <Override PartName="/ppt/tags/tag1037.xml" ContentType="application/vnd.openxmlformats-officedocument.presentationml.tags+xml"/>
  <Override PartName="/ppt/tags/tag82.xml" ContentType="application/vnd.openxmlformats-officedocument.presentationml.tags+xml"/>
  <Override PartName="/ppt/tags/tag197.xml" ContentType="application/vnd.openxmlformats-officedocument.presentationml.tags+xml"/>
  <Override PartName="/ppt/tags/tag383.xml" ContentType="application/vnd.openxmlformats-officedocument.presentationml.tags+xml"/>
  <Override PartName="/ppt/tags/tag730.xml" ContentType="application/vnd.openxmlformats-officedocument.presentationml.tags+xml"/>
  <Override PartName="/ppt/tags/tag1062.xml" ContentType="application/vnd.openxmlformats-officedocument.presentationml.tags+xml"/>
  <Override PartName="/ppt/tags/tag128.xml" ContentType="application/vnd.openxmlformats-officedocument.presentationml.tags+xml"/>
  <Override PartName="/ppt/tags/tag459.xml" ContentType="application/vnd.openxmlformats-officedocument.presentationml.tags+xml"/>
  <Override PartName="/ppt/tags/tag806.xml" ContentType="application/vnd.openxmlformats-officedocument.presentationml.tags+xml"/>
  <Override PartName="/ppt/tags/tag1138.xml" ContentType="application/vnd.openxmlformats-officedocument.presentationml.tags+xml"/>
  <Override PartName="/ppt/tags/tag13.xml" ContentType="application/vnd.openxmlformats-officedocument.presentationml.tags+xml"/>
  <Override PartName="/ppt/tags/tag298.xml" ContentType="application/vnd.openxmlformats-officedocument.presentationml.tags+xml"/>
  <Override PartName="/ppt/tags/tag314.xml" ContentType="application/vnd.openxmlformats-officedocument.presentationml.tags+xml"/>
  <Override PartName="/ppt/tags/tag500.xml" ContentType="application/vnd.openxmlformats-officedocument.presentationml.tags+xml"/>
  <Override PartName="/ppt/tags/tag645.xml" ContentType="application/vnd.openxmlformats-officedocument.presentationml.tags+xml"/>
  <Override PartName="/ppt/tags/tag831.xml" ContentType="application/vnd.openxmlformats-officedocument.presentationml.tags+xml"/>
  <Override PartName="/ppt/tags/tag976.xml" ContentType="application/vnd.openxmlformats-officedocument.presentationml.tags+xml"/>
  <Override PartName="/ppt/tags/tag153.xml" ContentType="application/vnd.openxmlformats-officedocument.presentationml.tags+xml"/>
  <Override PartName="/ppt/tags/tag484.xml" ContentType="application/vnd.openxmlformats-officedocument.presentationml.tags+xml"/>
  <Override PartName="/ppt/tags/tag670.xml" ContentType="application/vnd.openxmlformats-officedocument.presentationml.tags+xml"/>
  <Override PartName="/ppt/tags/tag1163.xml" ContentType="application/vnd.openxmlformats-officedocument.presentationml.tags+xml"/>
  <Override PartName="/ppt/tags/tag229.xml" ContentType="application/vnd.openxmlformats-officedocument.presentationml.tags+xml"/>
  <Override PartName="/ppt/tags/tag415.xml" ContentType="application/vnd.openxmlformats-officedocument.presentationml.tags+xml"/>
  <Override PartName="/ppt/tags/tag907.xml" ContentType="application/vnd.openxmlformats-officedocument.presentationml.tags+xml"/>
  <Override PartName="/ppt/tags/tag98.xml" ContentType="application/vnd.openxmlformats-officedocument.presentationml.tags+xml"/>
  <Override PartName="/ppt/tags/tag254.xml" ContentType="application/vnd.openxmlformats-officedocument.presentationml.tags+xml"/>
  <Override PartName="/ppt/tags/tag399.xml" ContentType="application/vnd.openxmlformats-officedocument.presentationml.tags+xml"/>
  <Override PartName="/ppt/tags/tag601.xml" ContentType="application/vnd.openxmlformats-officedocument.presentationml.tags+xml"/>
  <Override PartName="/ppt/tags/tag746.xml" ContentType="application/vnd.openxmlformats-officedocument.presentationml.tags+xml"/>
  <Override PartName="/ppt/tags/tag932.xml" ContentType="application/vnd.openxmlformats-officedocument.presentationml.tags+xml"/>
  <Override PartName="/ppt/tags/tag1078.xml" ContentType="application/vnd.openxmlformats-officedocument.presentationml.tags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tags/tag440.xml" ContentType="application/vnd.openxmlformats-officedocument.presentationml.tags+xml"/>
  <Override PartName="/ppt/tags/tag585.xml" ContentType="application/vnd.openxmlformats-officedocument.presentationml.tags+xml"/>
  <Override PartName="/ppt/tags/tag771.xml" ContentType="application/vnd.openxmlformats-officedocument.presentationml.tags+xml"/>
  <Override PartName="/ppt/slides/slide41.xml" ContentType="application/vnd.openxmlformats-officedocument.presentationml.slide+xml"/>
  <Override PartName="/ppt/tags/tag29.xml" ContentType="application/vnd.openxmlformats-officedocument.presentationml.tags+xml"/>
  <Override PartName="/ppt/tags/tag516.xml" ContentType="application/vnd.openxmlformats-officedocument.presentationml.tags+xml"/>
  <Override PartName="/ppt/tags/tag847.xml" ContentType="application/vnd.openxmlformats-officedocument.presentationml.tags+xml"/>
  <Override PartName="/ppt/tags/tag1009.xml" ContentType="application/vnd.openxmlformats-officedocument.presentationml.tags+xml"/>
  <Override PartName="/ppt/tags/tag54.xml" ContentType="application/vnd.openxmlformats-officedocument.presentationml.tags+xml"/>
  <Override PartName="/ppt/tags/tag169.xml" ContentType="application/vnd.openxmlformats-officedocument.presentationml.tags+xml"/>
  <Override PartName="/ppt/tags/tag210.xml" ContentType="application/vnd.openxmlformats-officedocument.presentationml.tags+xml"/>
  <Override PartName="/ppt/tags/tag355.xml" ContentType="application/vnd.openxmlformats-officedocument.presentationml.tags+xml"/>
  <Override PartName="/ppt/tags/tag686.xml" ContentType="application/vnd.openxmlformats-officedocument.presentationml.tags+xml"/>
  <Override PartName="/ppt/tags/tag702.xml" ContentType="application/vnd.openxmlformats-officedocument.presentationml.tags+xml"/>
  <Override PartName="/ppt/tags/tag1034.xml" ContentType="application/vnd.openxmlformats-officedocument.presentationml.tags+xml"/>
  <Override PartName="/ppt/tags/tag1179.xml" ContentType="application/vnd.openxmlformats-officedocument.presentationml.tags+xml"/>
  <Override PartName="/ppt/tags/tag194.xml" ContentType="application/vnd.openxmlformats-officedocument.presentationml.tags+xml"/>
  <Override PartName="/ppt/tags/tag541.xml" ContentType="application/vnd.openxmlformats-officedocument.presentationml.tags+xml"/>
  <Override PartName="/ppt/tags/tag872.xml" ContentType="application/vnd.openxmlformats-officedocument.presentationml.tags+xml"/>
  <Override PartName="/ppt/tags/tag380.xml" ContentType="application/vnd.openxmlformats-officedocument.presentationml.tags+xml"/>
  <Override PartName="/ppt/tags/tag617.xml" ContentType="application/vnd.openxmlformats-officedocument.presentationml.tags+xml"/>
  <Override PartName="/ppt/tags/tag803.xml" ContentType="application/vnd.openxmlformats-officedocument.presentationml.tags+xml"/>
  <Override PartName="/ppt/tags/tag948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125.xml" ContentType="application/vnd.openxmlformats-officedocument.presentationml.tags+xml"/>
  <Override PartName="/ppt/tags/tag311.xml" ContentType="application/vnd.openxmlformats-officedocument.presentationml.tags+xml"/>
  <Override PartName="/ppt/tags/tag456.xml" ContentType="application/vnd.openxmlformats-officedocument.presentationml.tags+xml"/>
  <Override PartName="/ppt/tags/tag642.xml" ContentType="application/vnd.openxmlformats-officedocument.presentationml.tags+xml"/>
  <Override PartName="/ppt/tags/tag787.xml" ContentType="application/vnd.openxmlformats-officedocument.presentationml.tags+xml"/>
  <Override PartName="/ppt/tags/tag1135.xml" ContentType="application/vnd.openxmlformats-officedocument.presentationml.tags+xml"/>
  <Override PartName="/ppt/slideMasters/slideMaster2.xml" ContentType="application/vnd.openxmlformats-officedocument.presentationml.slideMaster+xml"/>
  <Override PartName="/ppt/tags/tag150.xml" ContentType="application/vnd.openxmlformats-officedocument.presentationml.tags+xml"/>
  <Override PartName="/ppt/tags/tag295.xml" ContentType="application/vnd.openxmlformats-officedocument.presentationml.tags+xml"/>
  <Override PartName="/ppt/tags/tag481.xml" ContentType="application/vnd.openxmlformats-officedocument.presentationml.tags+xml"/>
  <Override PartName="/ppt/tags/tag973.xml" ContentType="application/vnd.openxmlformats-officedocument.presentationml.tags+xml"/>
  <Override PartName="/ppt/tags/tag1160.xml" ContentType="application/vnd.openxmlformats-officedocument.presentationml.tags+xml"/>
  <Override PartName="/ppt/tags/tag226.xml" ContentType="application/vnd.openxmlformats-officedocument.presentationml.tags+xml"/>
  <Override PartName="/ppt/tags/tag718.xml" ContentType="application/vnd.openxmlformats-officedocument.presentationml.tags+xml"/>
  <Override PartName="/ppt/tags/tag904.xml" ContentType="application/vnd.openxmlformats-officedocument.presentationml.tags+xml"/>
  <Override PartName="/ppt/tags/tag412.xml" ContentType="application/vnd.openxmlformats-officedocument.presentationml.tags+xml"/>
  <Override PartName="/ppt/tags/tag557.xml" ContentType="application/vnd.openxmlformats-officedocument.presentationml.tags+xml"/>
  <Override PartName="/ppt/tags/tag743.xml" ContentType="application/vnd.openxmlformats-officedocument.presentationml.tags+xml"/>
  <Override PartName="/ppt/tags/tag888.xml" ContentType="application/vnd.openxmlformats-officedocument.presentationml.tags+xml"/>
  <Override PartName="/ppt/slides/slide13.xml" ContentType="application/vnd.openxmlformats-officedocument.presentationml.slide+xml"/>
  <Override PartName="/ppt/tags/tag95.xml" ContentType="application/vnd.openxmlformats-officedocument.presentationml.tags+xml"/>
  <Override PartName="/ppt/tags/tag251.xml" ContentType="application/vnd.openxmlformats-officedocument.presentationml.tags+xml"/>
  <Override PartName="/ppt/tags/tag396.xml" ContentType="application/vnd.openxmlformats-officedocument.presentationml.tags+xml"/>
  <Override PartName="/ppt/tags/tag582.xml" ContentType="application/vnd.openxmlformats-officedocument.presentationml.tags+xml"/>
  <Override PartName="/ppt/tags/tag819.xml" ContentType="application/vnd.openxmlformats-officedocument.presentationml.tags+xml"/>
  <Override PartName="/ppt/tags/tag1075.xml" ContentType="application/vnd.openxmlformats-officedocument.presentationml.tags+xml"/>
  <Override PartName="/ppt/slideLayouts/slideLayout12.xml" ContentType="application/vnd.openxmlformats-officedocument.presentationml.slideLayout+xml"/>
  <Override PartName="/ppt/tags/tag26.xml" ContentType="application/vnd.openxmlformats-officedocument.presentationml.tags+xml"/>
  <Override PartName="/ppt/tags/tag327.xml" ContentType="application/vnd.openxmlformats-officedocument.presentationml.tags+xml"/>
  <Override PartName="/ppt/tags/tag658.xml" ContentType="application/vnd.openxmlformats-officedocument.presentationml.tags+xml"/>
  <Override PartName="/ppt/tags/tag989.xml" ContentType="application/vnd.openxmlformats-officedocument.presentationml.tags+xml"/>
  <Override PartName="/ppt/tags/tag1006.xml" ContentType="application/vnd.openxmlformats-officedocument.presentationml.tags+xml"/>
  <Override PartName="/ppt/tags/tag166.xml" ContentType="application/vnd.openxmlformats-officedocument.presentationml.tags+xml"/>
  <Override PartName="/ppt/tags/tag497.xml" ContentType="application/vnd.openxmlformats-officedocument.presentationml.tags+xml"/>
  <Override PartName="/ppt/tags/tag513.xml" ContentType="application/vnd.openxmlformats-officedocument.presentationml.tags+xml"/>
  <Override PartName="/ppt/tags/tag844.xml" ContentType="application/vnd.openxmlformats-officedocument.presentationml.tags+xml"/>
  <Override PartName="/ppt/tags/tag1176.xml" ContentType="application/vnd.openxmlformats-officedocument.presentationml.tags+xml"/>
  <Override PartName="/ppt/tags/tag51.xml" ContentType="application/vnd.openxmlformats-officedocument.presentationml.tags+xml"/>
  <Override PartName="/ppt/tags/tag352.xml" ContentType="application/vnd.openxmlformats-officedocument.presentationml.tags+xml"/>
  <Override PartName="/ppt/tags/tag683.xml" ContentType="application/vnd.openxmlformats-officedocument.presentationml.tags+xml"/>
  <Override PartName="/ppt/tags/tag1031.xml" ContentType="application/vnd.openxmlformats-officedocument.presentationml.tags+xml"/>
  <Override PartName="/ppt/tags/tag191.xml" ContentType="application/vnd.openxmlformats-officedocument.presentationml.tags+xml"/>
  <Override PartName="/ppt/tags/tag428.xml" ContentType="application/vnd.openxmlformats-officedocument.presentationml.tags+xml"/>
  <Override PartName="/ppt/tags/tag614.xml" ContentType="application/vnd.openxmlformats-officedocument.presentationml.tags+xml"/>
  <Override PartName="/ppt/tags/tag759.xml" ContentType="application/vnd.openxmlformats-officedocument.presentationml.tags+xml"/>
  <Override PartName="/ppt/tags/tag945.xml" ContentType="application/vnd.openxmlformats-officedocument.presentationml.tags+xml"/>
  <Override PartName="/ppt/tags/tag1107.xml" ContentType="application/vnd.openxmlformats-officedocument.presentationml.tags+xml"/>
  <Override PartName="/ppt/slides/slide29.xml" ContentType="application/vnd.openxmlformats-officedocument.presentationml.slide+xml"/>
  <Override PartName="/ppt/tags/tag122.xml" ContentType="application/vnd.openxmlformats-officedocument.presentationml.tags+xml"/>
  <Override PartName="/ppt/tags/tag267.xml" ContentType="application/vnd.openxmlformats-officedocument.presentationml.tags+xml"/>
  <Override PartName="/ppt/tags/tag453.xml" ContentType="application/vnd.openxmlformats-officedocument.presentationml.tags+xml"/>
  <Override PartName="/ppt/tags/tag598.xml" ContentType="application/vnd.openxmlformats-officedocument.presentationml.tags+xml"/>
  <Override PartName="/ppt/tags/tag784.xml" ContentType="application/vnd.openxmlformats-officedocument.presentationml.tags+xml"/>
  <Override PartName="/ppt/tags/tag800.xml" ContentType="application/vnd.openxmlformats-officedocument.presentationml.tags+xml"/>
  <Override PartName="/ppt/tags/tag1132.xml" ContentType="application/vnd.openxmlformats-officedocument.presentationml.tags+xml"/>
  <Override PartName="/ppt/slides/slide4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tags/tag292.xml" ContentType="application/vnd.openxmlformats-officedocument.presentationml.tags+xml"/>
  <Override PartName="/ppt/tags/tag529.xml" ContentType="application/vnd.openxmlformats-officedocument.presentationml.tags+xml"/>
  <Override PartName="/ppt/tags/tag970.xml" ContentType="application/vnd.openxmlformats-officedocument.presentationml.tags+xml"/>
  <Override PartName="/ppt/tags/tag368.xml" ContentType="application/vnd.openxmlformats-officedocument.presentationml.tags+xml"/>
  <Override PartName="/ppt/tags/tag715.xml" ContentType="application/vnd.openxmlformats-officedocument.presentationml.tags+xml"/>
  <Override PartName="/ppt/tags/tag1047.xml" ContentType="application/vnd.openxmlformats-officedocument.presentationml.tags+xml"/>
  <Override PartName="/ppt/tags/tag1208.xml" ContentType="application/vnd.openxmlformats-officedocument.presentationml.tags+xml"/>
  <Override PartName="/ppt/tags/tag67.xml" ContentType="application/vnd.openxmlformats-officedocument.presentationml.tags+xml"/>
  <Override PartName="/ppt/tags/tag223.xml" ContentType="application/vnd.openxmlformats-officedocument.presentationml.tags+xml"/>
  <Override PartName="/ppt/tags/tag554.xml" ContentType="application/vnd.openxmlformats-officedocument.presentationml.tags+xml"/>
  <Override PartName="/ppt/tags/tag699.xml" ContentType="application/vnd.openxmlformats-officedocument.presentationml.tags+xml"/>
  <Override PartName="/ppt/tags/tag885.xml" ContentType="application/vnd.openxmlformats-officedocument.presentationml.tags+xml"/>
  <Override PartName="/ppt/tags/tag901.xml" ContentType="application/vnd.openxmlformats-officedocument.presentationml.tags+xml"/>
  <Override PartName="/ppt/slides/slide10.xml" ContentType="application/vnd.openxmlformats-officedocument.presentationml.slide+xml"/>
  <Override PartName="/ppt/tags/tag92.xml" ContentType="application/vnd.openxmlformats-officedocument.presentationml.tags+xml"/>
  <Override PartName="/ppt/tags/tag393.xml" ContentType="application/vnd.openxmlformats-officedocument.presentationml.tags+xml"/>
  <Override PartName="/ppt/tags/tag740.xml" ContentType="application/vnd.openxmlformats-officedocument.presentationml.tags+xml"/>
  <Override PartName="/ppt/tags/tag1072.xml" ContentType="application/vnd.openxmlformats-officedocument.presentationml.tags+xml"/>
  <Override PartName="/ppt/tags/tag138.xml" ContentType="application/vnd.openxmlformats-officedocument.presentationml.tags+xml"/>
  <Override PartName="/ppt/tags/tag324.xml" ContentType="application/vnd.openxmlformats-officedocument.presentationml.tags+xml"/>
  <Override PartName="/ppt/tags/tag469.xml" ContentType="application/vnd.openxmlformats-officedocument.presentationml.tags+xml"/>
  <Override PartName="/ppt/tags/tag816.xml" ContentType="application/vnd.openxmlformats-officedocument.presentationml.tags+xml"/>
  <Override PartName="/ppt/tags/tag1148.xml" ContentType="application/vnd.openxmlformats-officedocument.presentationml.tags+xml"/>
  <Override PartName="/ppt/tags/tag23.xml" ContentType="application/vnd.openxmlformats-officedocument.presentationml.tags+xml"/>
  <Override PartName="/ppt/tags/tag163.xml" ContentType="application/vnd.openxmlformats-officedocument.presentationml.tags+xml"/>
  <Override PartName="/ppt/tags/tag510.xml" ContentType="application/vnd.openxmlformats-officedocument.presentationml.tags+xml"/>
  <Override PartName="/ppt/tags/tag655.xml" ContentType="application/vnd.openxmlformats-officedocument.presentationml.tags+xml"/>
  <Override PartName="/ppt/tags/tag841.xml" ContentType="application/vnd.openxmlformats-officedocument.presentationml.tags+xml"/>
  <Override PartName="/ppt/tags/tag986.xml" ContentType="application/vnd.openxmlformats-officedocument.presentationml.tags+xml"/>
  <Override PartName="/ppt/tags/tag1003.xml" ContentType="application/vnd.openxmlformats-officedocument.presentationml.tags+xml"/>
  <Override PartName="/ppt/tags/tag9.xml" ContentType="application/vnd.openxmlformats-officedocument.presentationml.tags+xml"/>
  <Override PartName="/ppt/tags/tag494.xml" ContentType="application/vnd.openxmlformats-officedocument.presentationml.tags+xml"/>
  <Override PartName="/ppt/tags/tag680.xml" ContentType="application/vnd.openxmlformats-officedocument.presentationml.tags+xml"/>
  <Override PartName="/ppt/tags/tag917.xml" ContentType="application/vnd.openxmlformats-officedocument.presentationml.tags+xml"/>
  <Override PartName="/ppt/tags/tag1173.xml" ContentType="application/vnd.openxmlformats-officedocument.presentationml.tags+xml"/>
  <Override PartName="/ppt/tags/tag239.xml" ContentType="application/vnd.openxmlformats-officedocument.presentationml.tags+xml"/>
  <Override PartName="/ppt/tags/tag425.xml" ContentType="application/vnd.openxmlformats-officedocument.presentationml.tags+xml"/>
  <Override PartName="/ppt/tags/tag756.xml" ContentType="application/vnd.openxmlformats-officedocument.presentationml.tags+xml"/>
  <Override PartName="/ppt/tags/tag1104.xml" ContentType="application/vnd.openxmlformats-officedocument.presentationml.tags+xml"/>
  <Override PartName="/ppt/slides/slide26.xml" ContentType="application/vnd.openxmlformats-officedocument.presentationml.slide+xml"/>
  <Override PartName="/ppt/tags/tag264.xml" ContentType="application/vnd.openxmlformats-officedocument.presentationml.tags+xml"/>
  <Override PartName="/ppt/tags/tag595.xml" ContentType="application/vnd.openxmlformats-officedocument.presentationml.tags+xml"/>
  <Override PartName="/ppt/tags/tag611.xml" ContentType="application/vnd.openxmlformats-officedocument.presentationml.tags+xml"/>
  <Override PartName="/ppt/tags/tag942.xml" ContentType="application/vnd.openxmlformats-officedocument.presentationml.tags+xml"/>
  <Override PartName="/ppt/tags/tag1088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9.xml" ContentType="application/vnd.openxmlformats-officedocument.presentationml.tags+xml"/>
  <Override PartName="/ppt/tags/tag450.xml" ContentType="application/vnd.openxmlformats-officedocument.presentationml.tags+xml"/>
  <Override PartName="/ppt/tags/tag781.xml" ContentType="application/vnd.openxmlformats-officedocument.presentationml.tags+xml"/>
  <Override PartName="/ppt/tags/tag1019.xml" ContentType="application/vnd.openxmlformats-officedocument.presentationml.tags+xml"/>
  <Override PartName="/ppt/slides/slide51.xml" ContentType="application/vnd.openxmlformats-officedocument.presentationml.slide+xml"/>
  <Override PartName="/ppt/tags/tag179.xml" ContentType="application/vnd.openxmlformats-officedocument.presentationml.tags+xml"/>
  <Override PartName="/ppt/tags/tag526.xml" ContentType="application/vnd.openxmlformats-officedocument.presentationml.tags+xml"/>
  <Override PartName="/ppt/tags/tag712.xml" ContentType="application/vnd.openxmlformats-officedocument.presentationml.tags+xml"/>
  <Override PartName="/ppt/tags/tag857.xml" ContentType="application/vnd.openxmlformats-officedocument.presentationml.tags+xml"/>
  <Override PartName="/ppt/tags/tag1205.xml" ContentType="application/vnd.openxmlformats-officedocument.presentationml.tags+xml"/>
  <Override PartName="/ppt/tags/tag64.xml" ContentType="application/vnd.openxmlformats-officedocument.presentationml.tags+xml"/>
  <Override PartName="/ppt/tags/tag220.xml" ContentType="application/vnd.openxmlformats-officedocument.presentationml.tags+xml"/>
  <Override PartName="/ppt/tags/tag365.xml" ContentType="application/vnd.openxmlformats-officedocument.presentationml.tags+xml"/>
  <Override PartName="/ppt/tags/tag551.xml" ContentType="application/vnd.openxmlformats-officedocument.presentationml.tags+xml"/>
  <Override PartName="/ppt/tags/tag696.xml" ContentType="application/vnd.openxmlformats-officedocument.presentationml.tags+xml"/>
  <Override PartName="/ppt/tags/tag1044.xml" ContentType="application/vnd.openxmlformats-officedocument.presentationml.tags+xml"/>
  <Override PartName="/ppt/tags/tag1189.xml" ContentType="application/vnd.openxmlformats-officedocument.presentationml.tags+xml"/>
  <Override PartName="/ppt/tags/tag390.xml" ContentType="application/vnd.openxmlformats-officedocument.presentationml.tags+xml"/>
  <Override PartName="/ppt/tags/tag882.xml" ContentType="application/vnd.openxmlformats-officedocument.presentationml.tags+xml"/>
  <Override PartName="/ppt/notesSlides/notesSlide8.xml" ContentType="application/vnd.openxmlformats-officedocument.presentationml.notesSlide+xml"/>
  <Override PartName="/ppt/tags/tag135.xml" ContentType="application/vnd.openxmlformats-officedocument.presentationml.tags+xml"/>
  <Override PartName="/ppt/tags/tag627.xml" ContentType="application/vnd.openxmlformats-officedocument.presentationml.tags+xml"/>
  <Override PartName="/ppt/tags/tag813.xml" ContentType="application/vnd.openxmlformats-officedocument.presentationml.tags+xml"/>
  <Override PartName="/ppt/tags/tag958.xml" ContentType="application/vnd.openxmlformats-officedocument.presentationml.tags+xml"/>
  <Override PartName="/ppt/tags/tag20.xml" ContentType="application/vnd.openxmlformats-officedocument.presentationml.tags+xml"/>
  <Override PartName="/ppt/tags/tag321.xml" ContentType="application/vnd.openxmlformats-officedocument.presentationml.tags+xml"/>
  <Override PartName="/ppt/tags/tag466.xml" ContentType="application/vnd.openxmlformats-officedocument.presentationml.tags+xml"/>
  <Override PartName="/ppt/tags/tag652.xml" ContentType="application/vnd.openxmlformats-officedocument.presentationml.tags+xml"/>
  <Override PartName="/ppt/tags/tag797.xml" ContentType="application/vnd.openxmlformats-officedocument.presentationml.tags+xml"/>
  <Override PartName="/ppt/tags/tag983.xml" ContentType="application/vnd.openxmlformats-officedocument.presentationml.tags+xml"/>
  <Override PartName="/ppt/tags/tag1000.xml" ContentType="application/vnd.openxmlformats-officedocument.presentationml.tags+xml"/>
  <Override PartName="/ppt/tags/tag1145.xml" ContentType="application/vnd.openxmlformats-officedocument.presentationml.tags+xml"/>
  <Override PartName="/ppt/tags/tag6.xml" ContentType="application/vnd.openxmlformats-officedocument.presentationml.tags+xml"/>
  <Override PartName="/ppt/tags/tag160.xml" ContentType="application/vnd.openxmlformats-officedocument.presentationml.tags+xml"/>
  <Override PartName="/ppt/tags/tag491.xml" ContentType="application/vnd.openxmlformats-officedocument.presentationml.tags+xml"/>
  <Override PartName="/ppt/tags/tag728.xml" ContentType="application/vnd.openxmlformats-officedocument.presentationml.tags+xml"/>
  <Override PartName="/ppt/tags/tag1170.xml" ContentType="application/vnd.openxmlformats-officedocument.presentationml.tags+xml"/>
  <Override PartName="/ppt/tags/tag236.xml" ContentType="application/vnd.openxmlformats-officedocument.presentationml.tags+xml"/>
  <Override PartName="/ppt/tags/tag567.xml" ContentType="application/vnd.openxmlformats-officedocument.presentationml.tags+xml"/>
  <Override PartName="/ppt/tags/tag898.xml" ContentType="application/vnd.openxmlformats-officedocument.presentationml.tags+xml"/>
  <Override PartName="/ppt/tags/tag914.xml" ContentType="application/vnd.openxmlformats-officedocument.presentationml.tags+xml"/>
  <Override PartName="/ppt/tags/tag422.xml" ContentType="application/vnd.openxmlformats-officedocument.presentationml.tags+xml"/>
  <Override PartName="/ppt/tags/tag753.xml" ContentType="application/vnd.openxmlformats-officedocument.presentationml.tags+xml"/>
  <Override PartName="/ppt/tags/tag1085.xml" ContentType="application/vnd.openxmlformats-officedocument.presentationml.tags+xml"/>
  <Override PartName="/ppt/tags/tag1101.xml" ContentType="application/vnd.openxmlformats-officedocument.presentationml.tag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tags/tag261.xml" ContentType="application/vnd.openxmlformats-officedocument.presentationml.tags+xml"/>
  <Override PartName="/ppt/tags/tag592.xml" ContentType="application/vnd.openxmlformats-officedocument.presentationml.tags+xml"/>
  <Override PartName="/ppt/tags/tag829.xml" ContentType="application/vnd.openxmlformats-officedocument.presentationml.tags+xml"/>
  <Override PartName="/ppt/tags/tag36.xml" ContentType="application/vnd.openxmlformats-officedocument.presentationml.tags+xml"/>
  <Override PartName="/ppt/tags/tag337.xml" ContentType="application/vnd.openxmlformats-officedocument.presentationml.tags+xml"/>
  <Override PartName="/ppt/tags/tag523.xml" ContentType="application/vnd.openxmlformats-officedocument.presentationml.tags+xml"/>
  <Override PartName="/ppt/tags/tag668.xml" ContentType="application/vnd.openxmlformats-officedocument.presentationml.tags+xml"/>
  <Override PartName="/ppt/tags/tag854.xml" ContentType="application/vnd.openxmlformats-officedocument.presentationml.tags+xml"/>
  <Override PartName="/ppt/tags/tag999.xml" ContentType="application/vnd.openxmlformats-officedocument.presentationml.tags+xml"/>
  <Override PartName="/ppt/tags/tag1016.xml" ContentType="application/vnd.openxmlformats-officedocument.presentationml.tags+xml"/>
  <Override PartName="/ppt/tags/tag1202.xml" ContentType="application/vnd.openxmlformats-officedocument.presentationml.tags+xml"/>
  <Override PartName="/ppt/tags/tag61.xml" ContentType="application/vnd.openxmlformats-officedocument.presentationml.tags+xml"/>
  <Override PartName="/ppt/tags/tag176.xml" ContentType="application/vnd.openxmlformats-officedocument.presentationml.tags+xml"/>
  <Override PartName="/ppt/tags/tag362.xml" ContentType="application/vnd.openxmlformats-officedocument.presentationml.tags+xml"/>
  <Override PartName="/ppt/tags/tag693.xml" ContentType="application/vnd.openxmlformats-officedocument.presentationml.tags+xml"/>
  <Override PartName="/ppt/tags/tag1041.xml" ContentType="application/vnd.openxmlformats-officedocument.presentationml.tags+xml"/>
  <Override PartName="/ppt/tags/tag1186.xml" ContentType="application/vnd.openxmlformats-officedocument.presentationml.tags+xml"/>
  <Override PartName="/ppt/tags/tag107.xml" ContentType="application/vnd.openxmlformats-officedocument.presentationml.tags+xml"/>
  <Override PartName="/ppt/tags/tag438.xml" ContentType="application/vnd.openxmlformats-officedocument.presentationml.tags+xml"/>
  <Override PartName="/ppt/notesSlides/notesSlide5.xml" ContentType="application/vnd.openxmlformats-officedocument.presentationml.notesSlide+xml"/>
  <Override PartName="/ppt/tags/tag277.xml" ContentType="application/vnd.openxmlformats-officedocument.presentationml.tags+xml"/>
  <Override PartName="/ppt/tags/tag624.xml" ContentType="application/vnd.openxmlformats-officedocument.presentationml.tags+xml"/>
  <Override PartName="/ppt/tags/tag769.xml" ContentType="application/vnd.openxmlformats-officedocument.presentationml.tags+xml"/>
  <Override PartName="/ppt/tags/tag955.xml" ContentType="application/vnd.openxmlformats-officedocument.presentationml.tags+xml"/>
  <Override PartName="/ppt/tags/tag1117.xml" ContentType="application/vnd.openxmlformats-officedocument.presentationml.tags+xml"/>
  <Override PartName="/ppt/slides/slide39.xml" ContentType="application/vnd.openxmlformats-officedocument.presentationml.slide+xml"/>
  <Override PartName="/ppt/tags/tag132.xml" ContentType="application/vnd.openxmlformats-officedocument.presentationml.tags+xml"/>
  <Override PartName="/ppt/tags/tag463.xml" ContentType="application/vnd.openxmlformats-officedocument.presentationml.tags+xml"/>
  <Override PartName="/ppt/tags/tag794.xml" ContentType="application/vnd.openxmlformats-officedocument.presentationml.tags+xml"/>
  <Override PartName="/ppt/tags/tag810.xml" ContentType="application/vnd.openxmlformats-officedocument.presentationml.tags+xml"/>
  <Override PartName="/ppt/tags/tag1142.xml" ContentType="application/vnd.openxmlformats-officedocument.presentationml.tags+xml"/>
  <Override PartName="/ppt/tags/tag208.xml" ContentType="application/vnd.openxmlformats-officedocument.presentationml.tags+xml"/>
  <Override PartName="/ppt/tags/tag539.xml" ContentType="application/vnd.openxmlformats-officedocument.presentationml.tags+xml"/>
  <Override PartName="/ppt/tags/tag980.xml" ContentType="application/vnd.openxmlformats-officedocument.presentationml.tags+xml"/>
  <Override PartName="/ppt/tags/tag1218.xml" ContentType="application/vnd.openxmlformats-officedocument.presentationml.tags+xml"/>
  <Override PartName="/ppt/tags/tag3.xml" ContentType="application/vnd.openxmlformats-officedocument.presentationml.tags+xml"/>
  <Override PartName="/ppt/tags/tag77.xml" ContentType="application/vnd.openxmlformats-officedocument.presentationml.tags+xml"/>
  <Override PartName="/ppt/tags/tag233.xml" ContentType="application/vnd.openxmlformats-officedocument.presentationml.tags+xml"/>
  <Override PartName="/ppt/tags/tag378.xml" ContentType="application/vnd.openxmlformats-officedocument.presentationml.tags+xml"/>
  <Override PartName="/ppt/tags/tag725.xml" ContentType="application/vnd.openxmlformats-officedocument.presentationml.tags+xml"/>
  <Override PartName="/ppt/tags/tag911.xml" ContentType="application/vnd.openxmlformats-officedocument.presentationml.tags+xml"/>
  <Override PartName="/ppt/tags/tag1057.xml" ContentType="application/vnd.openxmlformats-officedocument.presentationml.tags+xml"/>
  <Override PartName="/ppt/tags/tag564.xml" ContentType="application/vnd.openxmlformats-officedocument.presentationml.tags+xml"/>
  <Override PartName="/ppt/tags/tag750.xml" ContentType="application/vnd.openxmlformats-officedocument.presentationml.tags+xml"/>
  <Override PartName="/ppt/tags/tag895.xml" ContentType="application/vnd.openxmlformats-officedocument.presentationml.tags+xml"/>
  <Override PartName="/ppt/slides/slide20.xml" ContentType="application/vnd.openxmlformats-officedocument.presentationml.slide+xml"/>
  <Override PartName="/ppt/tags/tag309.xml" ContentType="application/vnd.openxmlformats-officedocument.presentationml.tags+xml"/>
  <Override PartName="/ppt/tags/tag826.xml" ContentType="application/vnd.openxmlformats-officedocument.presentationml.tags+xml"/>
  <Override PartName="/ppt/tags/tag1082.xml" ContentType="application/vnd.openxmlformats-officedocument.presentationml.tags+xml"/>
  <Override PartName="/ppt/tags/tag33.xml" ContentType="application/vnd.openxmlformats-officedocument.presentationml.tags+xml"/>
  <Override PartName="/ppt/tags/tag148.xml" ContentType="application/vnd.openxmlformats-officedocument.presentationml.tags+xml"/>
  <Override PartName="/ppt/tags/tag334.xml" ContentType="application/vnd.openxmlformats-officedocument.presentationml.tags+xml"/>
  <Override PartName="/ppt/tags/tag479.xml" ContentType="application/vnd.openxmlformats-officedocument.presentationml.tags+xml"/>
  <Override PartName="/ppt/tags/tag665.xml" ContentType="application/vnd.openxmlformats-officedocument.presentationml.tags+xml"/>
  <Override PartName="/ppt/tags/tag1013.xml" ContentType="application/vnd.openxmlformats-officedocument.presentationml.tags+xml"/>
  <Override PartName="/ppt/tags/tag1158.xml" ContentType="application/vnd.openxmlformats-officedocument.presentationml.tags+xml"/>
  <Override PartName="/ppt/tags/tag173.xml" ContentType="application/vnd.openxmlformats-officedocument.presentationml.tags+xml"/>
  <Override PartName="/ppt/tags/tag520.xml" ContentType="application/vnd.openxmlformats-officedocument.presentationml.tags+xml"/>
  <Override PartName="/ppt/tags/tag851.xml" ContentType="application/vnd.openxmlformats-officedocument.presentationml.tags+xml"/>
  <Override PartName="/ppt/tags/tag996.xml" ContentType="application/vnd.openxmlformats-officedocument.presentationml.tags+xml"/>
  <Override PartName="/ppt/tags/tag1183.xml" ContentType="application/vnd.openxmlformats-officedocument.presentationml.tags+xml"/>
  <Override PartName="/ppt/tags/tag249.xml" ContentType="application/vnd.openxmlformats-officedocument.presentationml.tags+xml"/>
  <Override PartName="/ppt/tags/tag690.xml" ContentType="application/vnd.openxmlformats-officedocument.presentationml.tags+xml"/>
  <Override PartName="/ppt/tags/tag927.xml" ContentType="application/vnd.openxmlformats-officedocument.presentationml.tags+xml"/>
  <Override PartName="/ppt/notesSlides/notesSlide2.xml" ContentType="application/vnd.openxmlformats-officedocument.presentationml.notesSlide+xml"/>
  <Override PartName="/ppt/tags/tag104.xml" ContentType="application/vnd.openxmlformats-officedocument.presentationml.tags+xml"/>
  <Override PartName="/ppt/tags/tag435.xml" ContentType="application/vnd.openxmlformats-officedocument.presentationml.tags+xml"/>
  <Override PartName="/ppt/tags/tag621.xml" ContentType="application/vnd.openxmlformats-officedocument.presentationml.tags+xml"/>
  <Override PartName="/ppt/tags/tag766.xml" ContentType="application/vnd.openxmlformats-officedocument.presentationml.tags+xml"/>
  <Override PartName="/ppt/tags/tag1114.xml" ContentType="application/vnd.openxmlformats-officedocument.presentationml.tags+xml"/>
  <Override PartName="/ppt/slides/slide36.xml" ContentType="application/vnd.openxmlformats-officedocument.presentationml.slide+xml"/>
  <Override PartName="/ppt/tags/tag274.xml" ContentType="application/vnd.openxmlformats-officedocument.presentationml.tags+xml"/>
  <Override PartName="/ppt/tags/tag460.xml" ContentType="application/vnd.openxmlformats-officedocument.presentationml.tags+xml"/>
  <Override PartName="/ppt/tags/tag952.xml" ContentType="application/vnd.openxmlformats-officedocument.presentationml.tags+xml"/>
  <Override PartName="/ppt/tags/tag1098.xml" ContentType="application/vnd.openxmlformats-officedocument.presentationml.tags+xml"/>
  <Override PartName="/ppt/tags/tag49.xml" ContentType="application/vnd.openxmlformats-officedocument.presentationml.tags+xml"/>
  <Override PartName="/ppt/tags/tag205.xml" ContentType="application/vnd.openxmlformats-officedocument.presentationml.tags+xml"/>
  <Override PartName="/ppt/tags/tag791.xml" ContentType="application/vnd.openxmlformats-officedocument.presentationml.tags+xml"/>
  <Override PartName="/ppt/tags/tag1029.xml" ContentType="application/vnd.openxmlformats-officedocument.presentationml.tags+xml"/>
  <Override PartName="/ppt/tags/tag189.xml" ContentType="application/vnd.openxmlformats-officedocument.presentationml.tags+xml"/>
  <Override PartName="/ppt/tags/tag536.xml" ContentType="application/vnd.openxmlformats-officedocument.presentationml.tags+xml"/>
  <Override PartName="/ppt/tags/tag722.xml" ContentType="application/vnd.openxmlformats-officedocument.presentationml.tags+xml"/>
  <Override PartName="/ppt/tags/tag867.xml" ContentType="application/vnd.openxmlformats-officedocument.presentationml.tags+xml"/>
  <Override PartName="/ppt/tags/tag1199.xml" ContentType="application/vnd.openxmlformats-officedocument.presentationml.tags+xml"/>
  <Override PartName="/ppt/tags/tag1215.xml" ContentType="application/vnd.openxmlformats-officedocument.presentationml.tags+xml"/>
  <Override PartName="/ppt/tableStyles.xml" ContentType="application/vnd.openxmlformats-officedocument.presentationml.tableStyles+xml"/>
  <Override PartName="/ppt/tags/tag74.xml" ContentType="application/vnd.openxmlformats-officedocument.presentationml.tags+xml"/>
  <Override PartName="/ppt/tags/tag230.xml" ContentType="application/vnd.openxmlformats-officedocument.presentationml.tags+xml"/>
  <Override PartName="/ppt/tags/tag375.xml" ContentType="application/vnd.openxmlformats-officedocument.presentationml.tags+xml"/>
  <Override PartName="/ppt/tags/tag561.xml" ContentType="application/vnd.openxmlformats-officedocument.presentationml.tags+xml"/>
  <Override PartName="/ppt/tags/tag892.xml" ContentType="application/vnd.openxmlformats-officedocument.presentationml.tags+xml"/>
  <Override PartName="/ppt/tags/tag1054.xml" ContentType="application/vnd.openxmlformats-officedocument.presentationml.tags+xml"/>
  <Override PartName="/ppt/tags/tag306.xml" ContentType="application/vnd.openxmlformats-officedocument.presentationml.tags+xml"/>
  <Override PartName="/ppt/tags/tag637.xml" ContentType="application/vnd.openxmlformats-officedocument.presentationml.tags+xml"/>
  <Override PartName="/ppt/tags/tag968.xml" ContentType="application/vnd.openxmlformats-officedocument.presentationml.tags+xml"/>
  <Override PartName="/ppt/tags/tag145.xml" ContentType="application/vnd.openxmlformats-officedocument.presentationml.tags+xml"/>
  <Override PartName="/ppt/tags/tag476.xml" ContentType="application/vnd.openxmlformats-officedocument.presentationml.tags+xml"/>
  <Override PartName="/ppt/tags/tag823.xml" ContentType="application/vnd.openxmlformats-officedocument.presentationml.tags+xml"/>
  <Override PartName="/ppt/tags/tag1155.xml" ContentType="application/vnd.openxmlformats-officedocument.presentationml.tags+xml"/>
  <Override PartName="/ppt/tags/tag30.xml" ContentType="application/vnd.openxmlformats-officedocument.presentationml.tags+xml"/>
  <Override PartName="/ppt/tags/tag331.xml" ContentType="application/vnd.openxmlformats-officedocument.presentationml.tags+xml"/>
  <Override PartName="/ppt/tags/tag662.xml" ContentType="application/vnd.openxmlformats-officedocument.presentationml.tags+xml"/>
  <Override PartName="/ppt/tags/tag993.xml" ContentType="application/vnd.openxmlformats-officedocument.presentationml.tags+xml"/>
  <Override PartName="/ppt/tags/tag1010.xml" ContentType="application/vnd.openxmlformats-officedocument.presentationml.tags+xml"/>
  <Override PartName="/ppt/tags/tag170.xml" ContentType="application/vnd.openxmlformats-officedocument.presentationml.tags+xml"/>
  <Override PartName="/ppt/tags/tag407.xml" ContentType="application/vnd.openxmlformats-officedocument.presentationml.tags+xml"/>
  <Override PartName="/ppt/tags/tag738.xml" ContentType="application/vnd.openxmlformats-officedocument.presentationml.tags+xml"/>
  <Override PartName="/ppt/tags/tag1180.xml" ContentType="application/vnd.openxmlformats-officedocument.presentationml.tags+xml"/>
  <Override PartName="/ppt/tags/tag101.xml" ContentType="application/vnd.openxmlformats-officedocument.presentationml.tags+xml"/>
  <Override PartName="/ppt/tags/tag246.xml" ContentType="application/vnd.openxmlformats-officedocument.presentationml.tags+xml"/>
  <Override PartName="/ppt/tags/tag432.xml" ContentType="application/vnd.openxmlformats-officedocument.presentationml.tags+xml"/>
  <Override PartName="/ppt/tags/tag577.xml" ContentType="application/vnd.openxmlformats-officedocument.presentationml.tags+xml"/>
  <Override PartName="/ppt/tags/tag924.xml" ContentType="application/vnd.openxmlformats-officedocument.presentationml.tags+xml"/>
  <Override PartName="/ppt/tags/tag1111.xml" ContentType="application/vnd.openxmlformats-officedocument.presentationml.tags+xml"/>
  <Override PartName="/ppt/slides/slide33.xml" ContentType="application/vnd.openxmlformats-officedocument.presentationml.slide+xml"/>
  <Override PartName="/ppt/tags/tag271.xml" ContentType="application/vnd.openxmlformats-officedocument.presentationml.tags+xml"/>
  <Override PartName="/ppt/tags/tag508.xml" ContentType="application/vnd.openxmlformats-officedocument.presentationml.tags+xml"/>
  <Override PartName="/ppt/tags/tag763.xml" ContentType="application/vnd.openxmlformats-officedocument.presentationml.tags+xml"/>
  <Override PartName="/ppt/tags/tag1095.xml" ContentType="application/vnd.openxmlformats-officedocument.presentationml.tags+xml"/>
  <Override PartName="/ppt/tags/tag347.xml" ContentType="application/vnd.openxmlformats-officedocument.presentationml.tags+xml"/>
  <Override PartName="/ppt/tags/tag839.xml" ContentType="application/vnd.openxmlformats-officedocument.presentationml.tags+xml"/>
  <Override PartName="/ppt/tags/tag46.xml" ContentType="application/vnd.openxmlformats-officedocument.presentationml.tags+xml"/>
  <Override PartName="/ppt/tags/tag186.xml" ContentType="application/vnd.openxmlformats-officedocument.presentationml.tags+xml"/>
  <Override PartName="/ppt/tags/tag202.xml" ContentType="application/vnd.openxmlformats-officedocument.presentationml.tags+xml"/>
  <Override PartName="/ppt/tags/tag533.xml" ContentType="application/vnd.openxmlformats-officedocument.presentationml.tags+xml"/>
  <Override PartName="/ppt/tags/tag678.xml" ContentType="application/vnd.openxmlformats-officedocument.presentationml.tags+xml"/>
  <Override PartName="/ppt/tags/tag864.xml" ContentType="application/vnd.openxmlformats-officedocument.presentationml.tags+xml"/>
  <Override PartName="/ppt/tags/tag1026.xml" ContentType="application/vnd.openxmlformats-officedocument.presentationml.tags+xml"/>
  <Override PartName="/ppt/tags/tag1212.xml" ContentType="application/vnd.openxmlformats-officedocument.presentationml.tags+xml"/>
  <Override PartName="/ppt/tags/tag71.xml" ContentType="application/vnd.openxmlformats-officedocument.presentationml.tags+xml"/>
  <Override PartName="/ppt/tags/tag372.xml" ContentType="application/vnd.openxmlformats-officedocument.presentationml.tags+xml"/>
  <Override PartName="/ppt/tags/tag609.xml" ContentType="application/vnd.openxmlformats-officedocument.presentationml.tags+xml"/>
  <Override PartName="/ppt/tags/tag1051.xml" ContentType="application/vnd.openxmlformats-officedocument.presentationml.tags+xml"/>
  <Override PartName="/ppt/tags/tag1196.xml" ContentType="application/vnd.openxmlformats-officedocument.presentationml.tags+xml"/>
  <Override PartName="/ppt/tags/tag117.xml" ContentType="application/vnd.openxmlformats-officedocument.presentationml.tags+xml"/>
  <Override PartName="/ppt/tags/tag448.xml" ContentType="application/vnd.openxmlformats-officedocument.presentationml.tags+xml"/>
  <Override PartName="/ppt/tags/tag779.xml" ContentType="application/vnd.openxmlformats-officedocument.presentationml.tags+xml"/>
  <Override PartName="/ppt/tags/tag1127.xml" ContentType="application/vnd.openxmlformats-officedocument.presentationml.tags+xml"/>
  <Override PartName="/ppt/slides/slide49.xml" ContentType="application/vnd.openxmlformats-officedocument.presentationml.slide+xml"/>
  <Override PartName="/ppt/tags/tag142.xml" ContentType="application/vnd.openxmlformats-officedocument.presentationml.tags+xml"/>
  <Override PartName="/ppt/tags/tag287.xml" ContentType="application/vnd.openxmlformats-officedocument.presentationml.tags+xml"/>
  <Override PartName="/ppt/tags/tag303.xml" ContentType="application/vnd.openxmlformats-officedocument.presentationml.tags+xml"/>
  <Override PartName="/ppt/tags/tag634.xml" ContentType="application/vnd.openxmlformats-officedocument.presentationml.tags+xml"/>
  <Override PartName="/ppt/tags/tag820.xml" ContentType="application/vnd.openxmlformats-officedocument.presentationml.tags+xml"/>
  <Override PartName="/ppt/tags/tag965.xml" ContentType="application/vnd.openxmlformats-officedocument.presentationml.tags+xml"/>
  <Override PartName="/ppt/tags/tag473.xml" ContentType="application/vnd.openxmlformats-officedocument.presentationml.tags+xml"/>
  <Override PartName="/ppt/tags/tag990.xml" ContentType="application/vnd.openxmlformats-officedocument.presentationml.tags+xml"/>
  <Override PartName="/ppt/tags/tag1152.xml" ContentType="application/vnd.openxmlformats-officedocument.presentationml.tags+xml"/>
  <Override PartName="/ppt/tags/tag218.xml" ContentType="application/vnd.openxmlformats-officedocument.presentationml.tags+xml"/>
  <Override PartName="/ppt/tags/tag404.xml" ContentType="application/vnd.openxmlformats-officedocument.presentationml.tags+xml"/>
  <Override PartName="/ppt/tags/tag549.xml" ContentType="application/vnd.openxmlformats-officedocument.presentationml.tags+xml"/>
  <Override PartName="/ppt/tags/tag735.xml" ContentType="application/vnd.openxmlformats-officedocument.presentationml.tags+xml"/>
  <Override PartName="/ppt/tags/tag87.xml" ContentType="application/vnd.openxmlformats-officedocument.presentationml.tags+xml"/>
  <Override PartName="/ppt/tags/tag243.xml" ContentType="application/vnd.openxmlformats-officedocument.presentationml.tags+xml"/>
  <Override PartName="/ppt/tags/tag388.xml" ContentType="application/vnd.openxmlformats-officedocument.presentationml.tags+xml"/>
  <Override PartName="/ppt/tags/tag574.xml" ContentType="application/vnd.openxmlformats-officedocument.presentationml.tags+xml"/>
  <Override PartName="/ppt/tags/tag921.xml" ContentType="application/vnd.openxmlformats-officedocument.presentationml.tags+xml"/>
  <Override PartName="/ppt/tags/tag1067.xml" ContentType="application/vnd.openxmlformats-officedocument.presentationml.tags+xml"/>
  <Override PartName="/ppt/tags/tag319.xml" ContentType="application/vnd.openxmlformats-officedocument.presentationml.tags+xml"/>
  <Override PartName="/ppt/tags/tag760.xml" ContentType="application/vnd.openxmlformats-officedocument.presentationml.tags+xml"/>
  <Override PartName="/ppt/tags/tag1092.xml" ContentType="application/vnd.openxmlformats-officedocument.presentationml.tags+xml"/>
  <Override PartName="/ppt/slides/slide30.xml" ContentType="application/vnd.openxmlformats-officedocument.presentationml.slide+xml"/>
  <Override PartName="/ppt/tags/tag18.xml" ContentType="application/vnd.openxmlformats-officedocument.presentationml.tags+xml"/>
  <Override PartName="/ppt/tags/tag158.xml" ContentType="application/vnd.openxmlformats-officedocument.presentationml.tags+xml"/>
  <Override PartName="/ppt/tags/tag505.xml" ContentType="application/vnd.openxmlformats-officedocument.presentationml.tags+xml"/>
  <Override PartName="/ppt/tags/tag836.xml" ContentType="application/vnd.openxmlformats-officedocument.presentationml.tags+xml"/>
  <Override PartName="/ppt/tags/tag43.xml" ContentType="application/vnd.openxmlformats-officedocument.presentationml.tags+xml"/>
  <Override PartName="/ppt/tags/tag344.xml" ContentType="application/vnd.openxmlformats-officedocument.presentationml.tags+xml"/>
  <Override PartName="/ppt/tags/tag489.xml" ContentType="application/vnd.openxmlformats-officedocument.presentationml.tags+xml"/>
  <Override PartName="/ppt/tags/tag530.xml" ContentType="application/vnd.openxmlformats-officedocument.presentationml.tags+xml"/>
  <Override PartName="/ppt/tags/tag675.xml" ContentType="application/vnd.openxmlformats-officedocument.presentationml.tags+xml"/>
  <Override PartName="/ppt/tags/tag1023.xml" ContentType="application/vnd.openxmlformats-officedocument.presentationml.tags+xml"/>
  <Override PartName="/ppt/tags/tag1168.xml" ContentType="application/vnd.openxmlformats-officedocument.presentationml.tags+xml"/>
  <Override PartName="/ppt/tags/tag183.xml" ContentType="application/vnd.openxmlformats-officedocument.presentationml.tags+xml"/>
  <Override PartName="/ppt/tags/tag861.xml" ContentType="application/vnd.openxmlformats-officedocument.presentationml.tags+xml"/>
  <Override PartName="/ppt/tags/tag1193.xml" ContentType="application/vnd.openxmlformats-officedocument.presentationml.tags+xml"/>
  <Override PartName="/ppt/tags/tag114.xml" ContentType="application/vnd.openxmlformats-officedocument.presentationml.tags+xml"/>
  <Override PartName="/ppt/tags/tag259.xml" ContentType="application/vnd.openxmlformats-officedocument.presentationml.tags+xml"/>
  <Override PartName="/ppt/tags/tag606.xml" ContentType="application/vnd.openxmlformats-officedocument.presentationml.tags+xml"/>
  <Override PartName="/ppt/tags/tag937.xml" ContentType="application/vnd.openxmlformats-officedocument.presentationml.tags+xml"/>
  <Override PartName="/ppt/tags/tag300.xml" ContentType="application/vnd.openxmlformats-officedocument.presentationml.tags+xml"/>
  <Override PartName="/ppt/tags/tag445.xml" ContentType="application/vnd.openxmlformats-officedocument.presentationml.tags+xml"/>
  <Override PartName="/ppt/tags/tag631.xml" ContentType="application/vnd.openxmlformats-officedocument.presentationml.tags+xml"/>
  <Override PartName="/ppt/tags/tag776.xml" ContentType="application/vnd.openxmlformats-officedocument.presentationml.tags+xml"/>
  <Override PartName="/ppt/tags/tag962.xml" ContentType="application/vnd.openxmlformats-officedocument.presentationml.tags+xml"/>
  <Override PartName="/ppt/tags/tag1124.xml" ContentType="application/vnd.openxmlformats-officedocument.presentationml.tags+xml"/>
  <Override PartName="/ppt/slides/slide46.xml" ContentType="application/vnd.openxmlformats-officedocument.presentationml.slide+xml"/>
  <Override PartName="/ppt/tags/tag284.xml" ContentType="application/vnd.openxmlformats-officedocument.presentationml.tags+xml"/>
  <Override PartName="/ppt/tags/tag470.xml" ContentType="application/vnd.openxmlformats-officedocument.presentationml.tags+xml"/>
  <Override PartName="/ppt/tags/tag707.xml" ContentType="application/vnd.openxmlformats-officedocument.presentationml.tags+xml"/>
  <Override PartName="/ppt/tags/tag59.xml" ContentType="application/vnd.openxmlformats-officedocument.presentationml.tags+xml"/>
  <Override PartName="/ppt/tags/tag215.xml" ContentType="application/vnd.openxmlformats-officedocument.presentationml.tags+xml"/>
  <Override PartName="/ppt/tags/tag546.xml" ContentType="application/vnd.openxmlformats-officedocument.presentationml.tags+xml"/>
  <Override PartName="/ppt/tags/tag877.xml" ContentType="application/vnd.openxmlformats-officedocument.presentationml.tags+xml"/>
  <Override PartName="/ppt/tags/tag1039.xml" ContentType="application/vnd.openxmlformats-officedocument.presentationml.tags+xml"/>
  <Override PartName="/ppt/tags/tag84.xml" ContentType="application/vnd.openxmlformats-officedocument.presentationml.tags+xml"/>
  <Override PartName="/ppt/tags/tag199.xml" ContentType="application/vnd.openxmlformats-officedocument.presentationml.tags+xml"/>
  <Override PartName="/ppt/tags/tag385.xml" ContentType="application/vnd.openxmlformats-officedocument.presentationml.tags+xml"/>
  <Override PartName="/ppt/tags/tag401.xml" ContentType="application/vnd.openxmlformats-officedocument.presentationml.tags+xml"/>
  <Override PartName="/ppt/tags/tag732.xml" ContentType="application/vnd.openxmlformats-officedocument.presentationml.tags+xml"/>
  <Override PartName="/ppt/tags/tag1064.xml" ContentType="application/vnd.openxmlformats-officedocument.presentationml.tags+xml"/>
  <Override PartName="/ppt/tags/tag240.xml" ContentType="application/vnd.openxmlformats-officedocument.presentationml.tags+xml"/>
  <Override PartName="/ppt/tags/tag571.xml" ContentType="application/vnd.openxmlformats-officedocument.presentationml.tags+xml"/>
  <Override PartName="/ppt/tags/tag808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</p:sldMasterIdLst>
  <p:notesMasterIdLst>
    <p:notesMasterId r:id="rId58"/>
  </p:notesMasterIdLst>
  <p:sldIdLst>
    <p:sldId id="256" r:id="rId3"/>
    <p:sldId id="257" r:id="rId4"/>
    <p:sldId id="260" r:id="rId5"/>
    <p:sldId id="312" r:id="rId6"/>
    <p:sldId id="270" r:id="rId7"/>
    <p:sldId id="311" r:id="rId8"/>
    <p:sldId id="323" r:id="rId9"/>
    <p:sldId id="263" r:id="rId10"/>
    <p:sldId id="264" r:id="rId11"/>
    <p:sldId id="265" r:id="rId12"/>
    <p:sldId id="266" r:id="rId13"/>
    <p:sldId id="313" r:id="rId14"/>
    <p:sldId id="324" r:id="rId15"/>
    <p:sldId id="322" r:id="rId16"/>
    <p:sldId id="271" r:id="rId17"/>
    <p:sldId id="273" r:id="rId18"/>
    <p:sldId id="274" r:id="rId19"/>
    <p:sldId id="321" r:id="rId20"/>
    <p:sldId id="325" r:id="rId21"/>
    <p:sldId id="267" r:id="rId22"/>
    <p:sldId id="278" r:id="rId23"/>
    <p:sldId id="279" r:id="rId24"/>
    <p:sldId id="327" r:id="rId25"/>
    <p:sldId id="281" r:id="rId26"/>
    <p:sldId id="326" r:id="rId27"/>
    <p:sldId id="314" r:id="rId28"/>
    <p:sldId id="282" r:id="rId29"/>
    <p:sldId id="283" r:id="rId30"/>
    <p:sldId id="328" r:id="rId31"/>
    <p:sldId id="315" r:id="rId32"/>
    <p:sldId id="284" r:id="rId33"/>
    <p:sldId id="285" r:id="rId34"/>
    <p:sldId id="316" r:id="rId35"/>
    <p:sldId id="286" r:id="rId36"/>
    <p:sldId id="287" r:id="rId37"/>
    <p:sldId id="329" r:id="rId38"/>
    <p:sldId id="289" r:id="rId39"/>
    <p:sldId id="317" r:id="rId40"/>
    <p:sldId id="318" r:id="rId41"/>
    <p:sldId id="293" r:id="rId42"/>
    <p:sldId id="291" r:id="rId43"/>
    <p:sldId id="330" r:id="rId44"/>
    <p:sldId id="292" r:id="rId45"/>
    <p:sldId id="294" r:id="rId46"/>
    <p:sldId id="295" r:id="rId47"/>
    <p:sldId id="296" r:id="rId48"/>
    <p:sldId id="299" r:id="rId49"/>
    <p:sldId id="300" r:id="rId50"/>
    <p:sldId id="303" r:id="rId51"/>
    <p:sldId id="304" r:id="rId52"/>
    <p:sldId id="307" r:id="rId53"/>
    <p:sldId id="308" r:id="rId54"/>
    <p:sldId id="309" r:id="rId55"/>
    <p:sldId id="319" r:id="rId56"/>
    <p:sldId id="320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34" autoAdjust="0"/>
    <p:restoredTop sz="87455" autoAdjust="0"/>
  </p:normalViewPr>
  <p:slideViewPr>
    <p:cSldViewPr>
      <p:cViewPr>
        <p:scale>
          <a:sx n="60" d="100"/>
          <a:sy n="60" d="100"/>
        </p:scale>
        <p:origin x="-145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DDB1E-7D2A-4019-A025-9243FCAC9324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FABE5-9A61-4400-B3D7-BEBF50FAE89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Originally, PVs were grouped with the </a:t>
            </a:r>
            <a:r>
              <a:rPr lang="en-I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polyomaviruses</a:t>
            </a:r>
            <a:r>
              <a:rPr lang="en-I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family </a:t>
            </a:r>
            <a:r>
              <a:rPr lang="en-IN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Papovaviridae</a:t>
            </a:r>
            <a:r>
              <a:rPr lang="en-I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FABE5-9A61-4400-B3D7-BEBF50FAE89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>
                <a:latin typeface="Arial" pitchFamily="34" charset="0"/>
                <a:cs typeface="Arial" pitchFamily="34" charset="0"/>
              </a:rPr>
              <a:t>1935</a:t>
            </a:r>
            <a:r>
              <a:rPr lang="en-US" sz="1200" dirty="0" smtClean="0">
                <a:solidFill>
                  <a:srgbClr val="252525"/>
                </a:solidFill>
                <a:latin typeface="Arial"/>
              </a:rPr>
              <a:t> </a:t>
            </a:r>
            <a:r>
              <a:rPr lang="en-US" sz="1200" b="1" dirty="0" smtClean="0">
                <a:latin typeface="Arial"/>
              </a:rPr>
              <a:t>Francis Peyton Rous</a:t>
            </a:r>
            <a:r>
              <a:rPr lang="en-US" sz="1200" dirty="0" smtClean="0">
                <a:solidFill>
                  <a:srgbClr val="252525"/>
                </a:solidFill>
                <a:latin typeface="Arial"/>
              </a:rPr>
              <a:t>, who had previously demonstrated the existence of a cancer causing </a:t>
            </a:r>
            <a:r>
              <a:rPr lang="en-US" sz="1200" dirty="0" smtClean="0">
                <a:latin typeface="Arial"/>
              </a:rPr>
              <a:t>sarcoma virus</a:t>
            </a:r>
            <a:r>
              <a:rPr lang="en-US" sz="1200" dirty="0" smtClean="0">
                <a:solidFill>
                  <a:srgbClr val="252525"/>
                </a:solidFill>
                <a:latin typeface="Arial"/>
              </a:rPr>
              <a:t> in chickens, went on to show that a </a:t>
            </a:r>
            <a:r>
              <a:rPr lang="en-US" sz="1200" dirty="0" err="1" smtClean="0">
                <a:solidFill>
                  <a:srgbClr val="252525"/>
                </a:solidFill>
                <a:latin typeface="Arial"/>
              </a:rPr>
              <a:t>papillomavirus</a:t>
            </a:r>
            <a:r>
              <a:rPr lang="en-US" sz="1200" dirty="0" smtClean="0">
                <a:solidFill>
                  <a:srgbClr val="252525"/>
                </a:solidFill>
                <a:latin typeface="Arial"/>
              </a:rPr>
              <a:t> could cause skin cancer in infected rabbits. This was the first demonstration that a virus could cause cancer in mammals.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FABE5-9A61-4400-B3D7-BEBF50FAE89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79F46A-D9A7-4B2B-BFB5-BC8E496EB481}" type="slidenum">
              <a:rPr lang="en-US" smtClean="0">
                <a:latin typeface="Times" pitchFamily="18" charset="0"/>
              </a:rPr>
              <a:pPr/>
              <a:t>8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>
              <a:latin typeface="Times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F2D08A3-3D42-4D2F-A101-AE1C6BA43DDC}" type="slidenum">
              <a:rPr lang="en-US" smtClean="0">
                <a:latin typeface="Times" pitchFamily="18" charset="0"/>
              </a:rPr>
              <a:pPr/>
              <a:t>9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>
              <a:latin typeface="Times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Constitutive </a:t>
            </a:r>
            <a:r>
              <a:rPr lang="en-IN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splicing</a:t>
            </a:r>
            <a:r>
              <a:rPr lang="en-I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is the process of </a:t>
            </a:r>
            <a:r>
              <a:rPr lang="en-I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intron</a:t>
            </a:r>
            <a:r>
              <a:rPr lang="en-I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removal and </a:t>
            </a:r>
            <a:r>
              <a:rPr lang="en-I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exon</a:t>
            </a:r>
            <a:r>
              <a:rPr lang="en-I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ligation of the majority of the </a:t>
            </a:r>
            <a:r>
              <a:rPr lang="en-I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exons</a:t>
            </a:r>
            <a:r>
              <a:rPr lang="en-I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order in which they appear in a gene. </a:t>
            </a:r>
            <a:r>
              <a:rPr lang="en-IN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Alternative splicing</a:t>
            </a:r>
            <a:r>
              <a:rPr lang="en-I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is a deviation from this preferred sequence where certain </a:t>
            </a:r>
            <a:r>
              <a:rPr lang="en-IN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exons</a:t>
            </a:r>
            <a:r>
              <a:rPr lang="en-IN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skipped resulting in various forms of mature mRNA. A mechanism by which different forms of mature mRNAs (messengers RNAs) are generated from the same gene.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FABE5-9A61-4400-B3D7-BEBF50FAE89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EE3DE5C-8AF6-4D49-B10B-381029CA2373}" type="slidenum">
              <a:rPr lang="en-US" smtClean="0">
                <a:latin typeface="Times" pitchFamily="18" charset="0"/>
              </a:rPr>
              <a:pPr/>
              <a:t>16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Times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9D99B94-D1C2-4D57-AD5D-116EF82567EA}" type="slidenum">
              <a:rPr lang="en-US" smtClean="0">
                <a:latin typeface="Times" pitchFamily="18" charset="0"/>
              </a:rPr>
              <a:pPr/>
              <a:t>17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Times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8B58A2-AA27-4422-9C04-5FB7288B7947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70172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Mareks</a:t>
            </a:r>
            <a:r>
              <a:rPr lang="en-US" dirty="0" smtClean="0"/>
              <a:t> disease chicken cell line (MDCC)</a:t>
            </a:r>
          </a:p>
          <a:p>
            <a:r>
              <a:rPr lang="en-US" dirty="0" err="1" smtClean="0"/>
              <a:t>Leucocyte</a:t>
            </a:r>
            <a:r>
              <a:rPr lang="en-US" baseline="0" dirty="0" smtClean="0"/>
              <a:t> subset cell culture (LSCC)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9FABE5-9A61-4400-B3D7-BEBF50FAE891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138933"/>
            <a:ext cx="7772400" cy="1362075"/>
          </a:xfrm>
        </p:spPr>
        <p:txBody>
          <a:bodyPr anchor="ctr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3302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9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26" Type="http://schemas.openxmlformats.org/officeDocument/2006/relationships/tags" Target="../tags/tag32.xml"/><Relationship Id="rId39" Type="http://schemas.openxmlformats.org/officeDocument/2006/relationships/notesSlide" Target="../notesSlides/notesSlide4.xml"/><Relationship Id="rId3" Type="http://schemas.openxmlformats.org/officeDocument/2006/relationships/tags" Target="../tags/tag9.xml"/><Relationship Id="rId21" Type="http://schemas.openxmlformats.org/officeDocument/2006/relationships/tags" Target="../tags/tag27.xml"/><Relationship Id="rId34" Type="http://schemas.openxmlformats.org/officeDocument/2006/relationships/tags" Target="../tags/tag40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tags" Target="../tags/tag31.xml"/><Relationship Id="rId33" Type="http://schemas.openxmlformats.org/officeDocument/2006/relationships/tags" Target="../tags/tag39.xml"/><Relationship Id="rId38" Type="http://schemas.openxmlformats.org/officeDocument/2006/relationships/slideLayout" Target="../slideLayouts/slideLayout19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tags" Target="../tags/tag26.xml"/><Relationship Id="rId29" Type="http://schemas.openxmlformats.org/officeDocument/2006/relationships/tags" Target="../tags/tag35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32" Type="http://schemas.openxmlformats.org/officeDocument/2006/relationships/tags" Target="../tags/tag38.xml"/><Relationship Id="rId37" Type="http://schemas.openxmlformats.org/officeDocument/2006/relationships/tags" Target="../tags/tag43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28" Type="http://schemas.openxmlformats.org/officeDocument/2006/relationships/tags" Target="../tags/tag34.xml"/><Relationship Id="rId36" Type="http://schemas.openxmlformats.org/officeDocument/2006/relationships/tags" Target="../tags/tag42.xml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31" Type="http://schemas.openxmlformats.org/officeDocument/2006/relationships/tags" Target="../tags/tag37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tags" Target="../tags/tag28.xml"/><Relationship Id="rId27" Type="http://schemas.openxmlformats.org/officeDocument/2006/relationships/tags" Target="../tags/tag33.xml"/><Relationship Id="rId30" Type="http://schemas.openxmlformats.org/officeDocument/2006/relationships/tags" Target="../tags/tag36.xml"/><Relationship Id="rId35" Type="http://schemas.openxmlformats.org/officeDocument/2006/relationships/tags" Target="../tags/tag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tags" Target="../tags/tag160.xml"/><Relationship Id="rId299" Type="http://schemas.openxmlformats.org/officeDocument/2006/relationships/tags" Target="../tags/tag342.xml"/><Relationship Id="rId21" Type="http://schemas.openxmlformats.org/officeDocument/2006/relationships/tags" Target="../tags/tag64.xml"/><Relationship Id="rId63" Type="http://schemas.openxmlformats.org/officeDocument/2006/relationships/tags" Target="../tags/tag106.xml"/><Relationship Id="rId159" Type="http://schemas.openxmlformats.org/officeDocument/2006/relationships/tags" Target="../tags/tag202.xml"/><Relationship Id="rId324" Type="http://schemas.openxmlformats.org/officeDocument/2006/relationships/tags" Target="../tags/tag367.xml"/><Relationship Id="rId366" Type="http://schemas.openxmlformats.org/officeDocument/2006/relationships/tags" Target="../tags/tag409.xml"/><Relationship Id="rId170" Type="http://schemas.openxmlformats.org/officeDocument/2006/relationships/tags" Target="../tags/tag213.xml"/><Relationship Id="rId226" Type="http://schemas.openxmlformats.org/officeDocument/2006/relationships/tags" Target="../tags/tag269.xml"/><Relationship Id="rId268" Type="http://schemas.openxmlformats.org/officeDocument/2006/relationships/tags" Target="../tags/tag311.xml"/><Relationship Id="rId32" Type="http://schemas.openxmlformats.org/officeDocument/2006/relationships/tags" Target="../tags/tag75.xml"/><Relationship Id="rId74" Type="http://schemas.openxmlformats.org/officeDocument/2006/relationships/tags" Target="../tags/tag117.xml"/><Relationship Id="rId128" Type="http://schemas.openxmlformats.org/officeDocument/2006/relationships/tags" Target="../tags/tag171.xml"/><Relationship Id="rId335" Type="http://schemas.openxmlformats.org/officeDocument/2006/relationships/tags" Target="../tags/tag378.xml"/><Relationship Id="rId377" Type="http://schemas.openxmlformats.org/officeDocument/2006/relationships/tags" Target="../tags/tag420.xml"/><Relationship Id="rId5" Type="http://schemas.openxmlformats.org/officeDocument/2006/relationships/tags" Target="../tags/tag48.xml"/><Relationship Id="rId181" Type="http://schemas.openxmlformats.org/officeDocument/2006/relationships/tags" Target="../tags/tag224.xml"/><Relationship Id="rId237" Type="http://schemas.openxmlformats.org/officeDocument/2006/relationships/tags" Target="../tags/tag280.xml"/><Relationship Id="rId402" Type="http://schemas.openxmlformats.org/officeDocument/2006/relationships/tags" Target="../tags/tag445.xml"/><Relationship Id="rId258" Type="http://schemas.openxmlformats.org/officeDocument/2006/relationships/tags" Target="../tags/tag301.xml"/><Relationship Id="rId279" Type="http://schemas.openxmlformats.org/officeDocument/2006/relationships/tags" Target="../tags/tag322.xml"/><Relationship Id="rId22" Type="http://schemas.openxmlformats.org/officeDocument/2006/relationships/tags" Target="../tags/tag65.xml"/><Relationship Id="rId43" Type="http://schemas.openxmlformats.org/officeDocument/2006/relationships/tags" Target="../tags/tag86.xml"/><Relationship Id="rId64" Type="http://schemas.openxmlformats.org/officeDocument/2006/relationships/tags" Target="../tags/tag107.xml"/><Relationship Id="rId118" Type="http://schemas.openxmlformats.org/officeDocument/2006/relationships/tags" Target="../tags/tag161.xml"/><Relationship Id="rId139" Type="http://schemas.openxmlformats.org/officeDocument/2006/relationships/tags" Target="../tags/tag182.xml"/><Relationship Id="rId290" Type="http://schemas.openxmlformats.org/officeDocument/2006/relationships/tags" Target="../tags/tag333.xml"/><Relationship Id="rId304" Type="http://schemas.openxmlformats.org/officeDocument/2006/relationships/tags" Target="../tags/tag347.xml"/><Relationship Id="rId325" Type="http://schemas.openxmlformats.org/officeDocument/2006/relationships/tags" Target="../tags/tag368.xml"/><Relationship Id="rId346" Type="http://schemas.openxmlformats.org/officeDocument/2006/relationships/tags" Target="../tags/tag389.xml"/><Relationship Id="rId367" Type="http://schemas.openxmlformats.org/officeDocument/2006/relationships/tags" Target="../tags/tag410.xml"/><Relationship Id="rId388" Type="http://schemas.openxmlformats.org/officeDocument/2006/relationships/tags" Target="../tags/tag431.xml"/><Relationship Id="rId85" Type="http://schemas.openxmlformats.org/officeDocument/2006/relationships/tags" Target="../tags/tag128.xml"/><Relationship Id="rId150" Type="http://schemas.openxmlformats.org/officeDocument/2006/relationships/tags" Target="../tags/tag193.xml"/><Relationship Id="rId171" Type="http://schemas.openxmlformats.org/officeDocument/2006/relationships/tags" Target="../tags/tag214.xml"/><Relationship Id="rId192" Type="http://schemas.openxmlformats.org/officeDocument/2006/relationships/tags" Target="../tags/tag235.xml"/><Relationship Id="rId206" Type="http://schemas.openxmlformats.org/officeDocument/2006/relationships/tags" Target="../tags/tag249.xml"/><Relationship Id="rId227" Type="http://schemas.openxmlformats.org/officeDocument/2006/relationships/tags" Target="../tags/tag270.xml"/><Relationship Id="rId413" Type="http://schemas.openxmlformats.org/officeDocument/2006/relationships/slideLayout" Target="../slideLayouts/slideLayout19.xml"/><Relationship Id="rId248" Type="http://schemas.openxmlformats.org/officeDocument/2006/relationships/tags" Target="../tags/tag291.xml"/><Relationship Id="rId269" Type="http://schemas.openxmlformats.org/officeDocument/2006/relationships/tags" Target="../tags/tag312.xml"/><Relationship Id="rId12" Type="http://schemas.openxmlformats.org/officeDocument/2006/relationships/tags" Target="../tags/tag55.xml"/><Relationship Id="rId33" Type="http://schemas.openxmlformats.org/officeDocument/2006/relationships/tags" Target="../tags/tag76.xml"/><Relationship Id="rId108" Type="http://schemas.openxmlformats.org/officeDocument/2006/relationships/tags" Target="../tags/tag151.xml"/><Relationship Id="rId129" Type="http://schemas.openxmlformats.org/officeDocument/2006/relationships/tags" Target="../tags/tag172.xml"/><Relationship Id="rId280" Type="http://schemas.openxmlformats.org/officeDocument/2006/relationships/tags" Target="../tags/tag323.xml"/><Relationship Id="rId315" Type="http://schemas.openxmlformats.org/officeDocument/2006/relationships/tags" Target="../tags/tag358.xml"/><Relationship Id="rId336" Type="http://schemas.openxmlformats.org/officeDocument/2006/relationships/tags" Target="../tags/tag379.xml"/><Relationship Id="rId357" Type="http://schemas.openxmlformats.org/officeDocument/2006/relationships/tags" Target="../tags/tag400.xml"/><Relationship Id="rId54" Type="http://schemas.openxmlformats.org/officeDocument/2006/relationships/tags" Target="../tags/tag97.xml"/><Relationship Id="rId75" Type="http://schemas.openxmlformats.org/officeDocument/2006/relationships/tags" Target="../tags/tag118.xml"/><Relationship Id="rId96" Type="http://schemas.openxmlformats.org/officeDocument/2006/relationships/tags" Target="../tags/tag139.xml"/><Relationship Id="rId140" Type="http://schemas.openxmlformats.org/officeDocument/2006/relationships/tags" Target="../tags/tag183.xml"/><Relationship Id="rId161" Type="http://schemas.openxmlformats.org/officeDocument/2006/relationships/tags" Target="../tags/tag204.xml"/><Relationship Id="rId182" Type="http://schemas.openxmlformats.org/officeDocument/2006/relationships/tags" Target="../tags/tag225.xml"/><Relationship Id="rId217" Type="http://schemas.openxmlformats.org/officeDocument/2006/relationships/tags" Target="../tags/tag260.xml"/><Relationship Id="rId378" Type="http://schemas.openxmlformats.org/officeDocument/2006/relationships/tags" Target="../tags/tag421.xml"/><Relationship Id="rId399" Type="http://schemas.openxmlformats.org/officeDocument/2006/relationships/tags" Target="../tags/tag442.xml"/><Relationship Id="rId403" Type="http://schemas.openxmlformats.org/officeDocument/2006/relationships/tags" Target="../tags/tag446.xml"/><Relationship Id="rId6" Type="http://schemas.openxmlformats.org/officeDocument/2006/relationships/tags" Target="../tags/tag49.xml"/><Relationship Id="rId238" Type="http://schemas.openxmlformats.org/officeDocument/2006/relationships/tags" Target="../tags/tag281.xml"/><Relationship Id="rId259" Type="http://schemas.openxmlformats.org/officeDocument/2006/relationships/tags" Target="../tags/tag302.xml"/><Relationship Id="rId23" Type="http://schemas.openxmlformats.org/officeDocument/2006/relationships/tags" Target="../tags/tag66.xml"/><Relationship Id="rId119" Type="http://schemas.openxmlformats.org/officeDocument/2006/relationships/tags" Target="../tags/tag162.xml"/><Relationship Id="rId270" Type="http://schemas.openxmlformats.org/officeDocument/2006/relationships/tags" Target="../tags/tag313.xml"/><Relationship Id="rId291" Type="http://schemas.openxmlformats.org/officeDocument/2006/relationships/tags" Target="../tags/tag334.xml"/><Relationship Id="rId305" Type="http://schemas.openxmlformats.org/officeDocument/2006/relationships/tags" Target="../tags/tag348.xml"/><Relationship Id="rId326" Type="http://schemas.openxmlformats.org/officeDocument/2006/relationships/tags" Target="../tags/tag369.xml"/><Relationship Id="rId347" Type="http://schemas.openxmlformats.org/officeDocument/2006/relationships/tags" Target="../tags/tag390.xml"/><Relationship Id="rId44" Type="http://schemas.openxmlformats.org/officeDocument/2006/relationships/tags" Target="../tags/tag87.xml"/><Relationship Id="rId65" Type="http://schemas.openxmlformats.org/officeDocument/2006/relationships/tags" Target="../tags/tag108.xml"/><Relationship Id="rId86" Type="http://schemas.openxmlformats.org/officeDocument/2006/relationships/tags" Target="../tags/tag129.xml"/><Relationship Id="rId130" Type="http://schemas.openxmlformats.org/officeDocument/2006/relationships/tags" Target="../tags/tag173.xml"/><Relationship Id="rId151" Type="http://schemas.openxmlformats.org/officeDocument/2006/relationships/tags" Target="../tags/tag194.xml"/><Relationship Id="rId368" Type="http://schemas.openxmlformats.org/officeDocument/2006/relationships/tags" Target="../tags/tag411.xml"/><Relationship Id="rId389" Type="http://schemas.openxmlformats.org/officeDocument/2006/relationships/tags" Target="../tags/tag432.xml"/><Relationship Id="rId172" Type="http://schemas.openxmlformats.org/officeDocument/2006/relationships/tags" Target="../tags/tag215.xml"/><Relationship Id="rId193" Type="http://schemas.openxmlformats.org/officeDocument/2006/relationships/tags" Target="../tags/tag236.xml"/><Relationship Id="rId207" Type="http://schemas.openxmlformats.org/officeDocument/2006/relationships/tags" Target="../tags/tag250.xml"/><Relationship Id="rId228" Type="http://schemas.openxmlformats.org/officeDocument/2006/relationships/tags" Target="../tags/tag271.xml"/><Relationship Id="rId249" Type="http://schemas.openxmlformats.org/officeDocument/2006/relationships/tags" Target="../tags/tag292.xml"/><Relationship Id="rId414" Type="http://schemas.openxmlformats.org/officeDocument/2006/relationships/notesSlide" Target="../notesSlides/notesSlide6.xml"/><Relationship Id="rId13" Type="http://schemas.openxmlformats.org/officeDocument/2006/relationships/tags" Target="../tags/tag56.xml"/><Relationship Id="rId109" Type="http://schemas.openxmlformats.org/officeDocument/2006/relationships/tags" Target="../tags/tag152.xml"/><Relationship Id="rId260" Type="http://schemas.openxmlformats.org/officeDocument/2006/relationships/tags" Target="../tags/tag303.xml"/><Relationship Id="rId281" Type="http://schemas.openxmlformats.org/officeDocument/2006/relationships/tags" Target="../tags/tag324.xml"/><Relationship Id="rId316" Type="http://schemas.openxmlformats.org/officeDocument/2006/relationships/tags" Target="../tags/tag359.xml"/><Relationship Id="rId337" Type="http://schemas.openxmlformats.org/officeDocument/2006/relationships/tags" Target="../tags/tag380.xml"/><Relationship Id="rId34" Type="http://schemas.openxmlformats.org/officeDocument/2006/relationships/tags" Target="../tags/tag77.xml"/><Relationship Id="rId55" Type="http://schemas.openxmlformats.org/officeDocument/2006/relationships/tags" Target="../tags/tag98.xml"/><Relationship Id="rId76" Type="http://schemas.openxmlformats.org/officeDocument/2006/relationships/tags" Target="../tags/tag119.xml"/><Relationship Id="rId97" Type="http://schemas.openxmlformats.org/officeDocument/2006/relationships/tags" Target="../tags/tag140.xml"/><Relationship Id="rId120" Type="http://schemas.openxmlformats.org/officeDocument/2006/relationships/tags" Target="../tags/tag163.xml"/><Relationship Id="rId141" Type="http://schemas.openxmlformats.org/officeDocument/2006/relationships/tags" Target="../tags/tag184.xml"/><Relationship Id="rId358" Type="http://schemas.openxmlformats.org/officeDocument/2006/relationships/tags" Target="../tags/tag401.xml"/><Relationship Id="rId379" Type="http://schemas.openxmlformats.org/officeDocument/2006/relationships/tags" Target="../tags/tag422.xml"/><Relationship Id="rId7" Type="http://schemas.openxmlformats.org/officeDocument/2006/relationships/tags" Target="../tags/tag50.xml"/><Relationship Id="rId162" Type="http://schemas.openxmlformats.org/officeDocument/2006/relationships/tags" Target="../tags/tag205.xml"/><Relationship Id="rId183" Type="http://schemas.openxmlformats.org/officeDocument/2006/relationships/tags" Target="../tags/tag226.xml"/><Relationship Id="rId218" Type="http://schemas.openxmlformats.org/officeDocument/2006/relationships/tags" Target="../tags/tag261.xml"/><Relationship Id="rId239" Type="http://schemas.openxmlformats.org/officeDocument/2006/relationships/tags" Target="../tags/tag282.xml"/><Relationship Id="rId390" Type="http://schemas.openxmlformats.org/officeDocument/2006/relationships/tags" Target="../tags/tag433.xml"/><Relationship Id="rId404" Type="http://schemas.openxmlformats.org/officeDocument/2006/relationships/tags" Target="../tags/tag447.xml"/><Relationship Id="rId250" Type="http://schemas.openxmlformats.org/officeDocument/2006/relationships/tags" Target="../tags/tag293.xml"/><Relationship Id="rId271" Type="http://schemas.openxmlformats.org/officeDocument/2006/relationships/tags" Target="../tags/tag314.xml"/><Relationship Id="rId292" Type="http://schemas.openxmlformats.org/officeDocument/2006/relationships/tags" Target="../tags/tag335.xml"/><Relationship Id="rId306" Type="http://schemas.openxmlformats.org/officeDocument/2006/relationships/tags" Target="../tags/tag349.xml"/><Relationship Id="rId24" Type="http://schemas.openxmlformats.org/officeDocument/2006/relationships/tags" Target="../tags/tag67.xml"/><Relationship Id="rId45" Type="http://schemas.openxmlformats.org/officeDocument/2006/relationships/tags" Target="../tags/tag88.xml"/><Relationship Id="rId66" Type="http://schemas.openxmlformats.org/officeDocument/2006/relationships/tags" Target="../tags/tag109.xml"/><Relationship Id="rId87" Type="http://schemas.openxmlformats.org/officeDocument/2006/relationships/tags" Target="../tags/tag130.xml"/><Relationship Id="rId110" Type="http://schemas.openxmlformats.org/officeDocument/2006/relationships/tags" Target="../tags/tag153.xml"/><Relationship Id="rId131" Type="http://schemas.openxmlformats.org/officeDocument/2006/relationships/tags" Target="../tags/tag174.xml"/><Relationship Id="rId327" Type="http://schemas.openxmlformats.org/officeDocument/2006/relationships/tags" Target="../tags/tag370.xml"/><Relationship Id="rId348" Type="http://schemas.openxmlformats.org/officeDocument/2006/relationships/tags" Target="../tags/tag391.xml"/><Relationship Id="rId369" Type="http://schemas.openxmlformats.org/officeDocument/2006/relationships/tags" Target="../tags/tag412.xml"/><Relationship Id="rId152" Type="http://schemas.openxmlformats.org/officeDocument/2006/relationships/tags" Target="../tags/tag195.xml"/><Relationship Id="rId173" Type="http://schemas.openxmlformats.org/officeDocument/2006/relationships/tags" Target="../tags/tag216.xml"/><Relationship Id="rId194" Type="http://schemas.openxmlformats.org/officeDocument/2006/relationships/tags" Target="../tags/tag237.xml"/><Relationship Id="rId208" Type="http://schemas.openxmlformats.org/officeDocument/2006/relationships/tags" Target="../tags/tag251.xml"/><Relationship Id="rId229" Type="http://schemas.openxmlformats.org/officeDocument/2006/relationships/tags" Target="../tags/tag272.xml"/><Relationship Id="rId380" Type="http://schemas.openxmlformats.org/officeDocument/2006/relationships/tags" Target="../tags/tag423.xml"/><Relationship Id="rId415" Type="http://schemas.openxmlformats.org/officeDocument/2006/relationships/image" Target="../media/image3.png"/><Relationship Id="rId240" Type="http://schemas.openxmlformats.org/officeDocument/2006/relationships/tags" Target="../tags/tag283.xml"/><Relationship Id="rId261" Type="http://schemas.openxmlformats.org/officeDocument/2006/relationships/tags" Target="../tags/tag304.xml"/><Relationship Id="rId14" Type="http://schemas.openxmlformats.org/officeDocument/2006/relationships/tags" Target="../tags/tag57.xml"/><Relationship Id="rId35" Type="http://schemas.openxmlformats.org/officeDocument/2006/relationships/tags" Target="../tags/tag78.xml"/><Relationship Id="rId56" Type="http://schemas.openxmlformats.org/officeDocument/2006/relationships/tags" Target="../tags/tag99.xml"/><Relationship Id="rId77" Type="http://schemas.openxmlformats.org/officeDocument/2006/relationships/tags" Target="../tags/tag120.xml"/><Relationship Id="rId100" Type="http://schemas.openxmlformats.org/officeDocument/2006/relationships/tags" Target="../tags/tag143.xml"/><Relationship Id="rId282" Type="http://schemas.openxmlformats.org/officeDocument/2006/relationships/tags" Target="../tags/tag325.xml"/><Relationship Id="rId317" Type="http://schemas.openxmlformats.org/officeDocument/2006/relationships/tags" Target="../tags/tag360.xml"/><Relationship Id="rId338" Type="http://schemas.openxmlformats.org/officeDocument/2006/relationships/tags" Target="../tags/tag381.xml"/><Relationship Id="rId359" Type="http://schemas.openxmlformats.org/officeDocument/2006/relationships/tags" Target="../tags/tag402.xml"/><Relationship Id="rId8" Type="http://schemas.openxmlformats.org/officeDocument/2006/relationships/tags" Target="../tags/tag51.xml"/><Relationship Id="rId98" Type="http://schemas.openxmlformats.org/officeDocument/2006/relationships/tags" Target="../tags/tag141.xml"/><Relationship Id="rId121" Type="http://schemas.openxmlformats.org/officeDocument/2006/relationships/tags" Target="../tags/tag164.xml"/><Relationship Id="rId142" Type="http://schemas.openxmlformats.org/officeDocument/2006/relationships/tags" Target="../tags/tag185.xml"/><Relationship Id="rId163" Type="http://schemas.openxmlformats.org/officeDocument/2006/relationships/tags" Target="../tags/tag206.xml"/><Relationship Id="rId184" Type="http://schemas.openxmlformats.org/officeDocument/2006/relationships/tags" Target="../tags/tag227.xml"/><Relationship Id="rId219" Type="http://schemas.openxmlformats.org/officeDocument/2006/relationships/tags" Target="../tags/tag262.xml"/><Relationship Id="rId370" Type="http://schemas.openxmlformats.org/officeDocument/2006/relationships/tags" Target="../tags/tag413.xml"/><Relationship Id="rId391" Type="http://schemas.openxmlformats.org/officeDocument/2006/relationships/tags" Target="../tags/tag434.xml"/><Relationship Id="rId405" Type="http://schemas.openxmlformats.org/officeDocument/2006/relationships/tags" Target="../tags/tag448.xml"/><Relationship Id="rId230" Type="http://schemas.openxmlformats.org/officeDocument/2006/relationships/tags" Target="../tags/tag273.xml"/><Relationship Id="rId251" Type="http://schemas.openxmlformats.org/officeDocument/2006/relationships/tags" Target="../tags/tag294.xml"/><Relationship Id="rId25" Type="http://schemas.openxmlformats.org/officeDocument/2006/relationships/tags" Target="../tags/tag68.xml"/><Relationship Id="rId46" Type="http://schemas.openxmlformats.org/officeDocument/2006/relationships/tags" Target="../tags/tag89.xml"/><Relationship Id="rId67" Type="http://schemas.openxmlformats.org/officeDocument/2006/relationships/tags" Target="../tags/tag110.xml"/><Relationship Id="rId272" Type="http://schemas.openxmlformats.org/officeDocument/2006/relationships/tags" Target="../tags/tag315.xml"/><Relationship Id="rId293" Type="http://schemas.openxmlformats.org/officeDocument/2006/relationships/tags" Target="../tags/tag336.xml"/><Relationship Id="rId307" Type="http://schemas.openxmlformats.org/officeDocument/2006/relationships/tags" Target="../tags/tag350.xml"/><Relationship Id="rId328" Type="http://schemas.openxmlformats.org/officeDocument/2006/relationships/tags" Target="../tags/tag371.xml"/><Relationship Id="rId349" Type="http://schemas.openxmlformats.org/officeDocument/2006/relationships/tags" Target="../tags/tag392.xml"/><Relationship Id="rId88" Type="http://schemas.openxmlformats.org/officeDocument/2006/relationships/tags" Target="../tags/tag131.xml"/><Relationship Id="rId111" Type="http://schemas.openxmlformats.org/officeDocument/2006/relationships/tags" Target="../tags/tag154.xml"/><Relationship Id="rId132" Type="http://schemas.openxmlformats.org/officeDocument/2006/relationships/tags" Target="../tags/tag175.xml"/><Relationship Id="rId153" Type="http://schemas.openxmlformats.org/officeDocument/2006/relationships/tags" Target="../tags/tag196.xml"/><Relationship Id="rId174" Type="http://schemas.openxmlformats.org/officeDocument/2006/relationships/tags" Target="../tags/tag217.xml"/><Relationship Id="rId195" Type="http://schemas.openxmlformats.org/officeDocument/2006/relationships/tags" Target="../tags/tag238.xml"/><Relationship Id="rId209" Type="http://schemas.openxmlformats.org/officeDocument/2006/relationships/tags" Target="../tags/tag252.xml"/><Relationship Id="rId360" Type="http://schemas.openxmlformats.org/officeDocument/2006/relationships/tags" Target="../tags/tag403.xml"/><Relationship Id="rId381" Type="http://schemas.openxmlformats.org/officeDocument/2006/relationships/tags" Target="../tags/tag424.xml"/><Relationship Id="rId416" Type="http://schemas.openxmlformats.org/officeDocument/2006/relationships/image" Target="../media/image4.png"/><Relationship Id="rId220" Type="http://schemas.openxmlformats.org/officeDocument/2006/relationships/tags" Target="../tags/tag263.xml"/><Relationship Id="rId241" Type="http://schemas.openxmlformats.org/officeDocument/2006/relationships/tags" Target="../tags/tag284.xml"/><Relationship Id="rId15" Type="http://schemas.openxmlformats.org/officeDocument/2006/relationships/tags" Target="../tags/tag58.xml"/><Relationship Id="rId36" Type="http://schemas.openxmlformats.org/officeDocument/2006/relationships/tags" Target="../tags/tag79.xml"/><Relationship Id="rId57" Type="http://schemas.openxmlformats.org/officeDocument/2006/relationships/tags" Target="../tags/tag100.xml"/><Relationship Id="rId262" Type="http://schemas.openxmlformats.org/officeDocument/2006/relationships/tags" Target="../tags/tag305.xml"/><Relationship Id="rId283" Type="http://schemas.openxmlformats.org/officeDocument/2006/relationships/tags" Target="../tags/tag326.xml"/><Relationship Id="rId318" Type="http://schemas.openxmlformats.org/officeDocument/2006/relationships/tags" Target="../tags/tag361.xml"/><Relationship Id="rId339" Type="http://schemas.openxmlformats.org/officeDocument/2006/relationships/tags" Target="../tags/tag382.xml"/><Relationship Id="rId78" Type="http://schemas.openxmlformats.org/officeDocument/2006/relationships/tags" Target="../tags/tag121.xml"/><Relationship Id="rId99" Type="http://schemas.openxmlformats.org/officeDocument/2006/relationships/tags" Target="../tags/tag142.xml"/><Relationship Id="rId101" Type="http://schemas.openxmlformats.org/officeDocument/2006/relationships/tags" Target="../tags/tag144.xml"/><Relationship Id="rId122" Type="http://schemas.openxmlformats.org/officeDocument/2006/relationships/tags" Target="../tags/tag165.xml"/><Relationship Id="rId143" Type="http://schemas.openxmlformats.org/officeDocument/2006/relationships/tags" Target="../tags/tag186.xml"/><Relationship Id="rId164" Type="http://schemas.openxmlformats.org/officeDocument/2006/relationships/tags" Target="../tags/tag207.xml"/><Relationship Id="rId185" Type="http://schemas.openxmlformats.org/officeDocument/2006/relationships/tags" Target="../tags/tag228.xml"/><Relationship Id="rId350" Type="http://schemas.openxmlformats.org/officeDocument/2006/relationships/tags" Target="../tags/tag393.xml"/><Relationship Id="rId371" Type="http://schemas.openxmlformats.org/officeDocument/2006/relationships/tags" Target="../tags/tag414.xml"/><Relationship Id="rId406" Type="http://schemas.openxmlformats.org/officeDocument/2006/relationships/tags" Target="../tags/tag449.xml"/><Relationship Id="rId9" Type="http://schemas.openxmlformats.org/officeDocument/2006/relationships/tags" Target="../tags/tag52.xml"/><Relationship Id="rId210" Type="http://schemas.openxmlformats.org/officeDocument/2006/relationships/tags" Target="../tags/tag253.xml"/><Relationship Id="rId392" Type="http://schemas.openxmlformats.org/officeDocument/2006/relationships/tags" Target="../tags/tag435.xml"/><Relationship Id="rId26" Type="http://schemas.openxmlformats.org/officeDocument/2006/relationships/tags" Target="../tags/tag69.xml"/><Relationship Id="rId231" Type="http://schemas.openxmlformats.org/officeDocument/2006/relationships/tags" Target="../tags/tag274.xml"/><Relationship Id="rId252" Type="http://schemas.openxmlformats.org/officeDocument/2006/relationships/tags" Target="../tags/tag295.xml"/><Relationship Id="rId273" Type="http://schemas.openxmlformats.org/officeDocument/2006/relationships/tags" Target="../tags/tag316.xml"/><Relationship Id="rId294" Type="http://schemas.openxmlformats.org/officeDocument/2006/relationships/tags" Target="../tags/tag337.xml"/><Relationship Id="rId308" Type="http://schemas.openxmlformats.org/officeDocument/2006/relationships/tags" Target="../tags/tag351.xml"/><Relationship Id="rId329" Type="http://schemas.openxmlformats.org/officeDocument/2006/relationships/tags" Target="../tags/tag372.xml"/><Relationship Id="rId47" Type="http://schemas.openxmlformats.org/officeDocument/2006/relationships/tags" Target="../tags/tag90.xml"/><Relationship Id="rId68" Type="http://schemas.openxmlformats.org/officeDocument/2006/relationships/tags" Target="../tags/tag111.xml"/><Relationship Id="rId89" Type="http://schemas.openxmlformats.org/officeDocument/2006/relationships/tags" Target="../tags/tag132.xml"/><Relationship Id="rId112" Type="http://schemas.openxmlformats.org/officeDocument/2006/relationships/tags" Target="../tags/tag155.xml"/><Relationship Id="rId133" Type="http://schemas.openxmlformats.org/officeDocument/2006/relationships/tags" Target="../tags/tag176.xml"/><Relationship Id="rId154" Type="http://schemas.openxmlformats.org/officeDocument/2006/relationships/tags" Target="../tags/tag197.xml"/><Relationship Id="rId175" Type="http://schemas.openxmlformats.org/officeDocument/2006/relationships/tags" Target="../tags/tag218.xml"/><Relationship Id="rId340" Type="http://schemas.openxmlformats.org/officeDocument/2006/relationships/tags" Target="../tags/tag383.xml"/><Relationship Id="rId361" Type="http://schemas.openxmlformats.org/officeDocument/2006/relationships/tags" Target="../tags/tag404.xml"/><Relationship Id="rId196" Type="http://schemas.openxmlformats.org/officeDocument/2006/relationships/tags" Target="../tags/tag239.xml"/><Relationship Id="rId200" Type="http://schemas.openxmlformats.org/officeDocument/2006/relationships/tags" Target="../tags/tag243.xml"/><Relationship Id="rId382" Type="http://schemas.openxmlformats.org/officeDocument/2006/relationships/tags" Target="../tags/tag425.xml"/><Relationship Id="rId16" Type="http://schemas.openxmlformats.org/officeDocument/2006/relationships/tags" Target="../tags/tag59.xml"/><Relationship Id="rId221" Type="http://schemas.openxmlformats.org/officeDocument/2006/relationships/tags" Target="../tags/tag264.xml"/><Relationship Id="rId242" Type="http://schemas.openxmlformats.org/officeDocument/2006/relationships/tags" Target="../tags/tag285.xml"/><Relationship Id="rId263" Type="http://schemas.openxmlformats.org/officeDocument/2006/relationships/tags" Target="../tags/tag306.xml"/><Relationship Id="rId284" Type="http://schemas.openxmlformats.org/officeDocument/2006/relationships/tags" Target="../tags/tag327.xml"/><Relationship Id="rId319" Type="http://schemas.openxmlformats.org/officeDocument/2006/relationships/tags" Target="../tags/tag362.xml"/><Relationship Id="rId37" Type="http://schemas.openxmlformats.org/officeDocument/2006/relationships/tags" Target="../tags/tag80.xml"/><Relationship Id="rId58" Type="http://schemas.openxmlformats.org/officeDocument/2006/relationships/tags" Target="../tags/tag101.xml"/><Relationship Id="rId79" Type="http://schemas.openxmlformats.org/officeDocument/2006/relationships/tags" Target="../tags/tag122.xml"/><Relationship Id="rId102" Type="http://schemas.openxmlformats.org/officeDocument/2006/relationships/tags" Target="../tags/tag145.xml"/><Relationship Id="rId123" Type="http://schemas.openxmlformats.org/officeDocument/2006/relationships/tags" Target="../tags/tag166.xml"/><Relationship Id="rId144" Type="http://schemas.openxmlformats.org/officeDocument/2006/relationships/tags" Target="../tags/tag187.xml"/><Relationship Id="rId330" Type="http://schemas.openxmlformats.org/officeDocument/2006/relationships/tags" Target="../tags/tag373.xml"/><Relationship Id="rId90" Type="http://schemas.openxmlformats.org/officeDocument/2006/relationships/tags" Target="../tags/tag133.xml"/><Relationship Id="rId165" Type="http://schemas.openxmlformats.org/officeDocument/2006/relationships/tags" Target="../tags/tag208.xml"/><Relationship Id="rId186" Type="http://schemas.openxmlformats.org/officeDocument/2006/relationships/tags" Target="../tags/tag229.xml"/><Relationship Id="rId351" Type="http://schemas.openxmlformats.org/officeDocument/2006/relationships/tags" Target="../tags/tag394.xml"/><Relationship Id="rId372" Type="http://schemas.openxmlformats.org/officeDocument/2006/relationships/tags" Target="../tags/tag415.xml"/><Relationship Id="rId393" Type="http://schemas.openxmlformats.org/officeDocument/2006/relationships/tags" Target="../tags/tag436.xml"/><Relationship Id="rId407" Type="http://schemas.openxmlformats.org/officeDocument/2006/relationships/tags" Target="../tags/tag450.xml"/><Relationship Id="rId211" Type="http://schemas.openxmlformats.org/officeDocument/2006/relationships/tags" Target="../tags/tag254.xml"/><Relationship Id="rId232" Type="http://schemas.openxmlformats.org/officeDocument/2006/relationships/tags" Target="../tags/tag275.xml"/><Relationship Id="rId253" Type="http://schemas.openxmlformats.org/officeDocument/2006/relationships/tags" Target="../tags/tag296.xml"/><Relationship Id="rId274" Type="http://schemas.openxmlformats.org/officeDocument/2006/relationships/tags" Target="../tags/tag317.xml"/><Relationship Id="rId295" Type="http://schemas.openxmlformats.org/officeDocument/2006/relationships/tags" Target="../tags/tag338.xml"/><Relationship Id="rId309" Type="http://schemas.openxmlformats.org/officeDocument/2006/relationships/tags" Target="../tags/tag352.xml"/><Relationship Id="rId27" Type="http://schemas.openxmlformats.org/officeDocument/2006/relationships/tags" Target="../tags/tag70.xml"/><Relationship Id="rId48" Type="http://schemas.openxmlformats.org/officeDocument/2006/relationships/tags" Target="../tags/tag91.xml"/><Relationship Id="rId69" Type="http://schemas.openxmlformats.org/officeDocument/2006/relationships/tags" Target="../tags/tag112.xml"/><Relationship Id="rId113" Type="http://schemas.openxmlformats.org/officeDocument/2006/relationships/tags" Target="../tags/tag156.xml"/><Relationship Id="rId134" Type="http://schemas.openxmlformats.org/officeDocument/2006/relationships/tags" Target="../tags/tag177.xml"/><Relationship Id="rId320" Type="http://schemas.openxmlformats.org/officeDocument/2006/relationships/tags" Target="../tags/tag363.xml"/><Relationship Id="rId80" Type="http://schemas.openxmlformats.org/officeDocument/2006/relationships/tags" Target="../tags/tag123.xml"/><Relationship Id="rId155" Type="http://schemas.openxmlformats.org/officeDocument/2006/relationships/tags" Target="../tags/tag198.xml"/><Relationship Id="rId176" Type="http://schemas.openxmlformats.org/officeDocument/2006/relationships/tags" Target="../tags/tag219.xml"/><Relationship Id="rId197" Type="http://schemas.openxmlformats.org/officeDocument/2006/relationships/tags" Target="../tags/tag240.xml"/><Relationship Id="rId341" Type="http://schemas.openxmlformats.org/officeDocument/2006/relationships/tags" Target="../tags/tag384.xml"/><Relationship Id="rId362" Type="http://schemas.openxmlformats.org/officeDocument/2006/relationships/tags" Target="../tags/tag405.xml"/><Relationship Id="rId383" Type="http://schemas.openxmlformats.org/officeDocument/2006/relationships/tags" Target="../tags/tag426.xml"/><Relationship Id="rId201" Type="http://schemas.openxmlformats.org/officeDocument/2006/relationships/tags" Target="../tags/tag244.xml"/><Relationship Id="rId222" Type="http://schemas.openxmlformats.org/officeDocument/2006/relationships/tags" Target="../tags/tag265.xml"/><Relationship Id="rId243" Type="http://schemas.openxmlformats.org/officeDocument/2006/relationships/tags" Target="../tags/tag286.xml"/><Relationship Id="rId264" Type="http://schemas.openxmlformats.org/officeDocument/2006/relationships/tags" Target="../tags/tag307.xml"/><Relationship Id="rId285" Type="http://schemas.openxmlformats.org/officeDocument/2006/relationships/tags" Target="../tags/tag328.xml"/><Relationship Id="rId17" Type="http://schemas.openxmlformats.org/officeDocument/2006/relationships/tags" Target="../tags/tag60.xml"/><Relationship Id="rId38" Type="http://schemas.openxmlformats.org/officeDocument/2006/relationships/tags" Target="../tags/tag81.xml"/><Relationship Id="rId59" Type="http://schemas.openxmlformats.org/officeDocument/2006/relationships/tags" Target="../tags/tag102.xml"/><Relationship Id="rId103" Type="http://schemas.openxmlformats.org/officeDocument/2006/relationships/tags" Target="../tags/tag146.xml"/><Relationship Id="rId124" Type="http://schemas.openxmlformats.org/officeDocument/2006/relationships/tags" Target="../tags/tag167.xml"/><Relationship Id="rId310" Type="http://schemas.openxmlformats.org/officeDocument/2006/relationships/tags" Target="../tags/tag353.xml"/><Relationship Id="rId70" Type="http://schemas.openxmlformats.org/officeDocument/2006/relationships/tags" Target="../tags/tag113.xml"/><Relationship Id="rId91" Type="http://schemas.openxmlformats.org/officeDocument/2006/relationships/tags" Target="../tags/tag134.xml"/><Relationship Id="rId145" Type="http://schemas.openxmlformats.org/officeDocument/2006/relationships/tags" Target="../tags/tag188.xml"/><Relationship Id="rId166" Type="http://schemas.openxmlformats.org/officeDocument/2006/relationships/tags" Target="../tags/tag209.xml"/><Relationship Id="rId187" Type="http://schemas.openxmlformats.org/officeDocument/2006/relationships/tags" Target="../tags/tag230.xml"/><Relationship Id="rId331" Type="http://schemas.openxmlformats.org/officeDocument/2006/relationships/tags" Target="../tags/tag374.xml"/><Relationship Id="rId352" Type="http://schemas.openxmlformats.org/officeDocument/2006/relationships/tags" Target="../tags/tag395.xml"/><Relationship Id="rId373" Type="http://schemas.openxmlformats.org/officeDocument/2006/relationships/tags" Target="../tags/tag416.xml"/><Relationship Id="rId394" Type="http://schemas.openxmlformats.org/officeDocument/2006/relationships/tags" Target="../tags/tag437.xml"/><Relationship Id="rId408" Type="http://schemas.openxmlformats.org/officeDocument/2006/relationships/tags" Target="../tags/tag451.xml"/><Relationship Id="rId1" Type="http://schemas.openxmlformats.org/officeDocument/2006/relationships/tags" Target="../tags/tag44.xml"/><Relationship Id="rId212" Type="http://schemas.openxmlformats.org/officeDocument/2006/relationships/tags" Target="../tags/tag255.xml"/><Relationship Id="rId233" Type="http://schemas.openxmlformats.org/officeDocument/2006/relationships/tags" Target="../tags/tag276.xml"/><Relationship Id="rId254" Type="http://schemas.openxmlformats.org/officeDocument/2006/relationships/tags" Target="../tags/tag297.xml"/><Relationship Id="rId28" Type="http://schemas.openxmlformats.org/officeDocument/2006/relationships/tags" Target="../tags/tag71.xml"/><Relationship Id="rId49" Type="http://schemas.openxmlformats.org/officeDocument/2006/relationships/tags" Target="../tags/tag92.xml"/><Relationship Id="rId114" Type="http://schemas.openxmlformats.org/officeDocument/2006/relationships/tags" Target="../tags/tag157.xml"/><Relationship Id="rId275" Type="http://schemas.openxmlformats.org/officeDocument/2006/relationships/tags" Target="../tags/tag318.xml"/><Relationship Id="rId296" Type="http://schemas.openxmlformats.org/officeDocument/2006/relationships/tags" Target="../tags/tag339.xml"/><Relationship Id="rId300" Type="http://schemas.openxmlformats.org/officeDocument/2006/relationships/tags" Target="../tags/tag343.xml"/><Relationship Id="rId60" Type="http://schemas.openxmlformats.org/officeDocument/2006/relationships/tags" Target="../tags/tag103.xml"/><Relationship Id="rId81" Type="http://schemas.openxmlformats.org/officeDocument/2006/relationships/tags" Target="../tags/tag124.xml"/><Relationship Id="rId135" Type="http://schemas.openxmlformats.org/officeDocument/2006/relationships/tags" Target="../tags/tag178.xml"/><Relationship Id="rId156" Type="http://schemas.openxmlformats.org/officeDocument/2006/relationships/tags" Target="../tags/tag199.xml"/><Relationship Id="rId177" Type="http://schemas.openxmlformats.org/officeDocument/2006/relationships/tags" Target="../tags/tag220.xml"/><Relationship Id="rId198" Type="http://schemas.openxmlformats.org/officeDocument/2006/relationships/tags" Target="../tags/tag241.xml"/><Relationship Id="rId321" Type="http://schemas.openxmlformats.org/officeDocument/2006/relationships/tags" Target="../tags/tag364.xml"/><Relationship Id="rId342" Type="http://schemas.openxmlformats.org/officeDocument/2006/relationships/tags" Target="../tags/tag385.xml"/><Relationship Id="rId363" Type="http://schemas.openxmlformats.org/officeDocument/2006/relationships/tags" Target="../tags/tag406.xml"/><Relationship Id="rId384" Type="http://schemas.openxmlformats.org/officeDocument/2006/relationships/tags" Target="../tags/tag427.xml"/><Relationship Id="rId202" Type="http://schemas.openxmlformats.org/officeDocument/2006/relationships/tags" Target="../tags/tag245.xml"/><Relationship Id="rId223" Type="http://schemas.openxmlformats.org/officeDocument/2006/relationships/tags" Target="../tags/tag266.xml"/><Relationship Id="rId244" Type="http://schemas.openxmlformats.org/officeDocument/2006/relationships/tags" Target="../tags/tag287.xml"/><Relationship Id="rId18" Type="http://schemas.openxmlformats.org/officeDocument/2006/relationships/tags" Target="../tags/tag61.xml"/><Relationship Id="rId39" Type="http://schemas.openxmlformats.org/officeDocument/2006/relationships/tags" Target="../tags/tag82.xml"/><Relationship Id="rId265" Type="http://schemas.openxmlformats.org/officeDocument/2006/relationships/tags" Target="../tags/tag308.xml"/><Relationship Id="rId286" Type="http://schemas.openxmlformats.org/officeDocument/2006/relationships/tags" Target="../tags/tag329.xml"/><Relationship Id="rId50" Type="http://schemas.openxmlformats.org/officeDocument/2006/relationships/tags" Target="../tags/tag93.xml"/><Relationship Id="rId104" Type="http://schemas.openxmlformats.org/officeDocument/2006/relationships/tags" Target="../tags/tag147.xml"/><Relationship Id="rId125" Type="http://schemas.openxmlformats.org/officeDocument/2006/relationships/tags" Target="../tags/tag168.xml"/><Relationship Id="rId146" Type="http://schemas.openxmlformats.org/officeDocument/2006/relationships/tags" Target="../tags/tag189.xml"/><Relationship Id="rId167" Type="http://schemas.openxmlformats.org/officeDocument/2006/relationships/tags" Target="../tags/tag210.xml"/><Relationship Id="rId188" Type="http://schemas.openxmlformats.org/officeDocument/2006/relationships/tags" Target="../tags/tag231.xml"/><Relationship Id="rId311" Type="http://schemas.openxmlformats.org/officeDocument/2006/relationships/tags" Target="../tags/tag354.xml"/><Relationship Id="rId332" Type="http://schemas.openxmlformats.org/officeDocument/2006/relationships/tags" Target="../tags/tag375.xml"/><Relationship Id="rId353" Type="http://schemas.openxmlformats.org/officeDocument/2006/relationships/tags" Target="../tags/tag396.xml"/><Relationship Id="rId374" Type="http://schemas.openxmlformats.org/officeDocument/2006/relationships/tags" Target="../tags/tag417.xml"/><Relationship Id="rId395" Type="http://schemas.openxmlformats.org/officeDocument/2006/relationships/tags" Target="../tags/tag438.xml"/><Relationship Id="rId409" Type="http://schemas.openxmlformats.org/officeDocument/2006/relationships/tags" Target="../tags/tag452.xml"/><Relationship Id="rId71" Type="http://schemas.openxmlformats.org/officeDocument/2006/relationships/tags" Target="../tags/tag114.xml"/><Relationship Id="rId92" Type="http://schemas.openxmlformats.org/officeDocument/2006/relationships/tags" Target="../tags/tag135.xml"/><Relationship Id="rId213" Type="http://schemas.openxmlformats.org/officeDocument/2006/relationships/tags" Target="../tags/tag256.xml"/><Relationship Id="rId234" Type="http://schemas.openxmlformats.org/officeDocument/2006/relationships/tags" Target="../tags/tag277.xml"/><Relationship Id="rId2" Type="http://schemas.openxmlformats.org/officeDocument/2006/relationships/tags" Target="../tags/tag45.xml"/><Relationship Id="rId29" Type="http://schemas.openxmlformats.org/officeDocument/2006/relationships/tags" Target="../tags/tag72.xml"/><Relationship Id="rId255" Type="http://schemas.openxmlformats.org/officeDocument/2006/relationships/tags" Target="../tags/tag298.xml"/><Relationship Id="rId276" Type="http://schemas.openxmlformats.org/officeDocument/2006/relationships/tags" Target="../tags/tag319.xml"/><Relationship Id="rId297" Type="http://schemas.openxmlformats.org/officeDocument/2006/relationships/tags" Target="../tags/tag340.xml"/><Relationship Id="rId40" Type="http://schemas.openxmlformats.org/officeDocument/2006/relationships/tags" Target="../tags/tag83.xml"/><Relationship Id="rId115" Type="http://schemas.openxmlformats.org/officeDocument/2006/relationships/tags" Target="../tags/tag158.xml"/><Relationship Id="rId136" Type="http://schemas.openxmlformats.org/officeDocument/2006/relationships/tags" Target="../tags/tag179.xml"/><Relationship Id="rId157" Type="http://schemas.openxmlformats.org/officeDocument/2006/relationships/tags" Target="../tags/tag200.xml"/><Relationship Id="rId178" Type="http://schemas.openxmlformats.org/officeDocument/2006/relationships/tags" Target="../tags/tag221.xml"/><Relationship Id="rId301" Type="http://schemas.openxmlformats.org/officeDocument/2006/relationships/tags" Target="../tags/tag344.xml"/><Relationship Id="rId322" Type="http://schemas.openxmlformats.org/officeDocument/2006/relationships/tags" Target="../tags/tag365.xml"/><Relationship Id="rId343" Type="http://schemas.openxmlformats.org/officeDocument/2006/relationships/tags" Target="../tags/tag386.xml"/><Relationship Id="rId364" Type="http://schemas.openxmlformats.org/officeDocument/2006/relationships/tags" Target="../tags/tag407.xml"/><Relationship Id="rId61" Type="http://schemas.openxmlformats.org/officeDocument/2006/relationships/tags" Target="../tags/tag104.xml"/><Relationship Id="rId82" Type="http://schemas.openxmlformats.org/officeDocument/2006/relationships/tags" Target="../tags/tag125.xml"/><Relationship Id="rId199" Type="http://schemas.openxmlformats.org/officeDocument/2006/relationships/tags" Target="../tags/tag242.xml"/><Relationship Id="rId203" Type="http://schemas.openxmlformats.org/officeDocument/2006/relationships/tags" Target="../tags/tag246.xml"/><Relationship Id="rId385" Type="http://schemas.openxmlformats.org/officeDocument/2006/relationships/tags" Target="../tags/tag428.xml"/><Relationship Id="rId19" Type="http://schemas.openxmlformats.org/officeDocument/2006/relationships/tags" Target="../tags/tag62.xml"/><Relationship Id="rId224" Type="http://schemas.openxmlformats.org/officeDocument/2006/relationships/tags" Target="../tags/tag267.xml"/><Relationship Id="rId245" Type="http://schemas.openxmlformats.org/officeDocument/2006/relationships/tags" Target="../tags/tag288.xml"/><Relationship Id="rId266" Type="http://schemas.openxmlformats.org/officeDocument/2006/relationships/tags" Target="../tags/tag309.xml"/><Relationship Id="rId287" Type="http://schemas.openxmlformats.org/officeDocument/2006/relationships/tags" Target="../tags/tag330.xml"/><Relationship Id="rId410" Type="http://schemas.openxmlformats.org/officeDocument/2006/relationships/tags" Target="../tags/tag453.xml"/><Relationship Id="rId30" Type="http://schemas.openxmlformats.org/officeDocument/2006/relationships/tags" Target="../tags/tag73.xml"/><Relationship Id="rId105" Type="http://schemas.openxmlformats.org/officeDocument/2006/relationships/tags" Target="../tags/tag148.xml"/><Relationship Id="rId126" Type="http://schemas.openxmlformats.org/officeDocument/2006/relationships/tags" Target="../tags/tag169.xml"/><Relationship Id="rId147" Type="http://schemas.openxmlformats.org/officeDocument/2006/relationships/tags" Target="../tags/tag190.xml"/><Relationship Id="rId168" Type="http://schemas.openxmlformats.org/officeDocument/2006/relationships/tags" Target="../tags/tag211.xml"/><Relationship Id="rId312" Type="http://schemas.openxmlformats.org/officeDocument/2006/relationships/tags" Target="../tags/tag355.xml"/><Relationship Id="rId333" Type="http://schemas.openxmlformats.org/officeDocument/2006/relationships/tags" Target="../tags/tag376.xml"/><Relationship Id="rId354" Type="http://schemas.openxmlformats.org/officeDocument/2006/relationships/tags" Target="../tags/tag397.xml"/><Relationship Id="rId51" Type="http://schemas.openxmlformats.org/officeDocument/2006/relationships/tags" Target="../tags/tag94.xml"/><Relationship Id="rId72" Type="http://schemas.openxmlformats.org/officeDocument/2006/relationships/tags" Target="../tags/tag115.xml"/><Relationship Id="rId93" Type="http://schemas.openxmlformats.org/officeDocument/2006/relationships/tags" Target="../tags/tag136.xml"/><Relationship Id="rId189" Type="http://schemas.openxmlformats.org/officeDocument/2006/relationships/tags" Target="../tags/tag232.xml"/><Relationship Id="rId375" Type="http://schemas.openxmlformats.org/officeDocument/2006/relationships/tags" Target="../tags/tag418.xml"/><Relationship Id="rId396" Type="http://schemas.openxmlformats.org/officeDocument/2006/relationships/tags" Target="../tags/tag439.xml"/><Relationship Id="rId3" Type="http://schemas.openxmlformats.org/officeDocument/2006/relationships/tags" Target="../tags/tag46.xml"/><Relationship Id="rId214" Type="http://schemas.openxmlformats.org/officeDocument/2006/relationships/tags" Target="../tags/tag257.xml"/><Relationship Id="rId235" Type="http://schemas.openxmlformats.org/officeDocument/2006/relationships/tags" Target="../tags/tag278.xml"/><Relationship Id="rId256" Type="http://schemas.openxmlformats.org/officeDocument/2006/relationships/tags" Target="../tags/tag299.xml"/><Relationship Id="rId277" Type="http://schemas.openxmlformats.org/officeDocument/2006/relationships/tags" Target="../tags/tag320.xml"/><Relationship Id="rId298" Type="http://schemas.openxmlformats.org/officeDocument/2006/relationships/tags" Target="../tags/tag341.xml"/><Relationship Id="rId400" Type="http://schemas.openxmlformats.org/officeDocument/2006/relationships/tags" Target="../tags/tag443.xml"/><Relationship Id="rId116" Type="http://schemas.openxmlformats.org/officeDocument/2006/relationships/tags" Target="../tags/tag159.xml"/><Relationship Id="rId137" Type="http://schemas.openxmlformats.org/officeDocument/2006/relationships/tags" Target="../tags/tag180.xml"/><Relationship Id="rId158" Type="http://schemas.openxmlformats.org/officeDocument/2006/relationships/tags" Target="../tags/tag201.xml"/><Relationship Id="rId302" Type="http://schemas.openxmlformats.org/officeDocument/2006/relationships/tags" Target="../tags/tag345.xml"/><Relationship Id="rId323" Type="http://schemas.openxmlformats.org/officeDocument/2006/relationships/tags" Target="../tags/tag366.xml"/><Relationship Id="rId344" Type="http://schemas.openxmlformats.org/officeDocument/2006/relationships/tags" Target="../tags/tag387.xml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62" Type="http://schemas.openxmlformats.org/officeDocument/2006/relationships/tags" Target="../tags/tag105.xml"/><Relationship Id="rId83" Type="http://schemas.openxmlformats.org/officeDocument/2006/relationships/tags" Target="../tags/tag126.xml"/><Relationship Id="rId179" Type="http://schemas.openxmlformats.org/officeDocument/2006/relationships/tags" Target="../tags/tag222.xml"/><Relationship Id="rId365" Type="http://schemas.openxmlformats.org/officeDocument/2006/relationships/tags" Target="../tags/tag408.xml"/><Relationship Id="rId386" Type="http://schemas.openxmlformats.org/officeDocument/2006/relationships/tags" Target="../tags/tag429.xml"/><Relationship Id="rId190" Type="http://schemas.openxmlformats.org/officeDocument/2006/relationships/tags" Target="../tags/tag233.xml"/><Relationship Id="rId204" Type="http://schemas.openxmlformats.org/officeDocument/2006/relationships/tags" Target="../tags/tag247.xml"/><Relationship Id="rId225" Type="http://schemas.openxmlformats.org/officeDocument/2006/relationships/tags" Target="../tags/tag268.xml"/><Relationship Id="rId246" Type="http://schemas.openxmlformats.org/officeDocument/2006/relationships/tags" Target="../tags/tag289.xml"/><Relationship Id="rId267" Type="http://schemas.openxmlformats.org/officeDocument/2006/relationships/tags" Target="../tags/tag310.xml"/><Relationship Id="rId288" Type="http://schemas.openxmlformats.org/officeDocument/2006/relationships/tags" Target="../tags/tag331.xml"/><Relationship Id="rId411" Type="http://schemas.openxmlformats.org/officeDocument/2006/relationships/tags" Target="../tags/tag454.xml"/><Relationship Id="rId106" Type="http://schemas.openxmlformats.org/officeDocument/2006/relationships/tags" Target="../tags/tag149.xml"/><Relationship Id="rId127" Type="http://schemas.openxmlformats.org/officeDocument/2006/relationships/tags" Target="../tags/tag170.xml"/><Relationship Id="rId313" Type="http://schemas.openxmlformats.org/officeDocument/2006/relationships/tags" Target="../tags/tag356.xml"/><Relationship Id="rId10" Type="http://schemas.openxmlformats.org/officeDocument/2006/relationships/tags" Target="../tags/tag53.xml"/><Relationship Id="rId31" Type="http://schemas.openxmlformats.org/officeDocument/2006/relationships/tags" Target="../tags/tag74.xml"/><Relationship Id="rId52" Type="http://schemas.openxmlformats.org/officeDocument/2006/relationships/tags" Target="../tags/tag95.xml"/><Relationship Id="rId73" Type="http://schemas.openxmlformats.org/officeDocument/2006/relationships/tags" Target="../tags/tag116.xml"/><Relationship Id="rId94" Type="http://schemas.openxmlformats.org/officeDocument/2006/relationships/tags" Target="../tags/tag137.xml"/><Relationship Id="rId148" Type="http://schemas.openxmlformats.org/officeDocument/2006/relationships/tags" Target="../tags/tag191.xml"/><Relationship Id="rId169" Type="http://schemas.openxmlformats.org/officeDocument/2006/relationships/tags" Target="../tags/tag212.xml"/><Relationship Id="rId334" Type="http://schemas.openxmlformats.org/officeDocument/2006/relationships/tags" Target="../tags/tag377.xml"/><Relationship Id="rId355" Type="http://schemas.openxmlformats.org/officeDocument/2006/relationships/tags" Target="../tags/tag398.xml"/><Relationship Id="rId376" Type="http://schemas.openxmlformats.org/officeDocument/2006/relationships/tags" Target="../tags/tag419.xml"/><Relationship Id="rId397" Type="http://schemas.openxmlformats.org/officeDocument/2006/relationships/tags" Target="../tags/tag440.xml"/><Relationship Id="rId4" Type="http://schemas.openxmlformats.org/officeDocument/2006/relationships/tags" Target="../tags/tag47.xml"/><Relationship Id="rId180" Type="http://schemas.openxmlformats.org/officeDocument/2006/relationships/tags" Target="../tags/tag223.xml"/><Relationship Id="rId215" Type="http://schemas.openxmlformats.org/officeDocument/2006/relationships/tags" Target="../tags/tag258.xml"/><Relationship Id="rId236" Type="http://schemas.openxmlformats.org/officeDocument/2006/relationships/tags" Target="../tags/tag279.xml"/><Relationship Id="rId257" Type="http://schemas.openxmlformats.org/officeDocument/2006/relationships/tags" Target="../tags/tag300.xml"/><Relationship Id="rId278" Type="http://schemas.openxmlformats.org/officeDocument/2006/relationships/tags" Target="../tags/tag321.xml"/><Relationship Id="rId401" Type="http://schemas.openxmlformats.org/officeDocument/2006/relationships/tags" Target="../tags/tag444.xml"/><Relationship Id="rId303" Type="http://schemas.openxmlformats.org/officeDocument/2006/relationships/tags" Target="../tags/tag346.xml"/><Relationship Id="rId42" Type="http://schemas.openxmlformats.org/officeDocument/2006/relationships/tags" Target="../tags/tag85.xml"/><Relationship Id="rId84" Type="http://schemas.openxmlformats.org/officeDocument/2006/relationships/tags" Target="../tags/tag127.xml"/><Relationship Id="rId138" Type="http://schemas.openxmlformats.org/officeDocument/2006/relationships/tags" Target="../tags/tag181.xml"/><Relationship Id="rId345" Type="http://schemas.openxmlformats.org/officeDocument/2006/relationships/tags" Target="../tags/tag388.xml"/><Relationship Id="rId387" Type="http://schemas.openxmlformats.org/officeDocument/2006/relationships/tags" Target="../tags/tag430.xml"/><Relationship Id="rId191" Type="http://schemas.openxmlformats.org/officeDocument/2006/relationships/tags" Target="../tags/tag234.xml"/><Relationship Id="rId205" Type="http://schemas.openxmlformats.org/officeDocument/2006/relationships/tags" Target="../tags/tag248.xml"/><Relationship Id="rId247" Type="http://schemas.openxmlformats.org/officeDocument/2006/relationships/tags" Target="../tags/tag290.xml"/><Relationship Id="rId412" Type="http://schemas.openxmlformats.org/officeDocument/2006/relationships/tags" Target="../tags/tag455.xml"/><Relationship Id="rId107" Type="http://schemas.openxmlformats.org/officeDocument/2006/relationships/tags" Target="../tags/tag150.xml"/><Relationship Id="rId289" Type="http://schemas.openxmlformats.org/officeDocument/2006/relationships/tags" Target="../tags/tag332.xml"/><Relationship Id="rId11" Type="http://schemas.openxmlformats.org/officeDocument/2006/relationships/tags" Target="../tags/tag54.xml"/><Relationship Id="rId53" Type="http://schemas.openxmlformats.org/officeDocument/2006/relationships/tags" Target="../tags/tag96.xml"/><Relationship Id="rId149" Type="http://schemas.openxmlformats.org/officeDocument/2006/relationships/tags" Target="../tags/tag192.xml"/><Relationship Id="rId314" Type="http://schemas.openxmlformats.org/officeDocument/2006/relationships/tags" Target="../tags/tag357.xml"/><Relationship Id="rId356" Type="http://schemas.openxmlformats.org/officeDocument/2006/relationships/tags" Target="../tags/tag399.xml"/><Relationship Id="rId398" Type="http://schemas.openxmlformats.org/officeDocument/2006/relationships/tags" Target="../tags/tag441.xml"/><Relationship Id="rId95" Type="http://schemas.openxmlformats.org/officeDocument/2006/relationships/tags" Target="../tags/tag138.xml"/><Relationship Id="rId160" Type="http://schemas.openxmlformats.org/officeDocument/2006/relationships/tags" Target="../tags/tag203.xml"/><Relationship Id="rId216" Type="http://schemas.openxmlformats.org/officeDocument/2006/relationships/tags" Target="../tags/tag259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tags" Target="../tags/tag572.xml"/><Relationship Id="rId299" Type="http://schemas.openxmlformats.org/officeDocument/2006/relationships/tags" Target="../tags/tag754.xml"/><Relationship Id="rId671" Type="http://schemas.openxmlformats.org/officeDocument/2006/relationships/tags" Target="../tags/tag1126.xml"/><Relationship Id="rId727" Type="http://schemas.openxmlformats.org/officeDocument/2006/relationships/tags" Target="../tags/tag1182.xml"/><Relationship Id="rId21" Type="http://schemas.openxmlformats.org/officeDocument/2006/relationships/tags" Target="../tags/tag476.xml"/><Relationship Id="rId63" Type="http://schemas.openxmlformats.org/officeDocument/2006/relationships/tags" Target="../tags/tag518.xml"/><Relationship Id="rId159" Type="http://schemas.openxmlformats.org/officeDocument/2006/relationships/tags" Target="../tags/tag614.xml"/><Relationship Id="rId324" Type="http://schemas.openxmlformats.org/officeDocument/2006/relationships/tags" Target="../tags/tag779.xml"/><Relationship Id="rId366" Type="http://schemas.openxmlformats.org/officeDocument/2006/relationships/tags" Target="../tags/tag821.xml"/><Relationship Id="rId531" Type="http://schemas.openxmlformats.org/officeDocument/2006/relationships/tags" Target="../tags/tag986.xml"/><Relationship Id="rId573" Type="http://schemas.openxmlformats.org/officeDocument/2006/relationships/tags" Target="../tags/tag1028.xml"/><Relationship Id="rId629" Type="http://schemas.openxmlformats.org/officeDocument/2006/relationships/tags" Target="../tags/tag1084.xml"/><Relationship Id="rId170" Type="http://schemas.openxmlformats.org/officeDocument/2006/relationships/tags" Target="../tags/tag625.xml"/><Relationship Id="rId226" Type="http://schemas.openxmlformats.org/officeDocument/2006/relationships/tags" Target="../tags/tag681.xml"/><Relationship Id="rId433" Type="http://schemas.openxmlformats.org/officeDocument/2006/relationships/tags" Target="../tags/tag888.xml"/><Relationship Id="rId268" Type="http://schemas.openxmlformats.org/officeDocument/2006/relationships/tags" Target="../tags/tag723.xml"/><Relationship Id="rId475" Type="http://schemas.openxmlformats.org/officeDocument/2006/relationships/tags" Target="../tags/tag930.xml"/><Relationship Id="rId640" Type="http://schemas.openxmlformats.org/officeDocument/2006/relationships/tags" Target="../tags/tag1095.xml"/><Relationship Id="rId682" Type="http://schemas.openxmlformats.org/officeDocument/2006/relationships/tags" Target="../tags/tag1137.xml"/><Relationship Id="rId738" Type="http://schemas.openxmlformats.org/officeDocument/2006/relationships/tags" Target="../tags/tag1193.xml"/><Relationship Id="rId32" Type="http://schemas.openxmlformats.org/officeDocument/2006/relationships/tags" Target="../tags/tag487.xml"/><Relationship Id="rId74" Type="http://schemas.openxmlformats.org/officeDocument/2006/relationships/tags" Target="../tags/tag529.xml"/><Relationship Id="rId128" Type="http://schemas.openxmlformats.org/officeDocument/2006/relationships/tags" Target="../tags/tag583.xml"/><Relationship Id="rId335" Type="http://schemas.openxmlformats.org/officeDocument/2006/relationships/tags" Target="../tags/tag790.xml"/><Relationship Id="rId377" Type="http://schemas.openxmlformats.org/officeDocument/2006/relationships/tags" Target="../tags/tag832.xml"/><Relationship Id="rId500" Type="http://schemas.openxmlformats.org/officeDocument/2006/relationships/tags" Target="../tags/tag955.xml"/><Relationship Id="rId542" Type="http://schemas.openxmlformats.org/officeDocument/2006/relationships/tags" Target="../tags/tag997.xml"/><Relationship Id="rId584" Type="http://schemas.openxmlformats.org/officeDocument/2006/relationships/tags" Target="../tags/tag1039.xml"/><Relationship Id="rId5" Type="http://schemas.openxmlformats.org/officeDocument/2006/relationships/tags" Target="../tags/tag460.xml"/><Relationship Id="rId181" Type="http://schemas.openxmlformats.org/officeDocument/2006/relationships/tags" Target="../tags/tag636.xml"/><Relationship Id="rId237" Type="http://schemas.openxmlformats.org/officeDocument/2006/relationships/tags" Target="../tags/tag692.xml"/><Relationship Id="rId402" Type="http://schemas.openxmlformats.org/officeDocument/2006/relationships/tags" Target="../tags/tag857.xml"/><Relationship Id="rId279" Type="http://schemas.openxmlformats.org/officeDocument/2006/relationships/tags" Target="../tags/tag734.xml"/><Relationship Id="rId444" Type="http://schemas.openxmlformats.org/officeDocument/2006/relationships/tags" Target="../tags/tag899.xml"/><Relationship Id="rId486" Type="http://schemas.openxmlformats.org/officeDocument/2006/relationships/tags" Target="../tags/tag941.xml"/><Relationship Id="rId651" Type="http://schemas.openxmlformats.org/officeDocument/2006/relationships/tags" Target="../tags/tag1106.xml"/><Relationship Id="rId693" Type="http://schemas.openxmlformats.org/officeDocument/2006/relationships/tags" Target="../tags/tag1148.xml"/><Relationship Id="rId707" Type="http://schemas.openxmlformats.org/officeDocument/2006/relationships/tags" Target="../tags/tag1162.xml"/><Relationship Id="rId749" Type="http://schemas.openxmlformats.org/officeDocument/2006/relationships/tags" Target="../tags/tag1204.xml"/><Relationship Id="rId43" Type="http://schemas.openxmlformats.org/officeDocument/2006/relationships/tags" Target="../tags/tag498.xml"/><Relationship Id="rId139" Type="http://schemas.openxmlformats.org/officeDocument/2006/relationships/tags" Target="../tags/tag594.xml"/><Relationship Id="rId290" Type="http://schemas.openxmlformats.org/officeDocument/2006/relationships/tags" Target="../tags/tag745.xml"/><Relationship Id="rId304" Type="http://schemas.openxmlformats.org/officeDocument/2006/relationships/tags" Target="../tags/tag759.xml"/><Relationship Id="rId346" Type="http://schemas.openxmlformats.org/officeDocument/2006/relationships/tags" Target="../tags/tag801.xml"/><Relationship Id="rId388" Type="http://schemas.openxmlformats.org/officeDocument/2006/relationships/tags" Target="../tags/tag843.xml"/><Relationship Id="rId511" Type="http://schemas.openxmlformats.org/officeDocument/2006/relationships/tags" Target="../tags/tag966.xml"/><Relationship Id="rId553" Type="http://schemas.openxmlformats.org/officeDocument/2006/relationships/tags" Target="../tags/tag1008.xml"/><Relationship Id="rId609" Type="http://schemas.openxmlformats.org/officeDocument/2006/relationships/tags" Target="../tags/tag1064.xml"/><Relationship Id="rId760" Type="http://schemas.openxmlformats.org/officeDocument/2006/relationships/tags" Target="../tags/tag1215.xml"/><Relationship Id="rId85" Type="http://schemas.openxmlformats.org/officeDocument/2006/relationships/tags" Target="../tags/tag540.xml"/><Relationship Id="rId150" Type="http://schemas.openxmlformats.org/officeDocument/2006/relationships/tags" Target="../tags/tag605.xml"/><Relationship Id="rId192" Type="http://schemas.openxmlformats.org/officeDocument/2006/relationships/tags" Target="../tags/tag647.xml"/><Relationship Id="rId206" Type="http://schemas.openxmlformats.org/officeDocument/2006/relationships/tags" Target="../tags/tag661.xml"/><Relationship Id="rId413" Type="http://schemas.openxmlformats.org/officeDocument/2006/relationships/tags" Target="../tags/tag868.xml"/><Relationship Id="rId595" Type="http://schemas.openxmlformats.org/officeDocument/2006/relationships/tags" Target="../tags/tag1050.xml"/><Relationship Id="rId248" Type="http://schemas.openxmlformats.org/officeDocument/2006/relationships/tags" Target="../tags/tag703.xml"/><Relationship Id="rId455" Type="http://schemas.openxmlformats.org/officeDocument/2006/relationships/tags" Target="../tags/tag910.xml"/><Relationship Id="rId497" Type="http://schemas.openxmlformats.org/officeDocument/2006/relationships/tags" Target="../tags/tag952.xml"/><Relationship Id="rId620" Type="http://schemas.openxmlformats.org/officeDocument/2006/relationships/tags" Target="../tags/tag1075.xml"/><Relationship Id="rId662" Type="http://schemas.openxmlformats.org/officeDocument/2006/relationships/tags" Target="../tags/tag1117.xml"/><Relationship Id="rId718" Type="http://schemas.openxmlformats.org/officeDocument/2006/relationships/tags" Target="../tags/tag1173.xml"/><Relationship Id="rId12" Type="http://schemas.openxmlformats.org/officeDocument/2006/relationships/tags" Target="../tags/tag467.xml"/><Relationship Id="rId108" Type="http://schemas.openxmlformats.org/officeDocument/2006/relationships/tags" Target="../tags/tag563.xml"/><Relationship Id="rId315" Type="http://schemas.openxmlformats.org/officeDocument/2006/relationships/tags" Target="../tags/tag770.xml"/><Relationship Id="rId357" Type="http://schemas.openxmlformats.org/officeDocument/2006/relationships/tags" Target="../tags/tag812.xml"/><Relationship Id="rId522" Type="http://schemas.openxmlformats.org/officeDocument/2006/relationships/tags" Target="../tags/tag977.xml"/><Relationship Id="rId54" Type="http://schemas.openxmlformats.org/officeDocument/2006/relationships/tags" Target="../tags/tag509.xml"/><Relationship Id="rId96" Type="http://schemas.openxmlformats.org/officeDocument/2006/relationships/tags" Target="../tags/tag551.xml"/><Relationship Id="rId161" Type="http://schemas.openxmlformats.org/officeDocument/2006/relationships/tags" Target="../tags/tag616.xml"/><Relationship Id="rId217" Type="http://schemas.openxmlformats.org/officeDocument/2006/relationships/tags" Target="../tags/tag672.xml"/><Relationship Id="rId399" Type="http://schemas.openxmlformats.org/officeDocument/2006/relationships/tags" Target="../tags/tag854.xml"/><Relationship Id="rId564" Type="http://schemas.openxmlformats.org/officeDocument/2006/relationships/tags" Target="../tags/tag1019.xml"/><Relationship Id="rId259" Type="http://schemas.openxmlformats.org/officeDocument/2006/relationships/tags" Target="../tags/tag714.xml"/><Relationship Id="rId424" Type="http://schemas.openxmlformats.org/officeDocument/2006/relationships/tags" Target="../tags/tag879.xml"/><Relationship Id="rId466" Type="http://schemas.openxmlformats.org/officeDocument/2006/relationships/tags" Target="../tags/tag921.xml"/><Relationship Id="rId631" Type="http://schemas.openxmlformats.org/officeDocument/2006/relationships/tags" Target="../tags/tag1086.xml"/><Relationship Id="rId673" Type="http://schemas.openxmlformats.org/officeDocument/2006/relationships/tags" Target="../tags/tag1128.xml"/><Relationship Id="rId729" Type="http://schemas.openxmlformats.org/officeDocument/2006/relationships/tags" Target="../tags/tag1184.xml"/><Relationship Id="rId23" Type="http://schemas.openxmlformats.org/officeDocument/2006/relationships/tags" Target="../tags/tag478.xml"/><Relationship Id="rId119" Type="http://schemas.openxmlformats.org/officeDocument/2006/relationships/tags" Target="../tags/tag574.xml"/><Relationship Id="rId270" Type="http://schemas.openxmlformats.org/officeDocument/2006/relationships/tags" Target="../tags/tag725.xml"/><Relationship Id="rId326" Type="http://schemas.openxmlformats.org/officeDocument/2006/relationships/tags" Target="../tags/tag781.xml"/><Relationship Id="rId533" Type="http://schemas.openxmlformats.org/officeDocument/2006/relationships/tags" Target="../tags/tag988.xml"/><Relationship Id="rId65" Type="http://schemas.openxmlformats.org/officeDocument/2006/relationships/tags" Target="../tags/tag520.xml"/><Relationship Id="rId130" Type="http://schemas.openxmlformats.org/officeDocument/2006/relationships/tags" Target="../tags/tag585.xml"/><Relationship Id="rId368" Type="http://schemas.openxmlformats.org/officeDocument/2006/relationships/tags" Target="../tags/tag823.xml"/><Relationship Id="rId575" Type="http://schemas.openxmlformats.org/officeDocument/2006/relationships/tags" Target="../tags/tag1030.xml"/><Relationship Id="rId740" Type="http://schemas.openxmlformats.org/officeDocument/2006/relationships/tags" Target="../tags/tag1195.xml"/><Relationship Id="rId172" Type="http://schemas.openxmlformats.org/officeDocument/2006/relationships/tags" Target="../tags/tag627.xml"/><Relationship Id="rId228" Type="http://schemas.openxmlformats.org/officeDocument/2006/relationships/tags" Target="../tags/tag683.xml"/><Relationship Id="rId435" Type="http://schemas.openxmlformats.org/officeDocument/2006/relationships/tags" Target="../tags/tag890.xml"/><Relationship Id="rId477" Type="http://schemas.openxmlformats.org/officeDocument/2006/relationships/tags" Target="../tags/tag932.xml"/><Relationship Id="rId600" Type="http://schemas.openxmlformats.org/officeDocument/2006/relationships/tags" Target="../tags/tag1055.xml"/><Relationship Id="rId642" Type="http://schemas.openxmlformats.org/officeDocument/2006/relationships/tags" Target="../tags/tag1097.xml"/><Relationship Id="rId684" Type="http://schemas.openxmlformats.org/officeDocument/2006/relationships/tags" Target="../tags/tag1139.xml"/><Relationship Id="rId281" Type="http://schemas.openxmlformats.org/officeDocument/2006/relationships/tags" Target="../tags/tag736.xml"/><Relationship Id="rId337" Type="http://schemas.openxmlformats.org/officeDocument/2006/relationships/tags" Target="../tags/tag792.xml"/><Relationship Id="rId502" Type="http://schemas.openxmlformats.org/officeDocument/2006/relationships/tags" Target="../tags/tag957.xml"/><Relationship Id="rId34" Type="http://schemas.openxmlformats.org/officeDocument/2006/relationships/tags" Target="../tags/tag489.xml"/><Relationship Id="rId76" Type="http://schemas.openxmlformats.org/officeDocument/2006/relationships/tags" Target="../tags/tag531.xml"/><Relationship Id="rId141" Type="http://schemas.openxmlformats.org/officeDocument/2006/relationships/tags" Target="../tags/tag596.xml"/><Relationship Id="rId379" Type="http://schemas.openxmlformats.org/officeDocument/2006/relationships/tags" Target="../tags/tag834.xml"/><Relationship Id="rId544" Type="http://schemas.openxmlformats.org/officeDocument/2006/relationships/tags" Target="../tags/tag999.xml"/><Relationship Id="rId586" Type="http://schemas.openxmlformats.org/officeDocument/2006/relationships/tags" Target="../tags/tag1041.xml"/><Relationship Id="rId751" Type="http://schemas.openxmlformats.org/officeDocument/2006/relationships/tags" Target="../tags/tag1206.xml"/><Relationship Id="rId7" Type="http://schemas.openxmlformats.org/officeDocument/2006/relationships/tags" Target="../tags/tag462.xml"/><Relationship Id="rId183" Type="http://schemas.openxmlformats.org/officeDocument/2006/relationships/tags" Target="../tags/tag638.xml"/><Relationship Id="rId239" Type="http://schemas.openxmlformats.org/officeDocument/2006/relationships/tags" Target="../tags/tag694.xml"/><Relationship Id="rId390" Type="http://schemas.openxmlformats.org/officeDocument/2006/relationships/tags" Target="../tags/tag845.xml"/><Relationship Id="rId404" Type="http://schemas.openxmlformats.org/officeDocument/2006/relationships/tags" Target="../tags/tag859.xml"/><Relationship Id="rId446" Type="http://schemas.openxmlformats.org/officeDocument/2006/relationships/tags" Target="../tags/tag901.xml"/><Relationship Id="rId611" Type="http://schemas.openxmlformats.org/officeDocument/2006/relationships/tags" Target="../tags/tag1066.xml"/><Relationship Id="rId653" Type="http://schemas.openxmlformats.org/officeDocument/2006/relationships/tags" Target="../tags/tag1108.xml"/><Relationship Id="rId250" Type="http://schemas.openxmlformats.org/officeDocument/2006/relationships/tags" Target="../tags/tag705.xml"/><Relationship Id="rId292" Type="http://schemas.openxmlformats.org/officeDocument/2006/relationships/tags" Target="../tags/tag747.xml"/><Relationship Id="rId306" Type="http://schemas.openxmlformats.org/officeDocument/2006/relationships/tags" Target="../tags/tag761.xml"/><Relationship Id="rId488" Type="http://schemas.openxmlformats.org/officeDocument/2006/relationships/tags" Target="../tags/tag943.xml"/><Relationship Id="rId695" Type="http://schemas.openxmlformats.org/officeDocument/2006/relationships/tags" Target="../tags/tag1150.xml"/><Relationship Id="rId709" Type="http://schemas.openxmlformats.org/officeDocument/2006/relationships/tags" Target="../tags/tag1164.xml"/><Relationship Id="rId45" Type="http://schemas.openxmlformats.org/officeDocument/2006/relationships/tags" Target="../tags/tag500.xml"/><Relationship Id="rId87" Type="http://schemas.openxmlformats.org/officeDocument/2006/relationships/tags" Target="../tags/tag542.xml"/><Relationship Id="rId110" Type="http://schemas.openxmlformats.org/officeDocument/2006/relationships/tags" Target="../tags/tag565.xml"/><Relationship Id="rId348" Type="http://schemas.openxmlformats.org/officeDocument/2006/relationships/tags" Target="../tags/tag803.xml"/><Relationship Id="rId513" Type="http://schemas.openxmlformats.org/officeDocument/2006/relationships/tags" Target="../tags/tag968.xml"/><Relationship Id="rId555" Type="http://schemas.openxmlformats.org/officeDocument/2006/relationships/tags" Target="../tags/tag1010.xml"/><Relationship Id="rId597" Type="http://schemas.openxmlformats.org/officeDocument/2006/relationships/tags" Target="../tags/tag1052.xml"/><Relationship Id="rId720" Type="http://schemas.openxmlformats.org/officeDocument/2006/relationships/tags" Target="../tags/tag1175.xml"/><Relationship Id="rId762" Type="http://schemas.openxmlformats.org/officeDocument/2006/relationships/tags" Target="../tags/tag1217.xml"/><Relationship Id="rId152" Type="http://schemas.openxmlformats.org/officeDocument/2006/relationships/tags" Target="../tags/tag607.xml"/><Relationship Id="rId194" Type="http://schemas.openxmlformats.org/officeDocument/2006/relationships/tags" Target="../tags/tag649.xml"/><Relationship Id="rId208" Type="http://schemas.openxmlformats.org/officeDocument/2006/relationships/tags" Target="../tags/tag663.xml"/><Relationship Id="rId415" Type="http://schemas.openxmlformats.org/officeDocument/2006/relationships/tags" Target="../tags/tag870.xml"/><Relationship Id="rId457" Type="http://schemas.openxmlformats.org/officeDocument/2006/relationships/tags" Target="../tags/tag912.xml"/><Relationship Id="rId622" Type="http://schemas.openxmlformats.org/officeDocument/2006/relationships/tags" Target="../tags/tag1077.xml"/><Relationship Id="rId261" Type="http://schemas.openxmlformats.org/officeDocument/2006/relationships/tags" Target="../tags/tag716.xml"/><Relationship Id="rId499" Type="http://schemas.openxmlformats.org/officeDocument/2006/relationships/tags" Target="../tags/tag954.xml"/><Relationship Id="rId664" Type="http://schemas.openxmlformats.org/officeDocument/2006/relationships/tags" Target="../tags/tag1119.xml"/><Relationship Id="rId14" Type="http://schemas.openxmlformats.org/officeDocument/2006/relationships/tags" Target="../tags/tag469.xml"/><Relationship Id="rId56" Type="http://schemas.openxmlformats.org/officeDocument/2006/relationships/tags" Target="../tags/tag511.xml"/><Relationship Id="rId317" Type="http://schemas.openxmlformats.org/officeDocument/2006/relationships/tags" Target="../tags/tag772.xml"/><Relationship Id="rId359" Type="http://schemas.openxmlformats.org/officeDocument/2006/relationships/tags" Target="../tags/tag814.xml"/><Relationship Id="rId524" Type="http://schemas.openxmlformats.org/officeDocument/2006/relationships/tags" Target="../tags/tag979.xml"/><Relationship Id="rId566" Type="http://schemas.openxmlformats.org/officeDocument/2006/relationships/tags" Target="../tags/tag1021.xml"/><Relationship Id="rId731" Type="http://schemas.openxmlformats.org/officeDocument/2006/relationships/tags" Target="../tags/tag1186.xml"/><Relationship Id="rId98" Type="http://schemas.openxmlformats.org/officeDocument/2006/relationships/tags" Target="../tags/tag553.xml"/><Relationship Id="rId121" Type="http://schemas.openxmlformats.org/officeDocument/2006/relationships/tags" Target="../tags/tag576.xml"/><Relationship Id="rId163" Type="http://schemas.openxmlformats.org/officeDocument/2006/relationships/tags" Target="../tags/tag618.xml"/><Relationship Id="rId219" Type="http://schemas.openxmlformats.org/officeDocument/2006/relationships/tags" Target="../tags/tag674.xml"/><Relationship Id="rId370" Type="http://schemas.openxmlformats.org/officeDocument/2006/relationships/tags" Target="../tags/tag825.xml"/><Relationship Id="rId426" Type="http://schemas.openxmlformats.org/officeDocument/2006/relationships/tags" Target="../tags/tag881.xml"/><Relationship Id="rId633" Type="http://schemas.openxmlformats.org/officeDocument/2006/relationships/tags" Target="../tags/tag1088.xml"/><Relationship Id="rId230" Type="http://schemas.openxmlformats.org/officeDocument/2006/relationships/tags" Target="../tags/tag685.xml"/><Relationship Id="rId468" Type="http://schemas.openxmlformats.org/officeDocument/2006/relationships/tags" Target="../tags/tag923.xml"/><Relationship Id="rId675" Type="http://schemas.openxmlformats.org/officeDocument/2006/relationships/tags" Target="../tags/tag1130.xml"/><Relationship Id="rId25" Type="http://schemas.openxmlformats.org/officeDocument/2006/relationships/tags" Target="../tags/tag480.xml"/><Relationship Id="rId67" Type="http://schemas.openxmlformats.org/officeDocument/2006/relationships/tags" Target="../tags/tag522.xml"/><Relationship Id="rId272" Type="http://schemas.openxmlformats.org/officeDocument/2006/relationships/tags" Target="../tags/tag727.xml"/><Relationship Id="rId328" Type="http://schemas.openxmlformats.org/officeDocument/2006/relationships/tags" Target="../tags/tag783.xml"/><Relationship Id="rId535" Type="http://schemas.openxmlformats.org/officeDocument/2006/relationships/tags" Target="../tags/tag990.xml"/><Relationship Id="rId577" Type="http://schemas.openxmlformats.org/officeDocument/2006/relationships/tags" Target="../tags/tag1032.xml"/><Relationship Id="rId700" Type="http://schemas.openxmlformats.org/officeDocument/2006/relationships/tags" Target="../tags/tag1155.xml"/><Relationship Id="rId742" Type="http://schemas.openxmlformats.org/officeDocument/2006/relationships/tags" Target="../tags/tag1197.xml"/><Relationship Id="rId132" Type="http://schemas.openxmlformats.org/officeDocument/2006/relationships/tags" Target="../tags/tag587.xml"/><Relationship Id="rId174" Type="http://schemas.openxmlformats.org/officeDocument/2006/relationships/tags" Target="../tags/tag629.xml"/><Relationship Id="rId381" Type="http://schemas.openxmlformats.org/officeDocument/2006/relationships/tags" Target="../tags/tag836.xml"/><Relationship Id="rId602" Type="http://schemas.openxmlformats.org/officeDocument/2006/relationships/tags" Target="../tags/tag1057.xml"/><Relationship Id="rId241" Type="http://schemas.openxmlformats.org/officeDocument/2006/relationships/tags" Target="../tags/tag696.xml"/><Relationship Id="rId437" Type="http://schemas.openxmlformats.org/officeDocument/2006/relationships/tags" Target="../tags/tag892.xml"/><Relationship Id="rId479" Type="http://schemas.openxmlformats.org/officeDocument/2006/relationships/tags" Target="../tags/tag934.xml"/><Relationship Id="rId644" Type="http://schemas.openxmlformats.org/officeDocument/2006/relationships/tags" Target="../tags/tag1099.xml"/><Relationship Id="rId686" Type="http://schemas.openxmlformats.org/officeDocument/2006/relationships/tags" Target="../tags/tag1141.xml"/><Relationship Id="rId36" Type="http://schemas.openxmlformats.org/officeDocument/2006/relationships/tags" Target="../tags/tag491.xml"/><Relationship Id="rId283" Type="http://schemas.openxmlformats.org/officeDocument/2006/relationships/tags" Target="../tags/tag738.xml"/><Relationship Id="rId339" Type="http://schemas.openxmlformats.org/officeDocument/2006/relationships/tags" Target="../tags/tag794.xml"/><Relationship Id="rId490" Type="http://schemas.openxmlformats.org/officeDocument/2006/relationships/tags" Target="../tags/tag945.xml"/><Relationship Id="rId504" Type="http://schemas.openxmlformats.org/officeDocument/2006/relationships/tags" Target="../tags/tag959.xml"/><Relationship Id="rId546" Type="http://schemas.openxmlformats.org/officeDocument/2006/relationships/tags" Target="../tags/tag1001.xml"/><Relationship Id="rId711" Type="http://schemas.openxmlformats.org/officeDocument/2006/relationships/tags" Target="../tags/tag1166.xml"/><Relationship Id="rId753" Type="http://schemas.openxmlformats.org/officeDocument/2006/relationships/tags" Target="../tags/tag1208.xml"/><Relationship Id="rId78" Type="http://schemas.openxmlformats.org/officeDocument/2006/relationships/tags" Target="../tags/tag533.xml"/><Relationship Id="rId101" Type="http://schemas.openxmlformats.org/officeDocument/2006/relationships/tags" Target="../tags/tag556.xml"/><Relationship Id="rId143" Type="http://schemas.openxmlformats.org/officeDocument/2006/relationships/tags" Target="../tags/tag598.xml"/><Relationship Id="rId185" Type="http://schemas.openxmlformats.org/officeDocument/2006/relationships/tags" Target="../tags/tag640.xml"/><Relationship Id="rId350" Type="http://schemas.openxmlformats.org/officeDocument/2006/relationships/tags" Target="../tags/tag805.xml"/><Relationship Id="rId406" Type="http://schemas.openxmlformats.org/officeDocument/2006/relationships/tags" Target="../tags/tag861.xml"/><Relationship Id="rId588" Type="http://schemas.openxmlformats.org/officeDocument/2006/relationships/tags" Target="../tags/tag1043.xml"/><Relationship Id="rId9" Type="http://schemas.openxmlformats.org/officeDocument/2006/relationships/tags" Target="../tags/tag464.xml"/><Relationship Id="rId210" Type="http://schemas.openxmlformats.org/officeDocument/2006/relationships/tags" Target="../tags/tag665.xml"/><Relationship Id="rId392" Type="http://schemas.openxmlformats.org/officeDocument/2006/relationships/tags" Target="../tags/tag847.xml"/><Relationship Id="rId448" Type="http://schemas.openxmlformats.org/officeDocument/2006/relationships/tags" Target="../tags/tag903.xml"/><Relationship Id="rId613" Type="http://schemas.openxmlformats.org/officeDocument/2006/relationships/tags" Target="../tags/tag1068.xml"/><Relationship Id="rId655" Type="http://schemas.openxmlformats.org/officeDocument/2006/relationships/tags" Target="../tags/tag1110.xml"/><Relationship Id="rId697" Type="http://schemas.openxmlformats.org/officeDocument/2006/relationships/tags" Target="../tags/tag1152.xml"/><Relationship Id="rId252" Type="http://schemas.openxmlformats.org/officeDocument/2006/relationships/tags" Target="../tags/tag707.xml"/><Relationship Id="rId294" Type="http://schemas.openxmlformats.org/officeDocument/2006/relationships/tags" Target="../tags/tag749.xml"/><Relationship Id="rId308" Type="http://schemas.openxmlformats.org/officeDocument/2006/relationships/tags" Target="../tags/tag763.xml"/><Relationship Id="rId515" Type="http://schemas.openxmlformats.org/officeDocument/2006/relationships/tags" Target="../tags/tag970.xml"/><Relationship Id="rId722" Type="http://schemas.openxmlformats.org/officeDocument/2006/relationships/tags" Target="../tags/tag1177.xml"/><Relationship Id="rId47" Type="http://schemas.openxmlformats.org/officeDocument/2006/relationships/tags" Target="../tags/tag502.xml"/><Relationship Id="rId89" Type="http://schemas.openxmlformats.org/officeDocument/2006/relationships/tags" Target="../tags/tag544.xml"/><Relationship Id="rId112" Type="http://schemas.openxmlformats.org/officeDocument/2006/relationships/tags" Target="../tags/tag567.xml"/><Relationship Id="rId154" Type="http://schemas.openxmlformats.org/officeDocument/2006/relationships/tags" Target="../tags/tag609.xml"/><Relationship Id="rId361" Type="http://schemas.openxmlformats.org/officeDocument/2006/relationships/tags" Target="../tags/tag816.xml"/><Relationship Id="rId557" Type="http://schemas.openxmlformats.org/officeDocument/2006/relationships/tags" Target="../tags/tag1012.xml"/><Relationship Id="rId599" Type="http://schemas.openxmlformats.org/officeDocument/2006/relationships/tags" Target="../tags/tag1054.xml"/><Relationship Id="rId764" Type="http://schemas.openxmlformats.org/officeDocument/2006/relationships/slideLayout" Target="../slideLayouts/slideLayout19.xml"/><Relationship Id="rId196" Type="http://schemas.openxmlformats.org/officeDocument/2006/relationships/tags" Target="../tags/tag651.xml"/><Relationship Id="rId417" Type="http://schemas.openxmlformats.org/officeDocument/2006/relationships/tags" Target="../tags/tag872.xml"/><Relationship Id="rId459" Type="http://schemas.openxmlformats.org/officeDocument/2006/relationships/tags" Target="../tags/tag914.xml"/><Relationship Id="rId624" Type="http://schemas.openxmlformats.org/officeDocument/2006/relationships/tags" Target="../tags/tag1079.xml"/><Relationship Id="rId666" Type="http://schemas.openxmlformats.org/officeDocument/2006/relationships/tags" Target="../tags/tag1121.xml"/><Relationship Id="rId16" Type="http://schemas.openxmlformats.org/officeDocument/2006/relationships/tags" Target="../tags/tag471.xml"/><Relationship Id="rId221" Type="http://schemas.openxmlformats.org/officeDocument/2006/relationships/tags" Target="../tags/tag676.xml"/><Relationship Id="rId263" Type="http://schemas.openxmlformats.org/officeDocument/2006/relationships/tags" Target="../tags/tag718.xml"/><Relationship Id="rId319" Type="http://schemas.openxmlformats.org/officeDocument/2006/relationships/tags" Target="../tags/tag774.xml"/><Relationship Id="rId470" Type="http://schemas.openxmlformats.org/officeDocument/2006/relationships/tags" Target="../tags/tag925.xml"/><Relationship Id="rId526" Type="http://schemas.openxmlformats.org/officeDocument/2006/relationships/tags" Target="../tags/tag981.xml"/><Relationship Id="rId58" Type="http://schemas.openxmlformats.org/officeDocument/2006/relationships/tags" Target="../tags/tag513.xml"/><Relationship Id="rId123" Type="http://schemas.openxmlformats.org/officeDocument/2006/relationships/tags" Target="../tags/tag578.xml"/><Relationship Id="rId330" Type="http://schemas.openxmlformats.org/officeDocument/2006/relationships/tags" Target="../tags/tag785.xml"/><Relationship Id="rId568" Type="http://schemas.openxmlformats.org/officeDocument/2006/relationships/tags" Target="../tags/tag1023.xml"/><Relationship Id="rId733" Type="http://schemas.openxmlformats.org/officeDocument/2006/relationships/tags" Target="../tags/tag1188.xml"/><Relationship Id="rId165" Type="http://schemas.openxmlformats.org/officeDocument/2006/relationships/tags" Target="../tags/tag620.xml"/><Relationship Id="rId372" Type="http://schemas.openxmlformats.org/officeDocument/2006/relationships/tags" Target="../tags/tag827.xml"/><Relationship Id="rId428" Type="http://schemas.openxmlformats.org/officeDocument/2006/relationships/tags" Target="../tags/tag883.xml"/><Relationship Id="rId635" Type="http://schemas.openxmlformats.org/officeDocument/2006/relationships/tags" Target="../tags/tag1090.xml"/><Relationship Id="rId677" Type="http://schemas.openxmlformats.org/officeDocument/2006/relationships/tags" Target="../tags/tag1132.xml"/><Relationship Id="rId232" Type="http://schemas.openxmlformats.org/officeDocument/2006/relationships/tags" Target="../tags/tag687.xml"/><Relationship Id="rId274" Type="http://schemas.openxmlformats.org/officeDocument/2006/relationships/tags" Target="../tags/tag729.xml"/><Relationship Id="rId481" Type="http://schemas.openxmlformats.org/officeDocument/2006/relationships/tags" Target="../tags/tag936.xml"/><Relationship Id="rId702" Type="http://schemas.openxmlformats.org/officeDocument/2006/relationships/tags" Target="../tags/tag1157.xml"/><Relationship Id="rId27" Type="http://schemas.openxmlformats.org/officeDocument/2006/relationships/tags" Target="../tags/tag482.xml"/><Relationship Id="rId69" Type="http://schemas.openxmlformats.org/officeDocument/2006/relationships/tags" Target="../tags/tag524.xml"/><Relationship Id="rId134" Type="http://schemas.openxmlformats.org/officeDocument/2006/relationships/tags" Target="../tags/tag589.xml"/><Relationship Id="rId537" Type="http://schemas.openxmlformats.org/officeDocument/2006/relationships/tags" Target="../tags/tag992.xml"/><Relationship Id="rId579" Type="http://schemas.openxmlformats.org/officeDocument/2006/relationships/tags" Target="../tags/tag1034.xml"/><Relationship Id="rId744" Type="http://schemas.openxmlformats.org/officeDocument/2006/relationships/tags" Target="../tags/tag1199.xml"/><Relationship Id="rId80" Type="http://schemas.openxmlformats.org/officeDocument/2006/relationships/tags" Target="../tags/tag535.xml"/><Relationship Id="rId176" Type="http://schemas.openxmlformats.org/officeDocument/2006/relationships/tags" Target="../tags/tag631.xml"/><Relationship Id="rId341" Type="http://schemas.openxmlformats.org/officeDocument/2006/relationships/tags" Target="../tags/tag796.xml"/><Relationship Id="rId383" Type="http://schemas.openxmlformats.org/officeDocument/2006/relationships/tags" Target="../tags/tag838.xml"/><Relationship Id="rId439" Type="http://schemas.openxmlformats.org/officeDocument/2006/relationships/tags" Target="../tags/tag894.xml"/><Relationship Id="rId590" Type="http://schemas.openxmlformats.org/officeDocument/2006/relationships/tags" Target="../tags/tag1045.xml"/><Relationship Id="rId604" Type="http://schemas.openxmlformats.org/officeDocument/2006/relationships/tags" Target="../tags/tag1059.xml"/><Relationship Id="rId646" Type="http://schemas.openxmlformats.org/officeDocument/2006/relationships/tags" Target="../tags/tag1101.xml"/><Relationship Id="rId201" Type="http://schemas.openxmlformats.org/officeDocument/2006/relationships/tags" Target="../tags/tag656.xml"/><Relationship Id="rId243" Type="http://schemas.openxmlformats.org/officeDocument/2006/relationships/tags" Target="../tags/tag698.xml"/><Relationship Id="rId285" Type="http://schemas.openxmlformats.org/officeDocument/2006/relationships/tags" Target="../tags/tag740.xml"/><Relationship Id="rId450" Type="http://schemas.openxmlformats.org/officeDocument/2006/relationships/tags" Target="../tags/tag905.xml"/><Relationship Id="rId506" Type="http://schemas.openxmlformats.org/officeDocument/2006/relationships/tags" Target="../tags/tag961.xml"/><Relationship Id="rId688" Type="http://schemas.openxmlformats.org/officeDocument/2006/relationships/tags" Target="../tags/tag1143.xml"/><Relationship Id="rId38" Type="http://schemas.openxmlformats.org/officeDocument/2006/relationships/tags" Target="../tags/tag493.xml"/><Relationship Id="rId103" Type="http://schemas.openxmlformats.org/officeDocument/2006/relationships/tags" Target="../tags/tag558.xml"/><Relationship Id="rId310" Type="http://schemas.openxmlformats.org/officeDocument/2006/relationships/tags" Target="../tags/tag765.xml"/><Relationship Id="rId492" Type="http://schemas.openxmlformats.org/officeDocument/2006/relationships/tags" Target="../tags/tag947.xml"/><Relationship Id="rId548" Type="http://schemas.openxmlformats.org/officeDocument/2006/relationships/tags" Target="../tags/tag1003.xml"/><Relationship Id="rId713" Type="http://schemas.openxmlformats.org/officeDocument/2006/relationships/tags" Target="../tags/tag1168.xml"/><Relationship Id="rId755" Type="http://schemas.openxmlformats.org/officeDocument/2006/relationships/tags" Target="../tags/tag1210.xml"/><Relationship Id="rId91" Type="http://schemas.openxmlformats.org/officeDocument/2006/relationships/tags" Target="../tags/tag546.xml"/><Relationship Id="rId145" Type="http://schemas.openxmlformats.org/officeDocument/2006/relationships/tags" Target="../tags/tag600.xml"/><Relationship Id="rId187" Type="http://schemas.openxmlformats.org/officeDocument/2006/relationships/tags" Target="../tags/tag642.xml"/><Relationship Id="rId352" Type="http://schemas.openxmlformats.org/officeDocument/2006/relationships/tags" Target="../tags/tag807.xml"/><Relationship Id="rId394" Type="http://schemas.openxmlformats.org/officeDocument/2006/relationships/tags" Target="../tags/tag849.xml"/><Relationship Id="rId408" Type="http://schemas.openxmlformats.org/officeDocument/2006/relationships/tags" Target="../tags/tag863.xml"/><Relationship Id="rId615" Type="http://schemas.openxmlformats.org/officeDocument/2006/relationships/tags" Target="../tags/tag1070.xml"/><Relationship Id="rId212" Type="http://schemas.openxmlformats.org/officeDocument/2006/relationships/tags" Target="../tags/tag667.xml"/><Relationship Id="rId254" Type="http://schemas.openxmlformats.org/officeDocument/2006/relationships/tags" Target="../tags/tag709.xml"/><Relationship Id="rId657" Type="http://schemas.openxmlformats.org/officeDocument/2006/relationships/tags" Target="../tags/tag1112.xml"/><Relationship Id="rId699" Type="http://schemas.openxmlformats.org/officeDocument/2006/relationships/tags" Target="../tags/tag1154.xml"/><Relationship Id="rId49" Type="http://schemas.openxmlformats.org/officeDocument/2006/relationships/tags" Target="../tags/tag504.xml"/><Relationship Id="rId114" Type="http://schemas.openxmlformats.org/officeDocument/2006/relationships/tags" Target="../tags/tag569.xml"/><Relationship Id="rId296" Type="http://schemas.openxmlformats.org/officeDocument/2006/relationships/tags" Target="../tags/tag751.xml"/><Relationship Id="rId461" Type="http://schemas.openxmlformats.org/officeDocument/2006/relationships/tags" Target="../tags/tag916.xml"/><Relationship Id="rId517" Type="http://schemas.openxmlformats.org/officeDocument/2006/relationships/tags" Target="../tags/tag972.xml"/><Relationship Id="rId559" Type="http://schemas.openxmlformats.org/officeDocument/2006/relationships/tags" Target="../tags/tag1014.xml"/><Relationship Id="rId724" Type="http://schemas.openxmlformats.org/officeDocument/2006/relationships/tags" Target="../tags/tag1179.xml"/><Relationship Id="rId766" Type="http://schemas.openxmlformats.org/officeDocument/2006/relationships/image" Target="../media/image5.png"/><Relationship Id="rId60" Type="http://schemas.openxmlformats.org/officeDocument/2006/relationships/tags" Target="../tags/tag515.xml"/><Relationship Id="rId156" Type="http://schemas.openxmlformats.org/officeDocument/2006/relationships/tags" Target="../tags/tag611.xml"/><Relationship Id="rId198" Type="http://schemas.openxmlformats.org/officeDocument/2006/relationships/tags" Target="../tags/tag653.xml"/><Relationship Id="rId321" Type="http://schemas.openxmlformats.org/officeDocument/2006/relationships/tags" Target="../tags/tag776.xml"/><Relationship Id="rId363" Type="http://schemas.openxmlformats.org/officeDocument/2006/relationships/tags" Target="../tags/tag818.xml"/><Relationship Id="rId419" Type="http://schemas.openxmlformats.org/officeDocument/2006/relationships/tags" Target="../tags/tag874.xml"/><Relationship Id="rId570" Type="http://schemas.openxmlformats.org/officeDocument/2006/relationships/tags" Target="../tags/tag1025.xml"/><Relationship Id="rId626" Type="http://schemas.openxmlformats.org/officeDocument/2006/relationships/tags" Target="../tags/tag1081.xml"/><Relationship Id="rId223" Type="http://schemas.openxmlformats.org/officeDocument/2006/relationships/tags" Target="../tags/tag678.xml"/><Relationship Id="rId430" Type="http://schemas.openxmlformats.org/officeDocument/2006/relationships/tags" Target="../tags/tag885.xml"/><Relationship Id="rId668" Type="http://schemas.openxmlformats.org/officeDocument/2006/relationships/tags" Target="../tags/tag1123.xml"/><Relationship Id="rId18" Type="http://schemas.openxmlformats.org/officeDocument/2006/relationships/tags" Target="../tags/tag473.xml"/><Relationship Id="rId265" Type="http://schemas.openxmlformats.org/officeDocument/2006/relationships/tags" Target="../tags/tag720.xml"/><Relationship Id="rId472" Type="http://schemas.openxmlformats.org/officeDocument/2006/relationships/tags" Target="../tags/tag927.xml"/><Relationship Id="rId528" Type="http://schemas.openxmlformats.org/officeDocument/2006/relationships/tags" Target="../tags/tag983.xml"/><Relationship Id="rId735" Type="http://schemas.openxmlformats.org/officeDocument/2006/relationships/tags" Target="../tags/tag1190.xml"/><Relationship Id="rId125" Type="http://schemas.openxmlformats.org/officeDocument/2006/relationships/tags" Target="../tags/tag580.xml"/><Relationship Id="rId167" Type="http://schemas.openxmlformats.org/officeDocument/2006/relationships/tags" Target="../tags/tag622.xml"/><Relationship Id="rId332" Type="http://schemas.openxmlformats.org/officeDocument/2006/relationships/tags" Target="../tags/tag787.xml"/><Relationship Id="rId374" Type="http://schemas.openxmlformats.org/officeDocument/2006/relationships/tags" Target="../tags/tag829.xml"/><Relationship Id="rId581" Type="http://schemas.openxmlformats.org/officeDocument/2006/relationships/tags" Target="../tags/tag1036.xml"/><Relationship Id="rId71" Type="http://schemas.openxmlformats.org/officeDocument/2006/relationships/tags" Target="../tags/tag526.xml"/><Relationship Id="rId234" Type="http://schemas.openxmlformats.org/officeDocument/2006/relationships/tags" Target="../tags/tag689.xml"/><Relationship Id="rId637" Type="http://schemas.openxmlformats.org/officeDocument/2006/relationships/tags" Target="../tags/tag1092.xml"/><Relationship Id="rId679" Type="http://schemas.openxmlformats.org/officeDocument/2006/relationships/tags" Target="../tags/tag1134.xml"/><Relationship Id="rId2" Type="http://schemas.openxmlformats.org/officeDocument/2006/relationships/tags" Target="../tags/tag457.xml"/><Relationship Id="rId29" Type="http://schemas.openxmlformats.org/officeDocument/2006/relationships/tags" Target="../tags/tag484.xml"/><Relationship Id="rId276" Type="http://schemas.openxmlformats.org/officeDocument/2006/relationships/tags" Target="../tags/tag731.xml"/><Relationship Id="rId441" Type="http://schemas.openxmlformats.org/officeDocument/2006/relationships/tags" Target="../tags/tag896.xml"/><Relationship Id="rId483" Type="http://schemas.openxmlformats.org/officeDocument/2006/relationships/tags" Target="../tags/tag938.xml"/><Relationship Id="rId539" Type="http://schemas.openxmlformats.org/officeDocument/2006/relationships/tags" Target="../tags/tag994.xml"/><Relationship Id="rId690" Type="http://schemas.openxmlformats.org/officeDocument/2006/relationships/tags" Target="../tags/tag1145.xml"/><Relationship Id="rId704" Type="http://schemas.openxmlformats.org/officeDocument/2006/relationships/tags" Target="../tags/tag1159.xml"/><Relationship Id="rId746" Type="http://schemas.openxmlformats.org/officeDocument/2006/relationships/tags" Target="../tags/tag1201.xml"/><Relationship Id="rId40" Type="http://schemas.openxmlformats.org/officeDocument/2006/relationships/tags" Target="../tags/tag495.xml"/><Relationship Id="rId136" Type="http://schemas.openxmlformats.org/officeDocument/2006/relationships/tags" Target="../tags/tag591.xml"/><Relationship Id="rId178" Type="http://schemas.openxmlformats.org/officeDocument/2006/relationships/tags" Target="../tags/tag633.xml"/><Relationship Id="rId301" Type="http://schemas.openxmlformats.org/officeDocument/2006/relationships/tags" Target="../tags/tag756.xml"/><Relationship Id="rId343" Type="http://schemas.openxmlformats.org/officeDocument/2006/relationships/tags" Target="../tags/tag798.xml"/><Relationship Id="rId550" Type="http://schemas.openxmlformats.org/officeDocument/2006/relationships/tags" Target="../tags/tag1005.xml"/><Relationship Id="rId82" Type="http://schemas.openxmlformats.org/officeDocument/2006/relationships/tags" Target="../tags/tag537.xml"/><Relationship Id="rId203" Type="http://schemas.openxmlformats.org/officeDocument/2006/relationships/tags" Target="../tags/tag658.xml"/><Relationship Id="rId385" Type="http://schemas.openxmlformats.org/officeDocument/2006/relationships/tags" Target="../tags/tag840.xml"/><Relationship Id="rId592" Type="http://schemas.openxmlformats.org/officeDocument/2006/relationships/tags" Target="../tags/tag1047.xml"/><Relationship Id="rId606" Type="http://schemas.openxmlformats.org/officeDocument/2006/relationships/tags" Target="../tags/tag1061.xml"/><Relationship Id="rId648" Type="http://schemas.openxmlformats.org/officeDocument/2006/relationships/tags" Target="../tags/tag1103.xml"/><Relationship Id="rId245" Type="http://schemas.openxmlformats.org/officeDocument/2006/relationships/tags" Target="../tags/tag700.xml"/><Relationship Id="rId287" Type="http://schemas.openxmlformats.org/officeDocument/2006/relationships/tags" Target="../tags/tag742.xml"/><Relationship Id="rId410" Type="http://schemas.openxmlformats.org/officeDocument/2006/relationships/tags" Target="../tags/tag865.xml"/><Relationship Id="rId452" Type="http://schemas.openxmlformats.org/officeDocument/2006/relationships/tags" Target="../tags/tag907.xml"/><Relationship Id="rId494" Type="http://schemas.openxmlformats.org/officeDocument/2006/relationships/tags" Target="../tags/tag949.xml"/><Relationship Id="rId508" Type="http://schemas.openxmlformats.org/officeDocument/2006/relationships/tags" Target="../tags/tag963.xml"/><Relationship Id="rId715" Type="http://schemas.openxmlformats.org/officeDocument/2006/relationships/tags" Target="../tags/tag1170.xml"/><Relationship Id="rId105" Type="http://schemas.openxmlformats.org/officeDocument/2006/relationships/tags" Target="../tags/tag560.xml"/><Relationship Id="rId147" Type="http://schemas.openxmlformats.org/officeDocument/2006/relationships/tags" Target="../tags/tag602.xml"/><Relationship Id="rId312" Type="http://schemas.openxmlformats.org/officeDocument/2006/relationships/tags" Target="../tags/tag767.xml"/><Relationship Id="rId354" Type="http://schemas.openxmlformats.org/officeDocument/2006/relationships/tags" Target="../tags/tag809.xml"/><Relationship Id="rId757" Type="http://schemas.openxmlformats.org/officeDocument/2006/relationships/tags" Target="../tags/tag1212.xml"/><Relationship Id="rId51" Type="http://schemas.openxmlformats.org/officeDocument/2006/relationships/tags" Target="../tags/tag506.xml"/><Relationship Id="rId93" Type="http://schemas.openxmlformats.org/officeDocument/2006/relationships/tags" Target="../tags/tag548.xml"/><Relationship Id="rId189" Type="http://schemas.openxmlformats.org/officeDocument/2006/relationships/tags" Target="../tags/tag644.xml"/><Relationship Id="rId396" Type="http://schemas.openxmlformats.org/officeDocument/2006/relationships/tags" Target="../tags/tag851.xml"/><Relationship Id="rId561" Type="http://schemas.openxmlformats.org/officeDocument/2006/relationships/tags" Target="../tags/tag1016.xml"/><Relationship Id="rId617" Type="http://schemas.openxmlformats.org/officeDocument/2006/relationships/tags" Target="../tags/tag1072.xml"/><Relationship Id="rId659" Type="http://schemas.openxmlformats.org/officeDocument/2006/relationships/tags" Target="../tags/tag1114.xml"/><Relationship Id="rId214" Type="http://schemas.openxmlformats.org/officeDocument/2006/relationships/tags" Target="../tags/tag669.xml"/><Relationship Id="rId256" Type="http://schemas.openxmlformats.org/officeDocument/2006/relationships/tags" Target="../tags/tag711.xml"/><Relationship Id="rId298" Type="http://schemas.openxmlformats.org/officeDocument/2006/relationships/tags" Target="../tags/tag753.xml"/><Relationship Id="rId421" Type="http://schemas.openxmlformats.org/officeDocument/2006/relationships/tags" Target="../tags/tag876.xml"/><Relationship Id="rId463" Type="http://schemas.openxmlformats.org/officeDocument/2006/relationships/tags" Target="../tags/tag918.xml"/><Relationship Id="rId519" Type="http://schemas.openxmlformats.org/officeDocument/2006/relationships/tags" Target="../tags/tag974.xml"/><Relationship Id="rId670" Type="http://schemas.openxmlformats.org/officeDocument/2006/relationships/tags" Target="../tags/tag1125.xml"/><Relationship Id="rId116" Type="http://schemas.openxmlformats.org/officeDocument/2006/relationships/tags" Target="../tags/tag571.xml"/><Relationship Id="rId158" Type="http://schemas.openxmlformats.org/officeDocument/2006/relationships/tags" Target="../tags/tag613.xml"/><Relationship Id="rId323" Type="http://schemas.openxmlformats.org/officeDocument/2006/relationships/tags" Target="../tags/tag778.xml"/><Relationship Id="rId530" Type="http://schemas.openxmlformats.org/officeDocument/2006/relationships/tags" Target="../tags/tag985.xml"/><Relationship Id="rId726" Type="http://schemas.openxmlformats.org/officeDocument/2006/relationships/tags" Target="../tags/tag1181.xml"/><Relationship Id="rId20" Type="http://schemas.openxmlformats.org/officeDocument/2006/relationships/tags" Target="../tags/tag475.xml"/><Relationship Id="rId62" Type="http://schemas.openxmlformats.org/officeDocument/2006/relationships/tags" Target="../tags/tag517.xml"/><Relationship Id="rId365" Type="http://schemas.openxmlformats.org/officeDocument/2006/relationships/tags" Target="../tags/tag820.xml"/><Relationship Id="rId572" Type="http://schemas.openxmlformats.org/officeDocument/2006/relationships/tags" Target="../tags/tag1027.xml"/><Relationship Id="rId628" Type="http://schemas.openxmlformats.org/officeDocument/2006/relationships/tags" Target="../tags/tag1083.xml"/><Relationship Id="rId225" Type="http://schemas.openxmlformats.org/officeDocument/2006/relationships/tags" Target="../tags/tag680.xml"/><Relationship Id="rId267" Type="http://schemas.openxmlformats.org/officeDocument/2006/relationships/tags" Target="../tags/tag722.xml"/><Relationship Id="rId432" Type="http://schemas.openxmlformats.org/officeDocument/2006/relationships/tags" Target="../tags/tag887.xml"/><Relationship Id="rId474" Type="http://schemas.openxmlformats.org/officeDocument/2006/relationships/tags" Target="../tags/tag929.xml"/><Relationship Id="rId127" Type="http://schemas.openxmlformats.org/officeDocument/2006/relationships/tags" Target="../tags/tag582.xml"/><Relationship Id="rId681" Type="http://schemas.openxmlformats.org/officeDocument/2006/relationships/tags" Target="../tags/tag1136.xml"/><Relationship Id="rId737" Type="http://schemas.openxmlformats.org/officeDocument/2006/relationships/tags" Target="../tags/tag1192.xml"/><Relationship Id="rId31" Type="http://schemas.openxmlformats.org/officeDocument/2006/relationships/tags" Target="../tags/tag486.xml"/><Relationship Id="rId73" Type="http://schemas.openxmlformats.org/officeDocument/2006/relationships/tags" Target="../tags/tag528.xml"/><Relationship Id="rId169" Type="http://schemas.openxmlformats.org/officeDocument/2006/relationships/tags" Target="../tags/tag624.xml"/><Relationship Id="rId334" Type="http://schemas.openxmlformats.org/officeDocument/2006/relationships/tags" Target="../tags/tag789.xml"/><Relationship Id="rId376" Type="http://schemas.openxmlformats.org/officeDocument/2006/relationships/tags" Target="../tags/tag831.xml"/><Relationship Id="rId541" Type="http://schemas.openxmlformats.org/officeDocument/2006/relationships/tags" Target="../tags/tag996.xml"/><Relationship Id="rId583" Type="http://schemas.openxmlformats.org/officeDocument/2006/relationships/tags" Target="../tags/tag1038.xml"/><Relationship Id="rId639" Type="http://schemas.openxmlformats.org/officeDocument/2006/relationships/tags" Target="../tags/tag1094.xml"/><Relationship Id="rId4" Type="http://schemas.openxmlformats.org/officeDocument/2006/relationships/tags" Target="../tags/tag459.xml"/><Relationship Id="rId180" Type="http://schemas.openxmlformats.org/officeDocument/2006/relationships/tags" Target="../tags/tag635.xml"/><Relationship Id="rId236" Type="http://schemas.openxmlformats.org/officeDocument/2006/relationships/tags" Target="../tags/tag691.xml"/><Relationship Id="rId278" Type="http://schemas.openxmlformats.org/officeDocument/2006/relationships/tags" Target="../tags/tag733.xml"/><Relationship Id="rId401" Type="http://schemas.openxmlformats.org/officeDocument/2006/relationships/tags" Target="../tags/tag856.xml"/><Relationship Id="rId443" Type="http://schemas.openxmlformats.org/officeDocument/2006/relationships/tags" Target="../tags/tag898.xml"/><Relationship Id="rId650" Type="http://schemas.openxmlformats.org/officeDocument/2006/relationships/tags" Target="../tags/tag1105.xml"/><Relationship Id="rId303" Type="http://schemas.openxmlformats.org/officeDocument/2006/relationships/tags" Target="../tags/tag758.xml"/><Relationship Id="rId485" Type="http://schemas.openxmlformats.org/officeDocument/2006/relationships/tags" Target="../tags/tag940.xml"/><Relationship Id="rId692" Type="http://schemas.openxmlformats.org/officeDocument/2006/relationships/tags" Target="../tags/tag1147.xml"/><Relationship Id="rId706" Type="http://schemas.openxmlformats.org/officeDocument/2006/relationships/tags" Target="../tags/tag1161.xml"/><Relationship Id="rId748" Type="http://schemas.openxmlformats.org/officeDocument/2006/relationships/tags" Target="../tags/tag1203.xml"/><Relationship Id="rId42" Type="http://schemas.openxmlformats.org/officeDocument/2006/relationships/tags" Target="../tags/tag497.xml"/><Relationship Id="rId84" Type="http://schemas.openxmlformats.org/officeDocument/2006/relationships/tags" Target="../tags/tag539.xml"/><Relationship Id="rId138" Type="http://schemas.openxmlformats.org/officeDocument/2006/relationships/tags" Target="../tags/tag593.xml"/><Relationship Id="rId345" Type="http://schemas.openxmlformats.org/officeDocument/2006/relationships/tags" Target="../tags/tag800.xml"/><Relationship Id="rId387" Type="http://schemas.openxmlformats.org/officeDocument/2006/relationships/tags" Target="../tags/tag842.xml"/><Relationship Id="rId510" Type="http://schemas.openxmlformats.org/officeDocument/2006/relationships/tags" Target="../tags/tag965.xml"/><Relationship Id="rId552" Type="http://schemas.openxmlformats.org/officeDocument/2006/relationships/tags" Target="../tags/tag1007.xml"/><Relationship Id="rId594" Type="http://schemas.openxmlformats.org/officeDocument/2006/relationships/tags" Target="../tags/tag1049.xml"/><Relationship Id="rId608" Type="http://schemas.openxmlformats.org/officeDocument/2006/relationships/tags" Target="../tags/tag1063.xml"/><Relationship Id="rId191" Type="http://schemas.openxmlformats.org/officeDocument/2006/relationships/tags" Target="../tags/tag646.xml"/><Relationship Id="rId205" Type="http://schemas.openxmlformats.org/officeDocument/2006/relationships/tags" Target="../tags/tag660.xml"/><Relationship Id="rId247" Type="http://schemas.openxmlformats.org/officeDocument/2006/relationships/tags" Target="../tags/tag702.xml"/><Relationship Id="rId412" Type="http://schemas.openxmlformats.org/officeDocument/2006/relationships/tags" Target="../tags/tag867.xml"/><Relationship Id="rId107" Type="http://schemas.openxmlformats.org/officeDocument/2006/relationships/tags" Target="../tags/tag562.xml"/><Relationship Id="rId289" Type="http://schemas.openxmlformats.org/officeDocument/2006/relationships/tags" Target="../tags/tag744.xml"/><Relationship Id="rId454" Type="http://schemas.openxmlformats.org/officeDocument/2006/relationships/tags" Target="../tags/tag909.xml"/><Relationship Id="rId496" Type="http://schemas.openxmlformats.org/officeDocument/2006/relationships/tags" Target="../tags/tag951.xml"/><Relationship Id="rId661" Type="http://schemas.openxmlformats.org/officeDocument/2006/relationships/tags" Target="../tags/tag1116.xml"/><Relationship Id="rId717" Type="http://schemas.openxmlformats.org/officeDocument/2006/relationships/tags" Target="../tags/tag1172.xml"/><Relationship Id="rId759" Type="http://schemas.openxmlformats.org/officeDocument/2006/relationships/tags" Target="../tags/tag1214.xml"/><Relationship Id="rId11" Type="http://schemas.openxmlformats.org/officeDocument/2006/relationships/tags" Target="../tags/tag466.xml"/><Relationship Id="rId53" Type="http://schemas.openxmlformats.org/officeDocument/2006/relationships/tags" Target="../tags/tag508.xml"/><Relationship Id="rId149" Type="http://schemas.openxmlformats.org/officeDocument/2006/relationships/tags" Target="../tags/tag604.xml"/><Relationship Id="rId314" Type="http://schemas.openxmlformats.org/officeDocument/2006/relationships/tags" Target="../tags/tag769.xml"/><Relationship Id="rId356" Type="http://schemas.openxmlformats.org/officeDocument/2006/relationships/tags" Target="../tags/tag811.xml"/><Relationship Id="rId398" Type="http://schemas.openxmlformats.org/officeDocument/2006/relationships/tags" Target="../tags/tag853.xml"/><Relationship Id="rId521" Type="http://schemas.openxmlformats.org/officeDocument/2006/relationships/tags" Target="../tags/tag976.xml"/><Relationship Id="rId563" Type="http://schemas.openxmlformats.org/officeDocument/2006/relationships/tags" Target="../tags/tag1018.xml"/><Relationship Id="rId619" Type="http://schemas.openxmlformats.org/officeDocument/2006/relationships/tags" Target="../tags/tag1074.xml"/><Relationship Id="rId95" Type="http://schemas.openxmlformats.org/officeDocument/2006/relationships/tags" Target="../tags/tag550.xml"/><Relationship Id="rId160" Type="http://schemas.openxmlformats.org/officeDocument/2006/relationships/tags" Target="../tags/tag615.xml"/><Relationship Id="rId216" Type="http://schemas.openxmlformats.org/officeDocument/2006/relationships/tags" Target="../tags/tag671.xml"/><Relationship Id="rId423" Type="http://schemas.openxmlformats.org/officeDocument/2006/relationships/tags" Target="../tags/tag878.xml"/><Relationship Id="rId258" Type="http://schemas.openxmlformats.org/officeDocument/2006/relationships/tags" Target="../tags/tag713.xml"/><Relationship Id="rId465" Type="http://schemas.openxmlformats.org/officeDocument/2006/relationships/tags" Target="../tags/tag920.xml"/><Relationship Id="rId630" Type="http://schemas.openxmlformats.org/officeDocument/2006/relationships/tags" Target="../tags/tag1085.xml"/><Relationship Id="rId672" Type="http://schemas.openxmlformats.org/officeDocument/2006/relationships/tags" Target="../tags/tag1127.xml"/><Relationship Id="rId728" Type="http://schemas.openxmlformats.org/officeDocument/2006/relationships/tags" Target="../tags/tag1183.xml"/><Relationship Id="rId22" Type="http://schemas.openxmlformats.org/officeDocument/2006/relationships/tags" Target="../tags/tag477.xml"/><Relationship Id="rId64" Type="http://schemas.openxmlformats.org/officeDocument/2006/relationships/tags" Target="../tags/tag519.xml"/><Relationship Id="rId118" Type="http://schemas.openxmlformats.org/officeDocument/2006/relationships/tags" Target="../tags/tag573.xml"/><Relationship Id="rId325" Type="http://schemas.openxmlformats.org/officeDocument/2006/relationships/tags" Target="../tags/tag780.xml"/><Relationship Id="rId367" Type="http://schemas.openxmlformats.org/officeDocument/2006/relationships/tags" Target="../tags/tag822.xml"/><Relationship Id="rId532" Type="http://schemas.openxmlformats.org/officeDocument/2006/relationships/tags" Target="../tags/tag987.xml"/><Relationship Id="rId574" Type="http://schemas.openxmlformats.org/officeDocument/2006/relationships/tags" Target="../tags/tag1029.xml"/><Relationship Id="rId171" Type="http://schemas.openxmlformats.org/officeDocument/2006/relationships/tags" Target="../tags/tag626.xml"/><Relationship Id="rId227" Type="http://schemas.openxmlformats.org/officeDocument/2006/relationships/tags" Target="../tags/tag682.xml"/><Relationship Id="rId269" Type="http://schemas.openxmlformats.org/officeDocument/2006/relationships/tags" Target="../tags/tag724.xml"/><Relationship Id="rId434" Type="http://schemas.openxmlformats.org/officeDocument/2006/relationships/tags" Target="../tags/tag889.xml"/><Relationship Id="rId476" Type="http://schemas.openxmlformats.org/officeDocument/2006/relationships/tags" Target="../tags/tag931.xml"/><Relationship Id="rId641" Type="http://schemas.openxmlformats.org/officeDocument/2006/relationships/tags" Target="../tags/tag1096.xml"/><Relationship Id="rId683" Type="http://schemas.openxmlformats.org/officeDocument/2006/relationships/tags" Target="../tags/tag1138.xml"/><Relationship Id="rId739" Type="http://schemas.openxmlformats.org/officeDocument/2006/relationships/tags" Target="../tags/tag1194.xml"/><Relationship Id="rId33" Type="http://schemas.openxmlformats.org/officeDocument/2006/relationships/tags" Target="../tags/tag488.xml"/><Relationship Id="rId129" Type="http://schemas.openxmlformats.org/officeDocument/2006/relationships/tags" Target="../tags/tag584.xml"/><Relationship Id="rId280" Type="http://schemas.openxmlformats.org/officeDocument/2006/relationships/tags" Target="../tags/tag735.xml"/><Relationship Id="rId336" Type="http://schemas.openxmlformats.org/officeDocument/2006/relationships/tags" Target="../tags/tag791.xml"/><Relationship Id="rId501" Type="http://schemas.openxmlformats.org/officeDocument/2006/relationships/tags" Target="../tags/tag956.xml"/><Relationship Id="rId543" Type="http://schemas.openxmlformats.org/officeDocument/2006/relationships/tags" Target="../tags/tag998.xml"/><Relationship Id="rId75" Type="http://schemas.openxmlformats.org/officeDocument/2006/relationships/tags" Target="../tags/tag530.xml"/><Relationship Id="rId140" Type="http://schemas.openxmlformats.org/officeDocument/2006/relationships/tags" Target="../tags/tag595.xml"/><Relationship Id="rId182" Type="http://schemas.openxmlformats.org/officeDocument/2006/relationships/tags" Target="../tags/tag637.xml"/><Relationship Id="rId378" Type="http://schemas.openxmlformats.org/officeDocument/2006/relationships/tags" Target="../tags/tag833.xml"/><Relationship Id="rId403" Type="http://schemas.openxmlformats.org/officeDocument/2006/relationships/tags" Target="../tags/tag858.xml"/><Relationship Id="rId585" Type="http://schemas.openxmlformats.org/officeDocument/2006/relationships/tags" Target="../tags/tag1040.xml"/><Relationship Id="rId750" Type="http://schemas.openxmlformats.org/officeDocument/2006/relationships/tags" Target="../tags/tag1205.xml"/><Relationship Id="rId6" Type="http://schemas.openxmlformats.org/officeDocument/2006/relationships/tags" Target="../tags/tag461.xml"/><Relationship Id="rId238" Type="http://schemas.openxmlformats.org/officeDocument/2006/relationships/tags" Target="../tags/tag693.xml"/><Relationship Id="rId445" Type="http://schemas.openxmlformats.org/officeDocument/2006/relationships/tags" Target="../tags/tag900.xml"/><Relationship Id="rId487" Type="http://schemas.openxmlformats.org/officeDocument/2006/relationships/tags" Target="../tags/tag942.xml"/><Relationship Id="rId610" Type="http://schemas.openxmlformats.org/officeDocument/2006/relationships/tags" Target="../tags/tag1065.xml"/><Relationship Id="rId652" Type="http://schemas.openxmlformats.org/officeDocument/2006/relationships/tags" Target="../tags/tag1107.xml"/><Relationship Id="rId694" Type="http://schemas.openxmlformats.org/officeDocument/2006/relationships/tags" Target="../tags/tag1149.xml"/><Relationship Id="rId708" Type="http://schemas.openxmlformats.org/officeDocument/2006/relationships/tags" Target="../tags/tag1163.xml"/><Relationship Id="rId291" Type="http://schemas.openxmlformats.org/officeDocument/2006/relationships/tags" Target="../tags/tag746.xml"/><Relationship Id="rId305" Type="http://schemas.openxmlformats.org/officeDocument/2006/relationships/tags" Target="../tags/tag760.xml"/><Relationship Id="rId347" Type="http://schemas.openxmlformats.org/officeDocument/2006/relationships/tags" Target="../tags/tag802.xml"/><Relationship Id="rId512" Type="http://schemas.openxmlformats.org/officeDocument/2006/relationships/tags" Target="../tags/tag967.xml"/><Relationship Id="rId44" Type="http://schemas.openxmlformats.org/officeDocument/2006/relationships/tags" Target="../tags/tag499.xml"/><Relationship Id="rId86" Type="http://schemas.openxmlformats.org/officeDocument/2006/relationships/tags" Target="../tags/tag541.xml"/><Relationship Id="rId151" Type="http://schemas.openxmlformats.org/officeDocument/2006/relationships/tags" Target="../tags/tag606.xml"/><Relationship Id="rId389" Type="http://schemas.openxmlformats.org/officeDocument/2006/relationships/tags" Target="../tags/tag844.xml"/><Relationship Id="rId554" Type="http://schemas.openxmlformats.org/officeDocument/2006/relationships/tags" Target="../tags/tag1009.xml"/><Relationship Id="rId596" Type="http://schemas.openxmlformats.org/officeDocument/2006/relationships/tags" Target="../tags/tag1051.xml"/><Relationship Id="rId761" Type="http://schemas.openxmlformats.org/officeDocument/2006/relationships/tags" Target="../tags/tag1216.xml"/><Relationship Id="rId193" Type="http://schemas.openxmlformats.org/officeDocument/2006/relationships/tags" Target="../tags/tag648.xml"/><Relationship Id="rId207" Type="http://schemas.openxmlformats.org/officeDocument/2006/relationships/tags" Target="../tags/tag662.xml"/><Relationship Id="rId249" Type="http://schemas.openxmlformats.org/officeDocument/2006/relationships/tags" Target="../tags/tag704.xml"/><Relationship Id="rId414" Type="http://schemas.openxmlformats.org/officeDocument/2006/relationships/tags" Target="../tags/tag869.xml"/><Relationship Id="rId456" Type="http://schemas.openxmlformats.org/officeDocument/2006/relationships/tags" Target="../tags/tag911.xml"/><Relationship Id="rId498" Type="http://schemas.openxmlformats.org/officeDocument/2006/relationships/tags" Target="../tags/tag953.xml"/><Relationship Id="rId621" Type="http://schemas.openxmlformats.org/officeDocument/2006/relationships/tags" Target="../tags/tag1076.xml"/><Relationship Id="rId663" Type="http://schemas.openxmlformats.org/officeDocument/2006/relationships/tags" Target="../tags/tag1118.xml"/><Relationship Id="rId13" Type="http://schemas.openxmlformats.org/officeDocument/2006/relationships/tags" Target="../tags/tag468.xml"/><Relationship Id="rId109" Type="http://schemas.openxmlformats.org/officeDocument/2006/relationships/tags" Target="../tags/tag564.xml"/><Relationship Id="rId260" Type="http://schemas.openxmlformats.org/officeDocument/2006/relationships/tags" Target="../tags/tag715.xml"/><Relationship Id="rId316" Type="http://schemas.openxmlformats.org/officeDocument/2006/relationships/tags" Target="../tags/tag771.xml"/><Relationship Id="rId523" Type="http://schemas.openxmlformats.org/officeDocument/2006/relationships/tags" Target="../tags/tag978.xml"/><Relationship Id="rId719" Type="http://schemas.openxmlformats.org/officeDocument/2006/relationships/tags" Target="../tags/tag1174.xml"/><Relationship Id="rId55" Type="http://schemas.openxmlformats.org/officeDocument/2006/relationships/tags" Target="../tags/tag510.xml"/><Relationship Id="rId97" Type="http://schemas.openxmlformats.org/officeDocument/2006/relationships/tags" Target="../tags/tag552.xml"/><Relationship Id="rId120" Type="http://schemas.openxmlformats.org/officeDocument/2006/relationships/tags" Target="../tags/tag575.xml"/><Relationship Id="rId358" Type="http://schemas.openxmlformats.org/officeDocument/2006/relationships/tags" Target="../tags/tag813.xml"/><Relationship Id="rId565" Type="http://schemas.openxmlformats.org/officeDocument/2006/relationships/tags" Target="../tags/tag1020.xml"/><Relationship Id="rId730" Type="http://schemas.openxmlformats.org/officeDocument/2006/relationships/tags" Target="../tags/tag1185.xml"/><Relationship Id="rId162" Type="http://schemas.openxmlformats.org/officeDocument/2006/relationships/tags" Target="../tags/tag617.xml"/><Relationship Id="rId218" Type="http://schemas.openxmlformats.org/officeDocument/2006/relationships/tags" Target="../tags/tag673.xml"/><Relationship Id="rId425" Type="http://schemas.openxmlformats.org/officeDocument/2006/relationships/tags" Target="../tags/tag880.xml"/><Relationship Id="rId467" Type="http://schemas.openxmlformats.org/officeDocument/2006/relationships/tags" Target="../tags/tag922.xml"/><Relationship Id="rId632" Type="http://schemas.openxmlformats.org/officeDocument/2006/relationships/tags" Target="../tags/tag1087.xml"/><Relationship Id="rId271" Type="http://schemas.openxmlformats.org/officeDocument/2006/relationships/tags" Target="../tags/tag726.xml"/><Relationship Id="rId674" Type="http://schemas.openxmlformats.org/officeDocument/2006/relationships/tags" Target="../tags/tag1129.xml"/><Relationship Id="rId24" Type="http://schemas.openxmlformats.org/officeDocument/2006/relationships/tags" Target="../tags/tag479.xml"/><Relationship Id="rId66" Type="http://schemas.openxmlformats.org/officeDocument/2006/relationships/tags" Target="../tags/tag521.xml"/><Relationship Id="rId131" Type="http://schemas.openxmlformats.org/officeDocument/2006/relationships/tags" Target="../tags/tag586.xml"/><Relationship Id="rId327" Type="http://schemas.openxmlformats.org/officeDocument/2006/relationships/tags" Target="../tags/tag782.xml"/><Relationship Id="rId369" Type="http://schemas.openxmlformats.org/officeDocument/2006/relationships/tags" Target="../tags/tag824.xml"/><Relationship Id="rId534" Type="http://schemas.openxmlformats.org/officeDocument/2006/relationships/tags" Target="../tags/tag989.xml"/><Relationship Id="rId576" Type="http://schemas.openxmlformats.org/officeDocument/2006/relationships/tags" Target="../tags/tag1031.xml"/><Relationship Id="rId741" Type="http://schemas.openxmlformats.org/officeDocument/2006/relationships/tags" Target="../tags/tag1196.xml"/><Relationship Id="rId173" Type="http://schemas.openxmlformats.org/officeDocument/2006/relationships/tags" Target="../tags/tag628.xml"/><Relationship Id="rId229" Type="http://schemas.openxmlformats.org/officeDocument/2006/relationships/tags" Target="../tags/tag684.xml"/><Relationship Id="rId380" Type="http://schemas.openxmlformats.org/officeDocument/2006/relationships/tags" Target="../tags/tag835.xml"/><Relationship Id="rId436" Type="http://schemas.openxmlformats.org/officeDocument/2006/relationships/tags" Target="../tags/tag891.xml"/><Relationship Id="rId601" Type="http://schemas.openxmlformats.org/officeDocument/2006/relationships/tags" Target="../tags/tag1056.xml"/><Relationship Id="rId643" Type="http://schemas.openxmlformats.org/officeDocument/2006/relationships/tags" Target="../tags/tag1098.xml"/><Relationship Id="rId240" Type="http://schemas.openxmlformats.org/officeDocument/2006/relationships/tags" Target="../tags/tag695.xml"/><Relationship Id="rId478" Type="http://schemas.openxmlformats.org/officeDocument/2006/relationships/tags" Target="../tags/tag933.xml"/><Relationship Id="rId685" Type="http://schemas.openxmlformats.org/officeDocument/2006/relationships/tags" Target="../tags/tag1140.xml"/><Relationship Id="rId35" Type="http://schemas.openxmlformats.org/officeDocument/2006/relationships/tags" Target="../tags/tag490.xml"/><Relationship Id="rId77" Type="http://schemas.openxmlformats.org/officeDocument/2006/relationships/tags" Target="../tags/tag532.xml"/><Relationship Id="rId100" Type="http://schemas.openxmlformats.org/officeDocument/2006/relationships/tags" Target="../tags/tag555.xml"/><Relationship Id="rId282" Type="http://schemas.openxmlformats.org/officeDocument/2006/relationships/tags" Target="../tags/tag737.xml"/><Relationship Id="rId338" Type="http://schemas.openxmlformats.org/officeDocument/2006/relationships/tags" Target="../tags/tag793.xml"/><Relationship Id="rId503" Type="http://schemas.openxmlformats.org/officeDocument/2006/relationships/tags" Target="../tags/tag958.xml"/><Relationship Id="rId545" Type="http://schemas.openxmlformats.org/officeDocument/2006/relationships/tags" Target="../tags/tag1000.xml"/><Relationship Id="rId587" Type="http://schemas.openxmlformats.org/officeDocument/2006/relationships/tags" Target="../tags/tag1042.xml"/><Relationship Id="rId710" Type="http://schemas.openxmlformats.org/officeDocument/2006/relationships/tags" Target="../tags/tag1165.xml"/><Relationship Id="rId752" Type="http://schemas.openxmlformats.org/officeDocument/2006/relationships/tags" Target="../tags/tag1207.xml"/><Relationship Id="rId8" Type="http://schemas.openxmlformats.org/officeDocument/2006/relationships/tags" Target="../tags/tag463.xml"/><Relationship Id="rId142" Type="http://schemas.openxmlformats.org/officeDocument/2006/relationships/tags" Target="../tags/tag597.xml"/><Relationship Id="rId184" Type="http://schemas.openxmlformats.org/officeDocument/2006/relationships/tags" Target="../tags/tag639.xml"/><Relationship Id="rId391" Type="http://schemas.openxmlformats.org/officeDocument/2006/relationships/tags" Target="../tags/tag846.xml"/><Relationship Id="rId405" Type="http://schemas.openxmlformats.org/officeDocument/2006/relationships/tags" Target="../tags/tag860.xml"/><Relationship Id="rId447" Type="http://schemas.openxmlformats.org/officeDocument/2006/relationships/tags" Target="../tags/tag902.xml"/><Relationship Id="rId612" Type="http://schemas.openxmlformats.org/officeDocument/2006/relationships/tags" Target="../tags/tag1067.xml"/><Relationship Id="rId251" Type="http://schemas.openxmlformats.org/officeDocument/2006/relationships/tags" Target="../tags/tag706.xml"/><Relationship Id="rId489" Type="http://schemas.openxmlformats.org/officeDocument/2006/relationships/tags" Target="../tags/tag944.xml"/><Relationship Id="rId654" Type="http://schemas.openxmlformats.org/officeDocument/2006/relationships/tags" Target="../tags/tag1109.xml"/><Relationship Id="rId696" Type="http://schemas.openxmlformats.org/officeDocument/2006/relationships/tags" Target="../tags/tag1151.xml"/><Relationship Id="rId46" Type="http://schemas.openxmlformats.org/officeDocument/2006/relationships/tags" Target="../tags/tag501.xml"/><Relationship Id="rId293" Type="http://schemas.openxmlformats.org/officeDocument/2006/relationships/tags" Target="../tags/tag748.xml"/><Relationship Id="rId307" Type="http://schemas.openxmlformats.org/officeDocument/2006/relationships/tags" Target="../tags/tag762.xml"/><Relationship Id="rId349" Type="http://schemas.openxmlformats.org/officeDocument/2006/relationships/tags" Target="../tags/tag804.xml"/><Relationship Id="rId514" Type="http://schemas.openxmlformats.org/officeDocument/2006/relationships/tags" Target="../tags/tag969.xml"/><Relationship Id="rId556" Type="http://schemas.openxmlformats.org/officeDocument/2006/relationships/tags" Target="../tags/tag1011.xml"/><Relationship Id="rId721" Type="http://schemas.openxmlformats.org/officeDocument/2006/relationships/tags" Target="../tags/tag1176.xml"/><Relationship Id="rId763" Type="http://schemas.openxmlformats.org/officeDocument/2006/relationships/tags" Target="../tags/tag1218.xml"/><Relationship Id="rId88" Type="http://schemas.openxmlformats.org/officeDocument/2006/relationships/tags" Target="../tags/tag543.xml"/><Relationship Id="rId111" Type="http://schemas.openxmlformats.org/officeDocument/2006/relationships/tags" Target="../tags/tag566.xml"/><Relationship Id="rId153" Type="http://schemas.openxmlformats.org/officeDocument/2006/relationships/tags" Target="../tags/tag608.xml"/><Relationship Id="rId195" Type="http://schemas.openxmlformats.org/officeDocument/2006/relationships/tags" Target="../tags/tag650.xml"/><Relationship Id="rId209" Type="http://schemas.openxmlformats.org/officeDocument/2006/relationships/tags" Target="../tags/tag664.xml"/><Relationship Id="rId360" Type="http://schemas.openxmlformats.org/officeDocument/2006/relationships/tags" Target="../tags/tag815.xml"/><Relationship Id="rId416" Type="http://schemas.openxmlformats.org/officeDocument/2006/relationships/tags" Target="../tags/tag871.xml"/><Relationship Id="rId598" Type="http://schemas.openxmlformats.org/officeDocument/2006/relationships/tags" Target="../tags/tag1053.xml"/><Relationship Id="rId220" Type="http://schemas.openxmlformats.org/officeDocument/2006/relationships/tags" Target="../tags/tag675.xml"/><Relationship Id="rId458" Type="http://schemas.openxmlformats.org/officeDocument/2006/relationships/tags" Target="../tags/tag913.xml"/><Relationship Id="rId623" Type="http://schemas.openxmlformats.org/officeDocument/2006/relationships/tags" Target="../tags/tag1078.xml"/><Relationship Id="rId665" Type="http://schemas.openxmlformats.org/officeDocument/2006/relationships/tags" Target="../tags/tag1120.xml"/><Relationship Id="rId15" Type="http://schemas.openxmlformats.org/officeDocument/2006/relationships/tags" Target="../tags/tag470.xml"/><Relationship Id="rId57" Type="http://schemas.openxmlformats.org/officeDocument/2006/relationships/tags" Target="../tags/tag512.xml"/><Relationship Id="rId262" Type="http://schemas.openxmlformats.org/officeDocument/2006/relationships/tags" Target="../tags/tag717.xml"/><Relationship Id="rId318" Type="http://schemas.openxmlformats.org/officeDocument/2006/relationships/tags" Target="../tags/tag773.xml"/><Relationship Id="rId525" Type="http://schemas.openxmlformats.org/officeDocument/2006/relationships/tags" Target="../tags/tag980.xml"/><Relationship Id="rId567" Type="http://schemas.openxmlformats.org/officeDocument/2006/relationships/tags" Target="../tags/tag1022.xml"/><Relationship Id="rId732" Type="http://schemas.openxmlformats.org/officeDocument/2006/relationships/tags" Target="../tags/tag1187.xml"/><Relationship Id="rId99" Type="http://schemas.openxmlformats.org/officeDocument/2006/relationships/tags" Target="../tags/tag554.xml"/><Relationship Id="rId122" Type="http://schemas.openxmlformats.org/officeDocument/2006/relationships/tags" Target="../tags/tag577.xml"/><Relationship Id="rId164" Type="http://schemas.openxmlformats.org/officeDocument/2006/relationships/tags" Target="../tags/tag619.xml"/><Relationship Id="rId371" Type="http://schemas.openxmlformats.org/officeDocument/2006/relationships/tags" Target="../tags/tag826.xml"/><Relationship Id="rId427" Type="http://schemas.openxmlformats.org/officeDocument/2006/relationships/tags" Target="../tags/tag882.xml"/><Relationship Id="rId469" Type="http://schemas.openxmlformats.org/officeDocument/2006/relationships/tags" Target="../tags/tag924.xml"/><Relationship Id="rId634" Type="http://schemas.openxmlformats.org/officeDocument/2006/relationships/tags" Target="../tags/tag1089.xml"/><Relationship Id="rId676" Type="http://schemas.openxmlformats.org/officeDocument/2006/relationships/tags" Target="../tags/tag1131.xml"/><Relationship Id="rId26" Type="http://schemas.openxmlformats.org/officeDocument/2006/relationships/tags" Target="../tags/tag481.xml"/><Relationship Id="rId231" Type="http://schemas.openxmlformats.org/officeDocument/2006/relationships/tags" Target="../tags/tag686.xml"/><Relationship Id="rId273" Type="http://schemas.openxmlformats.org/officeDocument/2006/relationships/tags" Target="../tags/tag728.xml"/><Relationship Id="rId329" Type="http://schemas.openxmlformats.org/officeDocument/2006/relationships/tags" Target="../tags/tag784.xml"/><Relationship Id="rId480" Type="http://schemas.openxmlformats.org/officeDocument/2006/relationships/tags" Target="../tags/tag935.xml"/><Relationship Id="rId536" Type="http://schemas.openxmlformats.org/officeDocument/2006/relationships/tags" Target="../tags/tag991.xml"/><Relationship Id="rId701" Type="http://schemas.openxmlformats.org/officeDocument/2006/relationships/tags" Target="../tags/tag1156.xml"/><Relationship Id="rId68" Type="http://schemas.openxmlformats.org/officeDocument/2006/relationships/tags" Target="../tags/tag523.xml"/><Relationship Id="rId133" Type="http://schemas.openxmlformats.org/officeDocument/2006/relationships/tags" Target="../tags/tag588.xml"/><Relationship Id="rId175" Type="http://schemas.openxmlformats.org/officeDocument/2006/relationships/tags" Target="../tags/tag630.xml"/><Relationship Id="rId340" Type="http://schemas.openxmlformats.org/officeDocument/2006/relationships/tags" Target="../tags/tag795.xml"/><Relationship Id="rId578" Type="http://schemas.openxmlformats.org/officeDocument/2006/relationships/tags" Target="../tags/tag1033.xml"/><Relationship Id="rId743" Type="http://schemas.openxmlformats.org/officeDocument/2006/relationships/tags" Target="../tags/tag1198.xml"/><Relationship Id="rId200" Type="http://schemas.openxmlformats.org/officeDocument/2006/relationships/tags" Target="../tags/tag655.xml"/><Relationship Id="rId382" Type="http://schemas.openxmlformats.org/officeDocument/2006/relationships/tags" Target="../tags/tag837.xml"/><Relationship Id="rId438" Type="http://schemas.openxmlformats.org/officeDocument/2006/relationships/tags" Target="../tags/tag893.xml"/><Relationship Id="rId603" Type="http://schemas.openxmlformats.org/officeDocument/2006/relationships/tags" Target="../tags/tag1058.xml"/><Relationship Id="rId645" Type="http://schemas.openxmlformats.org/officeDocument/2006/relationships/tags" Target="../tags/tag1100.xml"/><Relationship Id="rId687" Type="http://schemas.openxmlformats.org/officeDocument/2006/relationships/tags" Target="../tags/tag1142.xml"/><Relationship Id="rId242" Type="http://schemas.openxmlformats.org/officeDocument/2006/relationships/tags" Target="../tags/tag697.xml"/><Relationship Id="rId284" Type="http://schemas.openxmlformats.org/officeDocument/2006/relationships/tags" Target="../tags/tag739.xml"/><Relationship Id="rId491" Type="http://schemas.openxmlformats.org/officeDocument/2006/relationships/tags" Target="../tags/tag946.xml"/><Relationship Id="rId505" Type="http://schemas.openxmlformats.org/officeDocument/2006/relationships/tags" Target="../tags/tag960.xml"/><Relationship Id="rId712" Type="http://schemas.openxmlformats.org/officeDocument/2006/relationships/tags" Target="../tags/tag1167.xml"/><Relationship Id="rId37" Type="http://schemas.openxmlformats.org/officeDocument/2006/relationships/tags" Target="../tags/tag492.xml"/><Relationship Id="rId79" Type="http://schemas.openxmlformats.org/officeDocument/2006/relationships/tags" Target="../tags/tag534.xml"/><Relationship Id="rId102" Type="http://schemas.openxmlformats.org/officeDocument/2006/relationships/tags" Target="../tags/tag557.xml"/><Relationship Id="rId144" Type="http://schemas.openxmlformats.org/officeDocument/2006/relationships/tags" Target="../tags/tag599.xml"/><Relationship Id="rId547" Type="http://schemas.openxmlformats.org/officeDocument/2006/relationships/tags" Target="../tags/tag1002.xml"/><Relationship Id="rId589" Type="http://schemas.openxmlformats.org/officeDocument/2006/relationships/tags" Target="../tags/tag1044.xml"/><Relationship Id="rId754" Type="http://schemas.openxmlformats.org/officeDocument/2006/relationships/tags" Target="../tags/tag1209.xml"/><Relationship Id="rId90" Type="http://schemas.openxmlformats.org/officeDocument/2006/relationships/tags" Target="../tags/tag545.xml"/><Relationship Id="rId186" Type="http://schemas.openxmlformats.org/officeDocument/2006/relationships/tags" Target="../tags/tag641.xml"/><Relationship Id="rId351" Type="http://schemas.openxmlformats.org/officeDocument/2006/relationships/tags" Target="../tags/tag806.xml"/><Relationship Id="rId393" Type="http://schemas.openxmlformats.org/officeDocument/2006/relationships/tags" Target="../tags/tag848.xml"/><Relationship Id="rId407" Type="http://schemas.openxmlformats.org/officeDocument/2006/relationships/tags" Target="../tags/tag862.xml"/><Relationship Id="rId449" Type="http://schemas.openxmlformats.org/officeDocument/2006/relationships/tags" Target="../tags/tag904.xml"/><Relationship Id="rId614" Type="http://schemas.openxmlformats.org/officeDocument/2006/relationships/tags" Target="../tags/tag1069.xml"/><Relationship Id="rId656" Type="http://schemas.openxmlformats.org/officeDocument/2006/relationships/tags" Target="../tags/tag1111.xml"/><Relationship Id="rId211" Type="http://schemas.openxmlformats.org/officeDocument/2006/relationships/tags" Target="../tags/tag666.xml"/><Relationship Id="rId253" Type="http://schemas.openxmlformats.org/officeDocument/2006/relationships/tags" Target="../tags/tag708.xml"/><Relationship Id="rId295" Type="http://schemas.openxmlformats.org/officeDocument/2006/relationships/tags" Target="../tags/tag750.xml"/><Relationship Id="rId309" Type="http://schemas.openxmlformats.org/officeDocument/2006/relationships/tags" Target="../tags/tag764.xml"/><Relationship Id="rId460" Type="http://schemas.openxmlformats.org/officeDocument/2006/relationships/tags" Target="../tags/tag915.xml"/><Relationship Id="rId516" Type="http://schemas.openxmlformats.org/officeDocument/2006/relationships/tags" Target="../tags/tag971.xml"/><Relationship Id="rId698" Type="http://schemas.openxmlformats.org/officeDocument/2006/relationships/tags" Target="../tags/tag1153.xml"/><Relationship Id="rId48" Type="http://schemas.openxmlformats.org/officeDocument/2006/relationships/tags" Target="../tags/tag503.xml"/><Relationship Id="rId113" Type="http://schemas.openxmlformats.org/officeDocument/2006/relationships/tags" Target="../tags/tag568.xml"/><Relationship Id="rId320" Type="http://schemas.openxmlformats.org/officeDocument/2006/relationships/tags" Target="../tags/tag775.xml"/><Relationship Id="rId558" Type="http://schemas.openxmlformats.org/officeDocument/2006/relationships/tags" Target="../tags/tag1013.xml"/><Relationship Id="rId723" Type="http://schemas.openxmlformats.org/officeDocument/2006/relationships/tags" Target="../tags/tag1178.xml"/><Relationship Id="rId765" Type="http://schemas.openxmlformats.org/officeDocument/2006/relationships/notesSlide" Target="../notesSlides/notesSlide7.xml"/><Relationship Id="rId155" Type="http://schemas.openxmlformats.org/officeDocument/2006/relationships/tags" Target="../tags/tag610.xml"/><Relationship Id="rId197" Type="http://schemas.openxmlformats.org/officeDocument/2006/relationships/tags" Target="../tags/tag652.xml"/><Relationship Id="rId362" Type="http://schemas.openxmlformats.org/officeDocument/2006/relationships/tags" Target="../tags/tag817.xml"/><Relationship Id="rId418" Type="http://schemas.openxmlformats.org/officeDocument/2006/relationships/tags" Target="../tags/tag873.xml"/><Relationship Id="rId625" Type="http://schemas.openxmlformats.org/officeDocument/2006/relationships/tags" Target="../tags/tag1080.xml"/><Relationship Id="rId222" Type="http://schemas.openxmlformats.org/officeDocument/2006/relationships/tags" Target="../tags/tag677.xml"/><Relationship Id="rId264" Type="http://schemas.openxmlformats.org/officeDocument/2006/relationships/tags" Target="../tags/tag719.xml"/><Relationship Id="rId471" Type="http://schemas.openxmlformats.org/officeDocument/2006/relationships/tags" Target="../tags/tag926.xml"/><Relationship Id="rId667" Type="http://schemas.openxmlformats.org/officeDocument/2006/relationships/tags" Target="../tags/tag1122.xml"/><Relationship Id="rId17" Type="http://schemas.openxmlformats.org/officeDocument/2006/relationships/tags" Target="../tags/tag472.xml"/><Relationship Id="rId59" Type="http://schemas.openxmlformats.org/officeDocument/2006/relationships/tags" Target="../tags/tag514.xml"/><Relationship Id="rId124" Type="http://schemas.openxmlformats.org/officeDocument/2006/relationships/tags" Target="../tags/tag579.xml"/><Relationship Id="rId527" Type="http://schemas.openxmlformats.org/officeDocument/2006/relationships/tags" Target="../tags/tag982.xml"/><Relationship Id="rId569" Type="http://schemas.openxmlformats.org/officeDocument/2006/relationships/tags" Target="../tags/tag1024.xml"/><Relationship Id="rId734" Type="http://schemas.openxmlformats.org/officeDocument/2006/relationships/tags" Target="../tags/tag1189.xml"/><Relationship Id="rId70" Type="http://schemas.openxmlformats.org/officeDocument/2006/relationships/tags" Target="../tags/tag525.xml"/><Relationship Id="rId166" Type="http://schemas.openxmlformats.org/officeDocument/2006/relationships/tags" Target="../tags/tag621.xml"/><Relationship Id="rId331" Type="http://schemas.openxmlformats.org/officeDocument/2006/relationships/tags" Target="../tags/tag786.xml"/><Relationship Id="rId373" Type="http://schemas.openxmlformats.org/officeDocument/2006/relationships/tags" Target="../tags/tag828.xml"/><Relationship Id="rId429" Type="http://schemas.openxmlformats.org/officeDocument/2006/relationships/tags" Target="../tags/tag884.xml"/><Relationship Id="rId580" Type="http://schemas.openxmlformats.org/officeDocument/2006/relationships/tags" Target="../tags/tag1035.xml"/><Relationship Id="rId636" Type="http://schemas.openxmlformats.org/officeDocument/2006/relationships/tags" Target="../tags/tag1091.xml"/><Relationship Id="rId1" Type="http://schemas.openxmlformats.org/officeDocument/2006/relationships/tags" Target="../tags/tag456.xml"/><Relationship Id="rId233" Type="http://schemas.openxmlformats.org/officeDocument/2006/relationships/tags" Target="../tags/tag688.xml"/><Relationship Id="rId440" Type="http://schemas.openxmlformats.org/officeDocument/2006/relationships/tags" Target="../tags/tag895.xml"/><Relationship Id="rId678" Type="http://schemas.openxmlformats.org/officeDocument/2006/relationships/tags" Target="../tags/tag1133.xml"/><Relationship Id="rId28" Type="http://schemas.openxmlformats.org/officeDocument/2006/relationships/tags" Target="../tags/tag483.xml"/><Relationship Id="rId275" Type="http://schemas.openxmlformats.org/officeDocument/2006/relationships/tags" Target="../tags/tag730.xml"/><Relationship Id="rId300" Type="http://schemas.openxmlformats.org/officeDocument/2006/relationships/tags" Target="../tags/tag755.xml"/><Relationship Id="rId482" Type="http://schemas.openxmlformats.org/officeDocument/2006/relationships/tags" Target="../tags/tag937.xml"/><Relationship Id="rId538" Type="http://schemas.openxmlformats.org/officeDocument/2006/relationships/tags" Target="../tags/tag993.xml"/><Relationship Id="rId703" Type="http://schemas.openxmlformats.org/officeDocument/2006/relationships/tags" Target="../tags/tag1158.xml"/><Relationship Id="rId745" Type="http://schemas.openxmlformats.org/officeDocument/2006/relationships/tags" Target="../tags/tag1200.xml"/><Relationship Id="rId81" Type="http://schemas.openxmlformats.org/officeDocument/2006/relationships/tags" Target="../tags/tag536.xml"/><Relationship Id="rId135" Type="http://schemas.openxmlformats.org/officeDocument/2006/relationships/tags" Target="../tags/tag590.xml"/><Relationship Id="rId177" Type="http://schemas.openxmlformats.org/officeDocument/2006/relationships/tags" Target="../tags/tag632.xml"/><Relationship Id="rId342" Type="http://schemas.openxmlformats.org/officeDocument/2006/relationships/tags" Target="../tags/tag797.xml"/><Relationship Id="rId384" Type="http://schemas.openxmlformats.org/officeDocument/2006/relationships/tags" Target="../tags/tag839.xml"/><Relationship Id="rId591" Type="http://schemas.openxmlformats.org/officeDocument/2006/relationships/tags" Target="../tags/tag1046.xml"/><Relationship Id="rId605" Type="http://schemas.openxmlformats.org/officeDocument/2006/relationships/tags" Target="../tags/tag1060.xml"/><Relationship Id="rId202" Type="http://schemas.openxmlformats.org/officeDocument/2006/relationships/tags" Target="../tags/tag657.xml"/><Relationship Id="rId244" Type="http://schemas.openxmlformats.org/officeDocument/2006/relationships/tags" Target="../tags/tag699.xml"/><Relationship Id="rId647" Type="http://schemas.openxmlformats.org/officeDocument/2006/relationships/tags" Target="../tags/tag1102.xml"/><Relationship Id="rId689" Type="http://schemas.openxmlformats.org/officeDocument/2006/relationships/tags" Target="../tags/tag1144.xml"/><Relationship Id="rId39" Type="http://schemas.openxmlformats.org/officeDocument/2006/relationships/tags" Target="../tags/tag494.xml"/><Relationship Id="rId286" Type="http://schemas.openxmlformats.org/officeDocument/2006/relationships/tags" Target="../tags/tag741.xml"/><Relationship Id="rId451" Type="http://schemas.openxmlformats.org/officeDocument/2006/relationships/tags" Target="../tags/tag906.xml"/><Relationship Id="rId493" Type="http://schemas.openxmlformats.org/officeDocument/2006/relationships/tags" Target="../tags/tag948.xml"/><Relationship Id="rId507" Type="http://schemas.openxmlformats.org/officeDocument/2006/relationships/tags" Target="../tags/tag962.xml"/><Relationship Id="rId549" Type="http://schemas.openxmlformats.org/officeDocument/2006/relationships/tags" Target="../tags/tag1004.xml"/><Relationship Id="rId714" Type="http://schemas.openxmlformats.org/officeDocument/2006/relationships/tags" Target="../tags/tag1169.xml"/><Relationship Id="rId756" Type="http://schemas.openxmlformats.org/officeDocument/2006/relationships/tags" Target="../tags/tag1211.xml"/><Relationship Id="rId50" Type="http://schemas.openxmlformats.org/officeDocument/2006/relationships/tags" Target="../tags/tag505.xml"/><Relationship Id="rId104" Type="http://schemas.openxmlformats.org/officeDocument/2006/relationships/tags" Target="../tags/tag559.xml"/><Relationship Id="rId146" Type="http://schemas.openxmlformats.org/officeDocument/2006/relationships/tags" Target="../tags/tag601.xml"/><Relationship Id="rId188" Type="http://schemas.openxmlformats.org/officeDocument/2006/relationships/tags" Target="../tags/tag643.xml"/><Relationship Id="rId311" Type="http://schemas.openxmlformats.org/officeDocument/2006/relationships/tags" Target="../tags/tag766.xml"/><Relationship Id="rId353" Type="http://schemas.openxmlformats.org/officeDocument/2006/relationships/tags" Target="../tags/tag808.xml"/><Relationship Id="rId395" Type="http://schemas.openxmlformats.org/officeDocument/2006/relationships/tags" Target="../tags/tag850.xml"/><Relationship Id="rId409" Type="http://schemas.openxmlformats.org/officeDocument/2006/relationships/tags" Target="../tags/tag864.xml"/><Relationship Id="rId560" Type="http://schemas.openxmlformats.org/officeDocument/2006/relationships/tags" Target="../tags/tag1015.xml"/><Relationship Id="rId92" Type="http://schemas.openxmlformats.org/officeDocument/2006/relationships/tags" Target="../tags/tag547.xml"/><Relationship Id="rId213" Type="http://schemas.openxmlformats.org/officeDocument/2006/relationships/tags" Target="../tags/tag668.xml"/><Relationship Id="rId420" Type="http://schemas.openxmlformats.org/officeDocument/2006/relationships/tags" Target="../tags/tag875.xml"/><Relationship Id="rId616" Type="http://schemas.openxmlformats.org/officeDocument/2006/relationships/tags" Target="../tags/tag1071.xml"/><Relationship Id="rId658" Type="http://schemas.openxmlformats.org/officeDocument/2006/relationships/tags" Target="../tags/tag1113.xml"/><Relationship Id="rId255" Type="http://schemas.openxmlformats.org/officeDocument/2006/relationships/tags" Target="../tags/tag710.xml"/><Relationship Id="rId297" Type="http://schemas.openxmlformats.org/officeDocument/2006/relationships/tags" Target="../tags/tag752.xml"/><Relationship Id="rId462" Type="http://schemas.openxmlformats.org/officeDocument/2006/relationships/tags" Target="../tags/tag917.xml"/><Relationship Id="rId518" Type="http://schemas.openxmlformats.org/officeDocument/2006/relationships/tags" Target="../tags/tag973.xml"/><Relationship Id="rId725" Type="http://schemas.openxmlformats.org/officeDocument/2006/relationships/tags" Target="../tags/tag1180.xml"/><Relationship Id="rId115" Type="http://schemas.openxmlformats.org/officeDocument/2006/relationships/tags" Target="../tags/tag570.xml"/><Relationship Id="rId157" Type="http://schemas.openxmlformats.org/officeDocument/2006/relationships/tags" Target="../tags/tag612.xml"/><Relationship Id="rId322" Type="http://schemas.openxmlformats.org/officeDocument/2006/relationships/tags" Target="../tags/tag777.xml"/><Relationship Id="rId364" Type="http://schemas.openxmlformats.org/officeDocument/2006/relationships/tags" Target="../tags/tag819.xml"/><Relationship Id="rId767" Type="http://schemas.openxmlformats.org/officeDocument/2006/relationships/image" Target="../media/image6.png"/><Relationship Id="rId61" Type="http://schemas.openxmlformats.org/officeDocument/2006/relationships/tags" Target="../tags/tag516.xml"/><Relationship Id="rId199" Type="http://schemas.openxmlformats.org/officeDocument/2006/relationships/tags" Target="../tags/tag654.xml"/><Relationship Id="rId571" Type="http://schemas.openxmlformats.org/officeDocument/2006/relationships/tags" Target="../tags/tag1026.xml"/><Relationship Id="rId627" Type="http://schemas.openxmlformats.org/officeDocument/2006/relationships/tags" Target="../tags/tag1082.xml"/><Relationship Id="rId669" Type="http://schemas.openxmlformats.org/officeDocument/2006/relationships/tags" Target="../tags/tag1124.xml"/><Relationship Id="rId19" Type="http://schemas.openxmlformats.org/officeDocument/2006/relationships/tags" Target="../tags/tag474.xml"/><Relationship Id="rId224" Type="http://schemas.openxmlformats.org/officeDocument/2006/relationships/tags" Target="../tags/tag679.xml"/><Relationship Id="rId266" Type="http://schemas.openxmlformats.org/officeDocument/2006/relationships/tags" Target="../tags/tag721.xml"/><Relationship Id="rId431" Type="http://schemas.openxmlformats.org/officeDocument/2006/relationships/tags" Target="../tags/tag886.xml"/><Relationship Id="rId473" Type="http://schemas.openxmlformats.org/officeDocument/2006/relationships/tags" Target="../tags/tag928.xml"/><Relationship Id="rId529" Type="http://schemas.openxmlformats.org/officeDocument/2006/relationships/tags" Target="../tags/tag984.xml"/><Relationship Id="rId680" Type="http://schemas.openxmlformats.org/officeDocument/2006/relationships/tags" Target="../tags/tag1135.xml"/><Relationship Id="rId736" Type="http://schemas.openxmlformats.org/officeDocument/2006/relationships/tags" Target="../tags/tag1191.xml"/><Relationship Id="rId30" Type="http://schemas.openxmlformats.org/officeDocument/2006/relationships/tags" Target="../tags/tag485.xml"/><Relationship Id="rId126" Type="http://schemas.openxmlformats.org/officeDocument/2006/relationships/tags" Target="../tags/tag581.xml"/><Relationship Id="rId168" Type="http://schemas.openxmlformats.org/officeDocument/2006/relationships/tags" Target="../tags/tag623.xml"/><Relationship Id="rId333" Type="http://schemas.openxmlformats.org/officeDocument/2006/relationships/tags" Target="../tags/tag788.xml"/><Relationship Id="rId540" Type="http://schemas.openxmlformats.org/officeDocument/2006/relationships/tags" Target="../tags/tag995.xml"/><Relationship Id="rId72" Type="http://schemas.openxmlformats.org/officeDocument/2006/relationships/tags" Target="../tags/tag527.xml"/><Relationship Id="rId375" Type="http://schemas.openxmlformats.org/officeDocument/2006/relationships/tags" Target="../tags/tag830.xml"/><Relationship Id="rId582" Type="http://schemas.openxmlformats.org/officeDocument/2006/relationships/tags" Target="../tags/tag1037.xml"/><Relationship Id="rId638" Type="http://schemas.openxmlformats.org/officeDocument/2006/relationships/tags" Target="../tags/tag1093.xml"/><Relationship Id="rId3" Type="http://schemas.openxmlformats.org/officeDocument/2006/relationships/tags" Target="../tags/tag458.xml"/><Relationship Id="rId235" Type="http://schemas.openxmlformats.org/officeDocument/2006/relationships/tags" Target="../tags/tag690.xml"/><Relationship Id="rId277" Type="http://schemas.openxmlformats.org/officeDocument/2006/relationships/tags" Target="../tags/tag732.xml"/><Relationship Id="rId400" Type="http://schemas.openxmlformats.org/officeDocument/2006/relationships/tags" Target="../tags/tag855.xml"/><Relationship Id="rId442" Type="http://schemas.openxmlformats.org/officeDocument/2006/relationships/tags" Target="../tags/tag897.xml"/><Relationship Id="rId484" Type="http://schemas.openxmlformats.org/officeDocument/2006/relationships/tags" Target="../tags/tag939.xml"/><Relationship Id="rId705" Type="http://schemas.openxmlformats.org/officeDocument/2006/relationships/tags" Target="../tags/tag1160.xml"/><Relationship Id="rId137" Type="http://schemas.openxmlformats.org/officeDocument/2006/relationships/tags" Target="../tags/tag592.xml"/><Relationship Id="rId302" Type="http://schemas.openxmlformats.org/officeDocument/2006/relationships/tags" Target="../tags/tag757.xml"/><Relationship Id="rId344" Type="http://schemas.openxmlformats.org/officeDocument/2006/relationships/tags" Target="../tags/tag799.xml"/><Relationship Id="rId691" Type="http://schemas.openxmlformats.org/officeDocument/2006/relationships/tags" Target="../tags/tag1146.xml"/><Relationship Id="rId747" Type="http://schemas.openxmlformats.org/officeDocument/2006/relationships/tags" Target="../tags/tag1202.xml"/><Relationship Id="rId41" Type="http://schemas.openxmlformats.org/officeDocument/2006/relationships/tags" Target="../tags/tag496.xml"/><Relationship Id="rId83" Type="http://schemas.openxmlformats.org/officeDocument/2006/relationships/tags" Target="../tags/tag538.xml"/><Relationship Id="rId179" Type="http://schemas.openxmlformats.org/officeDocument/2006/relationships/tags" Target="../tags/tag634.xml"/><Relationship Id="rId386" Type="http://schemas.openxmlformats.org/officeDocument/2006/relationships/tags" Target="../tags/tag841.xml"/><Relationship Id="rId551" Type="http://schemas.openxmlformats.org/officeDocument/2006/relationships/tags" Target="../tags/tag1006.xml"/><Relationship Id="rId593" Type="http://schemas.openxmlformats.org/officeDocument/2006/relationships/tags" Target="../tags/tag1048.xml"/><Relationship Id="rId607" Type="http://schemas.openxmlformats.org/officeDocument/2006/relationships/tags" Target="../tags/tag1062.xml"/><Relationship Id="rId649" Type="http://schemas.openxmlformats.org/officeDocument/2006/relationships/tags" Target="../tags/tag1104.xml"/><Relationship Id="rId190" Type="http://schemas.openxmlformats.org/officeDocument/2006/relationships/tags" Target="../tags/tag645.xml"/><Relationship Id="rId204" Type="http://schemas.openxmlformats.org/officeDocument/2006/relationships/tags" Target="../tags/tag659.xml"/><Relationship Id="rId246" Type="http://schemas.openxmlformats.org/officeDocument/2006/relationships/tags" Target="../tags/tag701.xml"/><Relationship Id="rId288" Type="http://schemas.openxmlformats.org/officeDocument/2006/relationships/tags" Target="../tags/tag743.xml"/><Relationship Id="rId411" Type="http://schemas.openxmlformats.org/officeDocument/2006/relationships/tags" Target="../tags/tag866.xml"/><Relationship Id="rId453" Type="http://schemas.openxmlformats.org/officeDocument/2006/relationships/tags" Target="../tags/tag908.xml"/><Relationship Id="rId509" Type="http://schemas.openxmlformats.org/officeDocument/2006/relationships/tags" Target="../tags/tag964.xml"/><Relationship Id="rId660" Type="http://schemas.openxmlformats.org/officeDocument/2006/relationships/tags" Target="../tags/tag1115.xml"/><Relationship Id="rId106" Type="http://schemas.openxmlformats.org/officeDocument/2006/relationships/tags" Target="../tags/tag561.xml"/><Relationship Id="rId313" Type="http://schemas.openxmlformats.org/officeDocument/2006/relationships/tags" Target="../tags/tag768.xml"/><Relationship Id="rId495" Type="http://schemas.openxmlformats.org/officeDocument/2006/relationships/tags" Target="../tags/tag950.xml"/><Relationship Id="rId716" Type="http://schemas.openxmlformats.org/officeDocument/2006/relationships/tags" Target="../tags/tag1171.xml"/><Relationship Id="rId758" Type="http://schemas.openxmlformats.org/officeDocument/2006/relationships/tags" Target="../tags/tag1213.xml"/><Relationship Id="rId10" Type="http://schemas.openxmlformats.org/officeDocument/2006/relationships/tags" Target="../tags/tag465.xml"/><Relationship Id="rId52" Type="http://schemas.openxmlformats.org/officeDocument/2006/relationships/tags" Target="../tags/tag507.xml"/><Relationship Id="rId94" Type="http://schemas.openxmlformats.org/officeDocument/2006/relationships/tags" Target="../tags/tag549.xml"/><Relationship Id="rId148" Type="http://schemas.openxmlformats.org/officeDocument/2006/relationships/tags" Target="../tags/tag603.xml"/><Relationship Id="rId355" Type="http://schemas.openxmlformats.org/officeDocument/2006/relationships/tags" Target="../tags/tag810.xml"/><Relationship Id="rId397" Type="http://schemas.openxmlformats.org/officeDocument/2006/relationships/tags" Target="../tags/tag852.xml"/><Relationship Id="rId520" Type="http://schemas.openxmlformats.org/officeDocument/2006/relationships/tags" Target="../tags/tag975.xml"/><Relationship Id="rId562" Type="http://schemas.openxmlformats.org/officeDocument/2006/relationships/tags" Target="../tags/tag1017.xml"/><Relationship Id="rId618" Type="http://schemas.openxmlformats.org/officeDocument/2006/relationships/tags" Target="../tags/tag1073.xml"/><Relationship Id="rId215" Type="http://schemas.openxmlformats.org/officeDocument/2006/relationships/tags" Target="../tags/tag670.xml"/><Relationship Id="rId257" Type="http://schemas.openxmlformats.org/officeDocument/2006/relationships/tags" Target="../tags/tag712.xml"/><Relationship Id="rId422" Type="http://schemas.openxmlformats.org/officeDocument/2006/relationships/tags" Target="../tags/tag877.xml"/><Relationship Id="rId464" Type="http://schemas.openxmlformats.org/officeDocument/2006/relationships/tags" Target="../tags/tag9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066800"/>
            <a:ext cx="7772400" cy="1470025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effectLst/>
                <a:latin typeface="Algerian" pitchFamily="82" charset="0"/>
              </a:rPr>
              <a:t>Family </a:t>
            </a:r>
            <a:r>
              <a:rPr lang="en-US" i="1" dirty="0" err="1" smtClean="0">
                <a:solidFill>
                  <a:srgbClr val="C00000"/>
                </a:solidFill>
                <a:effectLst/>
                <a:latin typeface="Algerian" pitchFamily="82" charset="0"/>
              </a:rPr>
              <a:t>Papillomaviridae</a:t>
            </a:r>
            <a:r>
              <a:rPr lang="en-US" dirty="0" smtClean="0">
                <a:solidFill>
                  <a:srgbClr val="C00000"/>
                </a:solidFill>
                <a:effectLst/>
                <a:latin typeface="Algerian" pitchFamily="82" charset="0"/>
              </a:rPr>
              <a:t> </a:t>
            </a:r>
            <a:endParaRPr lang="en-US" dirty="0">
              <a:solidFill>
                <a:srgbClr val="C00000"/>
              </a:solidFill>
              <a:effectLst/>
              <a:latin typeface="Algerian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2438400"/>
            <a:ext cx="6400800" cy="1752600"/>
          </a:xfrm>
        </p:spPr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Papillomatosis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endParaRPr 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7030A0"/>
                </a:solidFill>
                <a:effectLst/>
                <a:latin typeface="Arial" pitchFamily="34" charset="0"/>
                <a:cs typeface="Arial" pitchFamily="34" charset="0"/>
              </a:rPr>
              <a:t>INTRODUCTION </a:t>
            </a:r>
            <a:endParaRPr lang="en-US" sz="3200" b="1" dirty="0">
              <a:solidFill>
                <a:srgbClr val="7030A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Non-enveloped with 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circular double-stranded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DNA</a:t>
            </a:r>
            <a:endParaRPr lang="en-US" sz="2400" i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Baltimore group I</a:t>
            </a:r>
          </a:p>
          <a:p>
            <a:pPr algn="just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Highly host-and tissue-tropic,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All known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papillomavirus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types infect a particular body surface, typically the skin or mucosal epithelium of the genitals, anus, mouth, or airways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Replicate exclusively in the basal layer of the body surface tissues. 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Produce proliferative lesions or warts in many mammalian and avian species.</a:t>
            </a:r>
          </a:p>
          <a:p>
            <a:pPr algn="just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Have not been cultured </a:t>
            </a:r>
            <a:r>
              <a:rPr lang="en-US" sz="2400" b="1" i="1" dirty="0" smtClean="0">
                <a:latin typeface="Arial" pitchFamily="34" charset="0"/>
                <a:cs typeface="Arial" pitchFamily="34" charset="0"/>
              </a:rPr>
              <a:t>in vitro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Content Placeholder 2"/>
          <p:cNvSpPr>
            <a:spLocks noGrp="1"/>
          </p:cNvSpPr>
          <p:nvPr>
            <p:ph idx="4294967295"/>
          </p:nvPr>
        </p:nvSpPr>
        <p:spPr>
          <a:xfrm>
            <a:off x="0" y="685800"/>
            <a:ext cx="8915400" cy="6248400"/>
          </a:xfrm>
        </p:spPr>
        <p:txBody>
          <a:bodyPr>
            <a:noAutofit/>
          </a:bodyPr>
          <a:lstStyle/>
          <a:p>
            <a:r>
              <a:rPr lang="en-IN" sz="2400" dirty="0">
                <a:latin typeface="Arial" pitchFamily="34" charset="0"/>
                <a:cs typeface="Arial" pitchFamily="34" charset="0"/>
              </a:rPr>
              <a:t>The 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Papillomaviridae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family includes two subfamilies, the </a:t>
            </a:r>
            <a:r>
              <a:rPr lang="en-IN" sz="2400" i="1" dirty="0" smtClean="0">
                <a:latin typeface="Arial" pitchFamily="34" charset="0"/>
                <a:cs typeface="Arial" pitchFamily="34" charset="0"/>
              </a:rPr>
              <a:t>First </a:t>
            </a:r>
            <a:r>
              <a:rPr lang="en-IN" sz="2400" i="1" dirty="0" err="1" smtClean="0">
                <a:latin typeface="Arial" pitchFamily="34" charset="0"/>
                <a:cs typeface="Arial" pitchFamily="34" charset="0"/>
              </a:rPr>
              <a:t>papillomavirinae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and the 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Secondpapillomavirinae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. 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</a:t>
            </a:r>
            <a:r>
              <a:rPr lang="en-IN" sz="2400" i="1" dirty="0" err="1" smtClean="0">
                <a:latin typeface="Arial" pitchFamily="34" charset="0"/>
                <a:cs typeface="Arial" pitchFamily="34" charset="0"/>
              </a:rPr>
              <a:t>Firstpapillomavirinae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currently contains </a:t>
            </a:r>
            <a:r>
              <a:rPr lang="en-IN" sz="2400" b="1" dirty="0">
                <a:latin typeface="Arial" pitchFamily="34" charset="0"/>
                <a:cs typeface="Arial" pitchFamily="34" charset="0"/>
              </a:rPr>
              <a:t>51 genera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while only one genus is currently classified within the 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Secondpapillomavirinae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subfamily. 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Genera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in the 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Firstpapillomavirinae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are named using the Greek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alphabet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(</a:t>
            </a:r>
            <a:r>
              <a:rPr lang="en-IN" sz="2400" i="1" dirty="0">
                <a:latin typeface="Arial" pitchFamily="34" charset="0"/>
                <a:cs typeface="Arial" pitchFamily="34" charset="0"/>
              </a:rPr>
              <a:t>Alpha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-, </a:t>
            </a:r>
            <a:r>
              <a:rPr lang="en-IN" sz="2400" i="1" dirty="0">
                <a:latin typeface="Arial" pitchFamily="34" charset="0"/>
                <a:cs typeface="Arial" pitchFamily="34" charset="0"/>
              </a:rPr>
              <a:t>Beta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-, </a:t>
            </a:r>
            <a:r>
              <a:rPr lang="en-IN" sz="2400" i="1" dirty="0">
                <a:latin typeface="Arial" pitchFamily="34" charset="0"/>
                <a:cs typeface="Arial" pitchFamily="34" charset="0"/>
              </a:rPr>
              <a:t>Gamma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-, 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Deltapapillomavirus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, etc., and derivatives thereof, </a:t>
            </a:r>
            <a:r>
              <a:rPr lang="en-IN" sz="2400" dirty="0" err="1">
                <a:latin typeface="Arial" pitchFamily="34" charset="0"/>
                <a:cs typeface="Arial" pitchFamily="34" charset="0"/>
              </a:rPr>
              <a:t>eg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, </a:t>
            </a:r>
            <a:r>
              <a:rPr lang="en-IN" sz="2400" i="1" dirty="0" err="1" smtClean="0">
                <a:latin typeface="Arial" pitchFamily="34" charset="0"/>
                <a:cs typeface="Arial" pitchFamily="34" charset="0"/>
              </a:rPr>
              <a:t>Dyodeltapapillomavirus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) 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82296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Within genera, the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are further subdivided into numerically-named species. Currently there are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133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species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within the 51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genera. </a:t>
            </a:r>
          </a:p>
          <a:p>
            <a:pPr>
              <a:buFont typeface="Arial" pitchFamily="34" charset="0"/>
              <a:buChar char="•"/>
            </a:pP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Within the species,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are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subclassified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into individual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types. Each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type is named sequentially using the scientific name of the host species. </a:t>
            </a:r>
          </a:p>
          <a:p>
            <a:pPr>
              <a:buFont typeface="Arial" pitchFamily="34" charset="0"/>
              <a:buChar char="•"/>
            </a:pP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 Around 500 individual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types have been fully classified, including around 175 from the non-human species.</a:t>
            </a:r>
          </a:p>
          <a:p>
            <a:pPr>
              <a:buFont typeface="Arial" pitchFamily="34" charset="0"/>
              <a:buChar char="•"/>
            </a:pP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Each animal species may be infected with multiple genetically distinct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types that are included in different genera.</a:t>
            </a:r>
          </a:p>
          <a:p>
            <a:pPr>
              <a:buFont typeface="Arial" pitchFamily="34" charset="0"/>
              <a:buChar char="•"/>
            </a:pPr>
            <a:endParaRPr lang="en-IN" sz="24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228600" y="609600"/>
            <a:ext cx="8610600" cy="533400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Important species causing disease in animals</a:t>
            </a:r>
          </a:p>
          <a:p>
            <a:pPr lvl="1"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BPV-</a:t>
            </a:r>
            <a:r>
              <a:rPr lang="en-IN" sz="2400" i="1" dirty="0" err="1" smtClean="0">
                <a:latin typeface="Arial" pitchFamily="34" charset="0"/>
                <a:cs typeface="Arial" pitchFamily="34" charset="0"/>
              </a:rPr>
              <a:t>Bos</a:t>
            </a:r>
            <a:r>
              <a:rPr lang="en-IN" sz="24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taurus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</a:t>
            </a:r>
            <a:r>
              <a:rPr lang="en-IN" sz="2400" dirty="0" err="1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lvl="1">
              <a:buNone/>
            </a:pP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OaPV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, 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Ovis</a:t>
            </a:r>
            <a:r>
              <a:rPr lang="en-IN" sz="24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aries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</a:t>
            </a:r>
            <a:r>
              <a:rPr lang="en-IN" sz="2400" dirty="0" err="1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lvl="1">
              <a:buNone/>
            </a:pP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EcPV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, 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Equus</a:t>
            </a:r>
            <a:r>
              <a:rPr lang="en-IN" sz="24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caballus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lvl="1"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CPV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, 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Canis</a:t>
            </a:r>
            <a:r>
              <a:rPr lang="en-IN" sz="24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familiaris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</a:t>
            </a:r>
            <a:r>
              <a:rPr lang="en-IN" sz="2400" dirty="0" err="1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; 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 lvl="1">
              <a:buNone/>
            </a:pP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FcaPV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, 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Felis</a:t>
            </a:r>
            <a:r>
              <a:rPr lang="en-IN" sz="24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i="1" dirty="0" err="1">
                <a:latin typeface="Arial" pitchFamily="34" charset="0"/>
                <a:cs typeface="Arial" pitchFamily="34" charset="0"/>
              </a:rPr>
              <a:t>catus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</a:t>
            </a:r>
            <a:r>
              <a:rPr lang="en-IN" sz="2400" dirty="0" err="1">
                <a:latin typeface="Arial" pitchFamily="34" charset="0"/>
                <a:cs typeface="Arial" pitchFamily="34" charset="0"/>
              </a:rPr>
              <a:t>papillomavirus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endParaRPr lang="en-IN" sz="24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798" y="1"/>
          <a:ext cx="8839201" cy="6858009"/>
        </p:xfrm>
        <a:graphic>
          <a:graphicData uri="http://schemas.openxmlformats.org/drawingml/2006/table">
            <a:tbl>
              <a:tblPr/>
              <a:tblGrid>
                <a:gridCol w="1143002"/>
                <a:gridCol w="1981200"/>
                <a:gridCol w="2971800"/>
                <a:gridCol w="2743199"/>
              </a:tblGrid>
              <a:tr h="457185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Arial" pitchFamily="34" charset="0"/>
                          <a:cs typeface="Arial" pitchFamily="34" charset="0"/>
                        </a:rPr>
                        <a:t>Species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rial" pitchFamily="34" charset="0"/>
                          <a:cs typeface="Arial" pitchFamily="34" charset="0"/>
                        </a:rPr>
                        <a:t>Papillomavirus genus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rial" pitchFamily="34" charset="0"/>
                          <a:cs typeface="Arial" pitchFamily="34" charset="0"/>
                        </a:rPr>
                        <a:t>Papillomavirus types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rial" pitchFamily="34" charset="0"/>
                          <a:cs typeface="Arial" pitchFamily="34" charset="0"/>
                        </a:rPr>
                        <a:t>Predominant associated lesions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185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Cattle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Delta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BPV-1, -2, -13, -14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and esophageal fibropapillomas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Bladder neoplasia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185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Xi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BPV-3, -4, -6, -9, -10, -11, -12, -15, -17, -20, -23, -24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and upper alimentary papillomas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Epsilon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BPV-5, -8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papilloma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Dyoxi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BPV-7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papilloma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Dyokappa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BPV-16, -18, -22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papilloma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Unclassified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BPV-19, -21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papilloma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Sheep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Delta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OaPV-1, -2, -4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fibropapilloma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Dyolambda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OaPV-3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SCC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Horses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Zeta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EcPV-1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papilloma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Dyoiota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EcPV-2, -4, -5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Penile papilloma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Aural plaque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Dyorho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EcPV-3, 6, 7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Aural plaque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Unclassified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EcPV-8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papilloma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Delta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BPV-1, -2, 13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Equine sarcoid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Dogs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Lambda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CPV-1, -6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Oral papillomas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papillomas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Tau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CPV-2, -7, -13, -17, -19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papillomas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185">
                <a:tc>
                  <a:txBody>
                    <a:bodyPr/>
                    <a:lstStyle/>
                    <a:p>
                      <a:endParaRPr lang="en-IN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Chi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CPV-3, -4, -5, -8, -9, -10, -11, -12, -14, -15, -16, -18, -20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Viral pigmented plaques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Cats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Lambda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FcaPV-1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Oral papillomas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Dyotheta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FcaPV-2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Viral plaques/BISC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Cutaneous SCC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Unclassified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FcaPV-3, -4, -5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Viral plaques/BISC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39489">
                <a:tc>
                  <a:txBody>
                    <a:bodyPr/>
                    <a:lstStyle/>
                    <a:p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>
                          <a:latin typeface="Arial" pitchFamily="34" charset="0"/>
                          <a:cs typeface="Arial" pitchFamily="34" charset="0"/>
                        </a:rPr>
                        <a:t>Delta</a:t>
                      </a:r>
                      <a:endParaRPr lang="en-IN" sz="140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rial" pitchFamily="34" charset="0"/>
                          <a:cs typeface="Arial" pitchFamily="34" charset="0"/>
                        </a:rPr>
                        <a:t>BPV-14</a:t>
                      </a: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rial" pitchFamily="34" charset="0"/>
                          <a:cs typeface="Arial" pitchFamily="34" charset="0"/>
                        </a:rPr>
                        <a:t>Feline </a:t>
                      </a:r>
                      <a:r>
                        <a:rPr lang="en-IN" sz="1400" dirty="0" err="1">
                          <a:latin typeface="Arial" pitchFamily="34" charset="0"/>
                          <a:cs typeface="Arial" pitchFamily="34" charset="0"/>
                        </a:rPr>
                        <a:t>sarcoid</a:t>
                      </a:r>
                      <a:endParaRPr lang="en-IN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10679" marR="10679" marT="10679" marB="106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000" y="457200"/>
            <a:ext cx="8534400" cy="5562600"/>
          </a:xfrm>
        </p:spPr>
        <p:txBody>
          <a:bodyPr>
            <a:noAutofit/>
          </a:bodyPr>
          <a:lstStyle/>
          <a:p>
            <a:pPr algn="just"/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can be categorized according to their tissue tropism and the lesions that they cause. </a:t>
            </a:r>
          </a:p>
          <a:p>
            <a:pPr algn="just"/>
            <a:r>
              <a:rPr lang="en-IN" sz="2400" dirty="0" smtClean="0">
                <a:latin typeface="Arial" pitchFamily="34" charset="0"/>
                <a:cs typeface="Arial" pitchFamily="34" charset="0"/>
              </a:rPr>
              <a:t>The vast majority of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only infect </a:t>
            </a:r>
            <a:r>
              <a:rPr lang="en-IN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keratinocytes</a:t>
            </a:r>
            <a:r>
              <a:rPr lang="en-IN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 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and induce a </a:t>
            </a:r>
            <a:r>
              <a:rPr lang="en-IN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squamous</a:t>
            </a:r>
            <a:r>
              <a:rPr lang="en-IN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cell </a:t>
            </a:r>
            <a:r>
              <a:rPr lang="en-IN" sz="2400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papilloma</a:t>
            </a:r>
            <a:r>
              <a:rPr lang="en-IN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comprised of thickened folded epithelium. </a:t>
            </a:r>
          </a:p>
          <a:p>
            <a:pPr algn="just"/>
            <a:r>
              <a:rPr lang="en-IN" sz="2400" dirty="0" smtClean="0">
                <a:latin typeface="Arial" pitchFamily="34" charset="0"/>
                <a:cs typeface="Arial" pitchFamily="34" charset="0"/>
              </a:rPr>
              <a:t>In contrast, the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deltapapillomaviruses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of ruminants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 infect and cause proliferation of both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keratinocytes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and the underlying fibroblasts to produce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 </a:t>
            </a:r>
            <a:r>
              <a:rPr lang="en-IN" sz="2400" b="1" i="1" dirty="0" err="1" smtClean="0">
                <a:latin typeface="Arial" pitchFamily="34" charset="0"/>
                <a:cs typeface="Arial" pitchFamily="34" charset="0"/>
              </a:rPr>
              <a:t>fibropapillomas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IN" sz="2400" dirty="0" smtClean="0">
                <a:latin typeface="Arial" pitchFamily="34" charset="0"/>
                <a:cs typeface="Arial" pitchFamily="34" charset="0"/>
              </a:rPr>
              <a:t>While these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are able to infect both epithelial and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mesenchymal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cells, productive virus replication is restricted to the epithelial component of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fibropapillomas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. 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16125" y="296863"/>
            <a:ext cx="5111750" cy="588962"/>
          </a:xfrm>
          <a:prstGeom prst="rect">
            <a:avLst/>
          </a:prstGeom>
          <a:noFill/>
          <a:ln w="9525">
            <a:solidFill>
              <a:srgbClr val="3D11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err="1">
                <a:solidFill>
                  <a:srgbClr val="C00000"/>
                </a:solidFill>
                <a:cs typeface="+mn-cs"/>
              </a:rPr>
              <a:t>Papillomavirus</a:t>
            </a:r>
            <a:r>
              <a:rPr lang="en-US" sz="3200" b="1" dirty="0">
                <a:solidFill>
                  <a:srgbClr val="C00000"/>
                </a:solidFill>
                <a:cs typeface="+mn-cs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cs typeface="+mn-cs"/>
              </a:rPr>
              <a:t>Virion</a:t>
            </a:r>
            <a:endParaRPr lang="en-US" sz="3200" b="1" dirty="0">
              <a:solidFill>
                <a:srgbClr val="C00000"/>
              </a:solidFill>
              <a:cs typeface="+mn-cs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 l="4886" t="14250" r="3667" b="3366"/>
          <a:stretch>
            <a:fillRect/>
          </a:stretch>
        </p:blipFill>
        <p:spPr bwMode="auto">
          <a:xfrm>
            <a:off x="752475" y="1101725"/>
            <a:ext cx="2481263" cy="240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 descr="381p20a_inside_blue plus L2 red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/>
          <a:srcRect l="10770" t="10770" r="11118" b="10712"/>
          <a:stretch>
            <a:fillRect/>
          </a:stretch>
        </p:blipFill>
        <p:spPr bwMode="auto">
          <a:xfrm>
            <a:off x="736600" y="3589338"/>
            <a:ext cx="2486025" cy="249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7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30663" y="1641475"/>
            <a:ext cx="4316412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Non-enveloped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60 nanometer diameter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Two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capsid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proteins L1 and L2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Icosahedral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shell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formed by 72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star shaped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capsomeres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(12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pentons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and 60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hexons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 of mostly protein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L1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198" name="Line 6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>
            <a:off x="2362200" y="3657600"/>
            <a:ext cx="1676400" cy="138271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Oval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482975" y="2147888"/>
            <a:ext cx="2973388" cy="2897187"/>
          </a:xfrm>
          <a:prstGeom prst="ellipse">
            <a:avLst/>
          </a:prstGeom>
          <a:noFill/>
          <a:ln w="508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9219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349750" y="3405188"/>
            <a:ext cx="1809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endParaRPr lang="en-US" sz="2400">
              <a:solidFill>
                <a:srgbClr val="333399"/>
              </a:solidFill>
              <a:latin typeface="Times New Roman" pitchFamily="18" charset="0"/>
            </a:endParaRPr>
          </a:p>
        </p:txBody>
      </p:sp>
      <p:sp>
        <p:nvSpPr>
          <p:cNvPr id="222212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446713" y="2636838"/>
            <a:ext cx="62547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160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1000</a:t>
            </a:r>
          </a:p>
        </p:txBody>
      </p:sp>
      <p:sp>
        <p:nvSpPr>
          <p:cNvPr id="222213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51513" y="3454400"/>
            <a:ext cx="62547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160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2000</a:t>
            </a:r>
          </a:p>
        </p:txBody>
      </p:sp>
      <p:sp>
        <p:nvSpPr>
          <p:cNvPr id="222214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556250" y="4148138"/>
            <a:ext cx="62547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160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3000</a:t>
            </a:r>
          </a:p>
        </p:txBody>
      </p:sp>
      <p:sp>
        <p:nvSpPr>
          <p:cNvPr id="222215" name="Rectangle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651375" y="4627563"/>
            <a:ext cx="62547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4000</a:t>
            </a:r>
          </a:p>
        </p:txBody>
      </p:sp>
      <p:sp>
        <p:nvSpPr>
          <p:cNvPr id="222216" name="Rectangle 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708400" y="4125913"/>
            <a:ext cx="62547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5000</a:t>
            </a:r>
          </a:p>
        </p:txBody>
      </p:sp>
      <p:sp>
        <p:nvSpPr>
          <p:cNvPr id="222217" name="Rectangle 9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495675" y="3470275"/>
            <a:ext cx="62547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6000</a:t>
            </a:r>
          </a:p>
        </p:txBody>
      </p:sp>
      <p:sp>
        <p:nvSpPr>
          <p:cNvPr id="222218" name="Rectangle 10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862388" y="2652713"/>
            <a:ext cx="625475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1600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7000</a:t>
            </a:r>
          </a:p>
        </p:txBody>
      </p:sp>
      <p:sp>
        <p:nvSpPr>
          <p:cNvPr id="222219" name="Rectangle 1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538663" y="2257425"/>
            <a:ext cx="812800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eaLnBrk="0" hangingPunct="0">
              <a:defRPr/>
            </a:pPr>
            <a:r>
              <a:rPr lang="en-US" sz="160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7904/1</a:t>
            </a:r>
          </a:p>
        </p:txBody>
      </p:sp>
      <p:sp>
        <p:nvSpPr>
          <p:cNvPr id="9228" name="Arc 12"/>
          <p:cNvSpPr>
            <a:spLocks/>
          </p:cNvSpPr>
          <p:nvPr>
            <p:custDataLst>
              <p:tags r:id="rId12"/>
            </p:custDataLst>
          </p:nvPr>
        </p:nvSpPr>
        <p:spPr bwMode="auto">
          <a:xfrm rot="5220000">
            <a:off x="5042694" y="1797844"/>
            <a:ext cx="493713" cy="720725"/>
          </a:xfrm>
          <a:custGeom>
            <a:avLst/>
            <a:gdLst>
              <a:gd name="T0" fmla="*/ 0 w 21292"/>
              <a:gd name="T1" fmla="*/ 2147483647 h 15724"/>
              <a:gd name="T2" fmla="*/ 2147483647 w 21292"/>
              <a:gd name="T3" fmla="*/ 0 h 15724"/>
              <a:gd name="T4" fmla="*/ 2147483647 w 21292"/>
              <a:gd name="T5" fmla="*/ 2147483647 h 15724"/>
              <a:gd name="T6" fmla="*/ 0 60000 65536"/>
              <a:gd name="T7" fmla="*/ 0 60000 65536"/>
              <a:gd name="T8" fmla="*/ 0 60000 65536"/>
              <a:gd name="T9" fmla="*/ 0 w 21292"/>
              <a:gd name="T10" fmla="*/ 0 h 15724"/>
              <a:gd name="T11" fmla="*/ 21292 w 21292"/>
              <a:gd name="T12" fmla="*/ 15724 h 157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292" h="15724" fill="none" extrusionOk="0">
                <a:moveTo>
                  <a:pt x="-2" y="12095"/>
                </a:moveTo>
                <a:cubicBezTo>
                  <a:pt x="787" y="7465"/>
                  <a:pt x="3064" y="3219"/>
                  <a:pt x="6483" y="-1"/>
                </a:cubicBezTo>
              </a:path>
              <a:path w="21292" h="15724" stroke="0" extrusionOk="0">
                <a:moveTo>
                  <a:pt x="-2" y="12095"/>
                </a:moveTo>
                <a:cubicBezTo>
                  <a:pt x="787" y="7465"/>
                  <a:pt x="3064" y="3219"/>
                  <a:pt x="6483" y="-1"/>
                </a:cubicBezTo>
                <a:lnTo>
                  <a:pt x="21292" y="15724"/>
                </a:lnTo>
                <a:lnTo>
                  <a:pt x="-2" y="12095"/>
                </a:lnTo>
                <a:close/>
              </a:path>
            </a:pathLst>
          </a:custGeom>
          <a:noFill/>
          <a:ln w="76200" cap="rnd">
            <a:solidFill>
              <a:srgbClr val="3333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229" name="Arc 13"/>
          <p:cNvSpPr>
            <a:spLocks/>
          </p:cNvSpPr>
          <p:nvPr>
            <p:custDataLst>
              <p:tags r:id="rId13"/>
            </p:custDataLst>
          </p:nvPr>
        </p:nvSpPr>
        <p:spPr bwMode="auto">
          <a:xfrm rot="-5400000">
            <a:off x="5038725" y="3616326"/>
            <a:ext cx="1747837" cy="1776412"/>
          </a:xfrm>
          <a:custGeom>
            <a:avLst/>
            <a:gdLst>
              <a:gd name="T0" fmla="*/ 2147483647 w 21503"/>
              <a:gd name="T1" fmla="*/ 2147483647 h 20738"/>
              <a:gd name="T2" fmla="*/ 0 w 21503"/>
              <a:gd name="T3" fmla="*/ 2147483647 h 20738"/>
              <a:gd name="T4" fmla="*/ 2147483647 w 21503"/>
              <a:gd name="T5" fmla="*/ 0 h 20738"/>
              <a:gd name="T6" fmla="*/ 0 60000 65536"/>
              <a:gd name="T7" fmla="*/ 0 60000 65536"/>
              <a:gd name="T8" fmla="*/ 0 60000 65536"/>
              <a:gd name="T9" fmla="*/ 0 w 21503"/>
              <a:gd name="T10" fmla="*/ 0 h 20738"/>
              <a:gd name="T11" fmla="*/ 21503 w 21503"/>
              <a:gd name="T12" fmla="*/ 20738 h 207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03" h="20738" fill="none" extrusionOk="0">
                <a:moveTo>
                  <a:pt x="15465" y="20739"/>
                </a:moveTo>
                <a:cubicBezTo>
                  <a:pt x="6964" y="18264"/>
                  <a:pt x="834" y="10851"/>
                  <a:pt x="-1" y="2037"/>
                </a:cubicBezTo>
              </a:path>
              <a:path w="21503" h="20738" stroke="0" extrusionOk="0">
                <a:moveTo>
                  <a:pt x="15465" y="20739"/>
                </a:moveTo>
                <a:cubicBezTo>
                  <a:pt x="6964" y="18264"/>
                  <a:pt x="834" y="10851"/>
                  <a:pt x="-1" y="2037"/>
                </a:cubicBezTo>
                <a:lnTo>
                  <a:pt x="21503" y="0"/>
                </a:lnTo>
                <a:lnTo>
                  <a:pt x="15465" y="20739"/>
                </a:lnTo>
                <a:close/>
              </a:path>
            </a:pathLst>
          </a:custGeom>
          <a:noFill/>
          <a:ln w="76200" cap="rnd">
            <a:solidFill>
              <a:srgbClr val="3333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230" name="Arc 14"/>
          <p:cNvSpPr>
            <a:spLocks/>
          </p:cNvSpPr>
          <p:nvPr>
            <p:custDataLst>
              <p:tags r:id="rId14"/>
            </p:custDataLst>
          </p:nvPr>
        </p:nvSpPr>
        <p:spPr bwMode="auto">
          <a:xfrm rot="-5400000">
            <a:off x="4910932" y="3748881"/>
            <a:ext cx="1487488" cy="1203325"/>
          </a:xfrm>
          <a:custGeom>
            <a:avLst/>
            <a:gdLst>
              <a:gd name="T0" fmla="*/ 2147483647 w 19735"/>
              <a:gd name="T1" fmla="*/ 2147483647 h 15592"/>
              <a:gd name="T2" fmla="*/ 0 w 19735"/>
              <a:gd name="T3" fmla="*/ 2147483647 h 15592"/>
              <a:gd name="T4" fmla="*/ 2147483647 w 19735"/>
              <a:gd name="T5" fmla="*/ 0 h 15592"/>
              <a:gd name="T6" fmla="*/ 0 60000 65536"/>
              <a:gd name="T7" fmla="*/ 0 60000 65536"/>
              <a:gd name="T8" fmla="*/ 0 60000 65536"/>
              <a:gd name="T9" fmla="*/ 0 w 19735"/>
              <a:gd name="T10" fmla="*/ 0 h 15592"/>
              <a:gd name="T11" fmla="*/ 19735 w 19735"/>
              <a:gd name="T12" fmla="*/ 15592 h 155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735" h="15592" fill="none" extrusionOk="0">
                <a:moveTo>
                  <a:pt x="4787" y="15592"/>
                </a:moveTo>
                <a:cubicBezTo>
                  <a:pt x="2764" y="13653"/>
                  <a:pt x="1138" y="11338"/>
                  <a:pt x="-1" y="8778"/>
                </a:cubicBezTo>
              </a:path>
              <a:path w="19735" h="15592" stroke="0" extrusionOk="0">
                <a:moveTo>
                  <a:pt x="4787" y="15592"/>
                </a:moveTo>
                <a:cubicBezTo>
                  <a:pt x="2764" y="13653"/>
                  <a:pt x="1138" y="11338"/>
                  <a:pt x="-1" y="8778"/>
                </a:cubicBezTo>
                <a:lnTo>
                  <a:pt x="19735" y="0"/>
                </a:lnTo>
                <a:lnTo>
                  <a:pt x="4787" y="15592"/>
                </a:lnTo>
                <a:close/>
              </a:path>
            </a:pathLst>
          </a:custGeom>
          <a:noFill/>
          <a:ln w="76200" cap="rnd">
            <a:solidFill>
              <a:srgbClr val="3333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231" name="Arc 15"/>
          <p:cNvSpPr>
            <a:spLocks/>
          </p:cNvSpPr>
          <p:nvPr>
            <p:custDataLst>
              <p:tags r:id="rId15"/>
            </p:custDataLst>
          </p:nvPr>
        </p:nvSpPr>
        <p:spPr bwMode="auto">
          <a:xfrm rot="-5400000">
            <a:off x="5835650" y="3033713"/>
            <a:ext cx="1887537" cy="973138"/>
          </a:xfrm>
          <a:custGeom>
            <a:avLst/>
            <a:gdLst>
              <a:gd name="T0" fmla="*/ 2147483647 w 30001"/>
              <a:gd name="T1" fmla="*/ 2147483647 h 21600"/>
              <a:gd name="T2" fmla="*/ 0 w 30001"/>
              <a:gd name="T3" fmla="*/ 2147483647 h 21600"/>
              <a:gd name="T4" fmla="*/ 2147483647 w 30001"/>
              <a:gd name="T5" fmla="*/ 0 h 21600"/>
              <a:gd name="T6" fmla="*/ 0 60000 65536"/>
              <a:gd name="T7" fmla="*/ 0 60000 65536"/>
              <a:gd name="T8" fmla="*/ 0 60000 65536"/>
              <a:gd name="T9" fmla="*/ 0 w 30001"/>
              <a:gd name="T10" fmla="*/ 0 h 21600"/>
              <a:gd name="T11" fmla="*/ 30001 w 3000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001" h="21600" fill="none" extrusionOk="0">
                <a:moveTo>
                  <a:pt x="30001" y="15556"/>
                </a:moveTo>
                <a:cubicBezTo>
                  <a:pt x="25976" y="19433"/>
                  <a:pt x="20605" y="21599"/>
                  <a:pt x="15017" y="21599"/>
                </a:cubicBezTo>
                <a:cubicBezTo>
                  <a:pt x="9412" y="21599"/>
                  <a:pt x="4027" y="19421"/>
                  <a:pt x="-1" y="15524"/>
                </a:cubicBezTo>
              </a:path>
              <a:path w="30001" h="21600" stroke="0" extrusionOk="0">
                <a:moveTo>
                  <a:pt x="30001" y="15556"/>
                </a:moveTo>
                <a:cubicBezTo>
                  <a:pt x="25976" y="19433"/>
                  <a:pt x="20605" y="21599"/>
                  <a:pt x="15017" y="21599"/>
                </a:cubicBezTo>
                <a:cubicBezTo>
                  <a:pt x="9412" y="21599"/>
                  <a:pt x="4027" y="19421"/>
                  <a:pt x="-1" y="15524"/>
                </a:cubicBezTo>
                <a:lnTo>
                  <a:pt x="15017" y="0"/>
                </a:lnTo>
                <a:lnTo>
                  <a:pt x="30001" y="15556"/>
                </a:lnTo>
                <a:close/>
              </a:path>
            </a:pathLst>
          </a:custGeom>
          <a:noFill/>
          <a:ln w="76200" cap="rnd">
            <a:solidFill>
              <a:srgbClr val="3333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232" name="Arc 16"/>
          <p:cNvSpPr>
            <a:spLocks/>
          </p:cNvSpPr>
          <p:nvPr>
            <p:custDataLst>
              <p:tags r:id="rId16"/>
            </p:custDataLst>
          </p:nvPr>
        </p:nvSpPr>
        <p:spPr bwMode="auto">
          <a:xfrm rot="-4740000">
            <a:off x="5083175" y="2014538"/>
            <a:ext cx="2030413" cy="1468437"/>
          </a:xfrm>
          <a:custGeom>
            <a:avLst/>
            <a:gdLst>
              <a:gd name="T0" fmla="*/ 2147483647 w 21552"/>
              <a:gd name="T1" fmla="*/ 2147483647 h 15764"/>
              <a:gd name="T2" fmla="*/ 2147483647 w 21552"/>
              <a:gd name="T3" fmla="*/ 2147483647 h 15764"/>
              <a:gd name="T4" fmla="*/ 0 w 21552"/>
              <a:gd name="T5" fmla="*/ 0 h 15764"/>
              <a:gd name="T6" fmla="*/ 0 60000 65536"/>
              <a:gd name="T7" fmla="*/ 0 60000 65536"/>
              <a:gd name="T8" fmla="*/ 0 60000 65536"/>
              <a:gd name="T9" fmla="*/ 0 w 21552"/>
              <a:gd name="T10" fmla="*/ 0 h 15764"/>
              <a:gd name="T11" fmla="*/ 21552 w 21552"/>
              <a:gd name="T12" fmla="*/ 15764 h 157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52" h="15764" fill="none" extrusionOk="0">
                <a:moveTo>
                  <a:pt x="21552" y="1431"/>
                </a:moveTo>
                <a:cubicBezTo>
                  <a:pt x="21189" y="6896"/>
                  <a:pt x="18763" y="12019"/>
                  <a:pt x="14766" y="15764"/>
                </a:cubicBezTo>
              </a:path>
              <a:path w="21552" h="15764" stroke="0" extrusionOk="0">
                <a:moveTo>
                  <a:pt x="21552" y="1431"/>
                </a:moveTo>
                <a:cubicBezTo>
                  <a:pt x="21189" y="6896"/>
                  <a:pt x="18763" y="12019"/>
                  <a:pt x="14766" y="15764"/>
                </a:cubicBezTo>
                <a:lnTo>
                  <a:pt x="0" y="0"/>
                </a:lnTo>
                <a:lnTo>
                  <a:pt x="21552" y="1431"/>
                </a:lnTo>
                <a:close/>
              </a:path>
            </a:pathLst>
          </a:custGeom>
          <a:noFill/>
          <a:ln w="76200" cap="rnd">
            <a:solidFill>
              <a:srgbClr val="3333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233" name="Arc 17"/>
          <p:cNvSpPr>
            <a:spLocks/>
          </p:cNvSpPr>
          <p:nvPr>
            <p:custDataLst>
              <p:tags r:id="rId17"/>
            </p:custDataLst>
          </p:nvPr>
        </p:nvSpPr>
        <p:spPr bwMode="auto">
          <a:xfrm rot="-3240000">
            <a:off x="4279900" y="4221163"/>
            <a:ext cx="1038225" cy="1749425"/>
          </a:xfrm>
          <a:custGeom>
            <a:avLst/>
            <a:gdLst>
              <a:gd name="T0" fmla="*/ 2147483647 w 17189"/>
              <a:gd name="T1" fmla="*/ 2147483647 h 19530"/>
              <a:gd name="T2" fmla="*/ 0 w 17189"/>
              <a:gd name="T3" fmla="*/ 2147483647 h 19530"/>
              <a:gd name="T4" fmla="*/ 2147483647 w 17189"/>
              <a:gd name="T5" fmla="*/ 0 h 19530"/>
              <a:gd name="T6" fmla="*/ 0 60000 65536"/>
              <a:gd name="T7" fmla="*/ 0 60000 65536"/>
              <a:gd name="T8" fmla="*/ 0 60000 65536"/>
              <a:gd name="T9" fmla="*/ 0 w 17189"/>
              <a:gd name="T10" fmla="*/ 0 h 19530"/>
              <a:gd name="T11" fmla="*/ 17189 w 17189"/>
              <a:gd name="T12" fmla="*/ 19530 h 195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189" h="19530" fill="none" extrusionOk="0">
                <a:moveTo>
                  <a:pt x="7963" y="19530"/>
                </a:moveTo>
                <a:cubicBezTo>
                  <a:pt x="4829" y="18050"/>
                  <a:pt x="2098" y="15837"/>
                  <a:pt x="-1" y="13079"/>
                </a:cubicBezTo>
              </a:path>
              <a:path w="17189" h="19530" stroke="0" extrusionOk="0">
                <a:moveTo>
                  <a:pt x="7963" y="19530"/>
                </a:moveTo>
                <a:cubicBezTo>
                  <a:pt x="4829" y="18050"/>
                  <a:pt x="2098" y="15837"/>
                  <a:pt x="-1" y="13079"/>
                </a:cubicBezTo>
                <a:lnTo>
                  <a:pt x="17189" y="0"/>
                </a:lnTo>
                <a:lnTo>
                  <a:pt x="7963" y="19530"/>
                </a:lnTo>
                <a:close/>
              </a:path>
            </a:pathLst>
          </a:custGeom>
          <a:noFill/>
          <a:ln w="76200" cap="rnd">
            <a:solidFill>
              <a:srgbClr val="3333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234" name="Arc 18"/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2816225" y="3552825"/>
            <a:ext cx="1951038" cy="2085975"/>
          </a:xfrm>
          <a:custGeom>
            <a:avLst/>
            <a:gdLst>
              <a:gd name="T0" fmla="*/ 2147483647 w 21584"/>
              <a:gd name="T1" fmla="*/ 2147483647 h 21407"/>
              <a:gd name="T2" fmla="*/ 0 w 21584"/>
              <a:gd name="T3" fmla="*/ 2147483647 h 21407"/>
              <a:gd name="T4" fmla="*/ 2147483647 w 21584"/>
              <a:gd name="T5" fmla="*/ 0 h 21407"/>
              <a:gd name="T6" fmla="*/ 0 60000 65536"/>
              <a:gd name="T7" fmla="*/ 0 60000 65536"/>
              <a:gd name="T8" fmla="*/ 0 60000 65536"/>
              <a:gd name="T9" fmla="*/ 0 w 21584"/>
              <a:gd name="T10" fmla="*/ 0 h 21407"/>
              <a:gd name="T11" fmla="*/ 21584 w 21584"/>
              <a:gd name="T12" fmla="*/ 21407 h 214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84" h="21407" fill="none" extrusionOk="0">
                <a:moveTo>
                  <a:pt x="18703" y="21407"/>
                </a:moveTo>
                <a:cubicBezTo>
                  <a:pt x="8289" y="20006"/>
                  <a:pt x="394" y="11313"/>
                  <a:pt x="-1" y="813"/>
                </a:cubicBezTo>
              </a:path>
              <a:path w="21584" h="21407" stroke="0" extrusionOk="0">
                <a:moveTo>
                  <a:pt x="18703" y="21407"/>
                </a:moveTo>
                <a:cubicBezTo>
                  <a:pt x="8289" y="20006"/>
                  <a:pt x="394" y="11313"/>
                  <a:pt x="-1" y="813"/>
                </a:cubicBezTo>
                <a:lnTo>
                  <a:pt x="21584" y="0"/>
                </a:lnTo>
                <a:lnTo>
                  <a:pt x="18703" y="21407"/>
                </a:lnTo>
                <a:close/>
              </a:path>
            </a:pathLst>
          </a:custGeom>
          <a:noFill/>
          <a:ln w="76200" cap="rnd">
            <a:solidFill>
              <a:srgbClr val="3333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235" name="Arc 19"/>
          <p:cNvSpPr>
            <a:spLocks/>
          </p:cNvSpPr>
          <p:nvPr>
            <p:custDataLst>
              <p:tags r:id="rId19"/>
            </p:custDataLst>
          </p:nvPr>
        </p:nvSpPr>
        <p:spPr bwMode="auto">
          <a:xfrm rot="2100000">
            <a:off x="3170238" y="2409825"/>
            <a:ext cx="1760537" cy="1917700"/>
          </a:xfrm>
          <a:custGeom>
            <a:avLst/>
            <a:gdLst>
              <a:gd name="T0" fmla="*/ 2147483647 w 21600"/>
              <a:gd name="T1" fmla="*/ 2147483647 h 24313"/>
              <a:gd name="T2" fmla="*/ 2147483647 w 21600"/>
              <a:gd name="T3" fmla="*/ 0 h 24313"/>
              <a:gd name="T4" fmla="*/ 2147483647 w 21600"/>
              <a:gd name="T5" fmla="*/ 2147483647 h 24313"/>
              <a:gd name="T6" fmla="*/ 0 60000 65536"/>
              <a:gd name="T7" fmla="*/ 0 60000 65536"/>
              <a:gd name="T8" fmla="*/ 0 60000 65536"/>
              <a:gd name="T9" fmla="*/ 0 w 21600"/>
              <a:gd name="T10" fmla="*/ 0 h 24313"/>
              <a:gd name="T11" fmla="*/ 21600 w 21600"/>
              <a:gd name="T12" fmla="*/ 24313 h 24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313" fill="none" extrusionOk="0">
                <a:moveTo>
                  <a:pt x="7693" y="24313"/>
                </a:moveTo>
                <a:cubicBezTo>
                  <a:pt x="2815" y="20209"/>
                  <a:pt x="0" y="14160"/>
                  <a:pt x="0" y="7786"/>
                </a:cubicBezTo>
                <a:cubicBezTo>
                  <a:pt x="0" y="5123"/>
                  <a:pt x="492" y="2483"/>
                  <a:pt x="1452" y="-1"/>
                </a:cubicBezTo>
              </a:path>
              <a:path w="21600" h="24313" stroke="0" extrusionOk="0">
                <a:moveTo>
                  <a:pt x="7693" y="24313"/>
                </a:moveTo>
                <a:cubicBezTo>
                  <a:pt x="2815" y="20209"/>
                  <a:pt x="0" y="14160"/>
                  <a:pt x="0" y="7786"/>
                </a:cubicBezTo>
                <a:cubicBezTo>
                  <a:pt x="0" y="5123"/>
                  <a:pt x="492" y="2483"/>
                  <a:pt x="1452" y="-1"/>
                </a:cubicBezTo>
                <a:lnTo>
                  <a:pt x="21600" y="7786"/>
                </a:lnTo>
                <a:lnTo>
                  <a:pt x="7693" y="24313"/>
                </a:lnTo>
                <a:close/>
              </a:path>
            </a:pathLst>
          </a:custGeom>
          <a:noFill/>
          <a:ln w="76200" cap="rnd">
            <a:solidFill>
              <a:srgbClr val="3333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236" name="Rectangle 20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165725" y="1497013"/>
            <a:ext cx="46672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dirty="0">
                <a:solidFill>
                  <a:srgbClr val="FF1702"/>
                </a:solidFill>
                <a:latin typeface="Tahoma" pitchFamily="34" charset="0"/>
              </a:rPr>
              <a:t>E</a:t>
            </a:r>
            <a:r>
              <a:rPr lang="en-US" dirty="0">
                <a:latin typeface="Tahoma" pitchFamily="34" charset="0"/>
              </a:rPr>
              <a:t>6</a:t>
            </a:r>
            <a:endParaRPr lang="en-US" dirty="0">
              <a:solidFill>
                <a:srgbClr val="55596F"/>
              </a:solidFill>
              <a:latin typeface="Tahoma" pitchFamily="34" charset="0"/>
            </a:endParaRPr>
          </a:p>
        </p:txBody>
      </p:sp>
      <p:sp>
        <p:nvSpPr>
          <p:cNvPr id="9237" name="Rectangle 21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356350" y="1595438"/>
            <a:ext cx="46672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dirty="0">
                <a:solidFill>
                  <a:srgbClr val="FF1702"/>
                </a:solidFill>
                <a:latin typeface="Tahoma" pitchFamily="34" charset="0"/>
              </a:rPr>
              <a:t>E</a:t>
            </a:r>
            <a:r>
              <a:rPr lang="en-US" dirty="0">
                <a:latin typeface="Tahoma" pitchFamily="34" charset="0"/>
              </a:rPr>
              <a:t>7</a:t>
            </a:r>
            <a:endParaRPr lang="en-US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9238" name="Rectangle 22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340600" y="3514725"/>
            <a:ext cx="46672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dirty="0">
                <a:solidFill>
                  <a:srgbClr val="FF1702"/>
                </a:solidFill>
                <a:latin typeface="Tahoma" pitchFamily="34" charset="0"/>
              </a:rPr>
              <a:t>E</a:t>
            </a:r>
            <a:r>
              <a:rPr lang="en-US" dirty="0">
                <a:latin typeface="Tahoma" pitchFamily="34" charset="0"/>
              </a:rPr>
              <a:t>1</a:t>
            </a:r>
            <a:endParaRPr lang="en-US" dirty="0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9239" name="Rectangle 23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051550" y="5170488"/>
            <a:ext cx="46672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>
                <a:solidFill>
                  <a:srgbClr val="FF1702"/>
                </a:solidFill>
                <a:latin typeface="Tahoma" pitchFamily="34" charset="0"/>
              </a:rPr>
              <a:t>E</a:t>
            </a:r>
            <a:r>
              <a:rPr lang="en-US">
                <a:latin typeface="Tahoma" pitchFamily="34" charset="0"/>
              </a:rPr>
              <a:t>2</a:t>
            </a:r>
            <a:endParaRPr lang="en-US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9240" name="Rectangle 24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097588" y="4362450"/>
            <a:ext cx="4826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2000">
                <a:solidFill>
                  <a:srgbClr val="0BAE0D"/>
                </a:solidFill>
                <a:latin typeface="Tahoma" pitchFamily="34" charset="0"/>
              </a:rPr>
              <a:t>E</a:t>
            </a:r>
            <a:r>
              <a:rPr lang="en-US">
                <a:latin typeface="Tahoma" pitchFamily="34" charset="0"/>
              </a:rPr>
              <a:t>4</a:t>
            </a:r>
          </a:p>
        </p:txBody>
      </p:sp>
      <p:sp>
        <p:nvSpPr>
          <p:cNvPr id="9241" name="Rectangle 25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4791075" y="5278438"/>
            <a:ext cx="46672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>
                <a:solidFill>
                  <a:srgbClr val="FF1702"/>
                </a:solidFill>
                <a:latin typeface="Tahoma" pitchFamily="34" charset="0"/>
              </a:rPr>
              <a:t>E</a:t>
            </a:r>
            <a:r>
              <a:rPr lang="en-US">
                <a:latin typeface="Tahoma" pitchFamily="34" charset="0"/>
              </a:rPr>
              <a:t>5</a:t>
            </a:r>
            <a:endParaRPr lang="en-US">
              <a:solidFill>
                <a:schemeClr val="bg1"/>
              </a:solidFill>
              <a:latin typeface="Tahoma" pitchFamily="34" charset="0"/>
            </a:endParaRPr>
          </a:p>
        </p:txBody>
      </p:sp>
      <p:sp>
        <p:nvSpPr>
          <p:cNvPr id="9242" name="Rectangle 26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3438525" y="4633913"/>
            <a:ext cx="471488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2000">
                <a:solidFill>
                  <a:srgbClr val="0BAE0D"/>
                </a:solidFill>
                <a:latin typeface="Tahoma" pitchFamily="34" charset="0"/>
              </a:rPr>
              <a:t>L</a:t>
            </a:r>
            <a:r>
              <a:rPr lang="en-US">
                <a:latin typeface="Tahoma" pitchFamily="34" charset="0"/>
              </a:rPr>
              <a:t>2</a:t>
            </a:r>
          </a:p>
        </p:txBody>
      </p:sp>
      <p:sp>
        <p:nvSpPr>
          <p:cNvPr id="9243" name="Line 27"/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 flipH="1" flipV="1">
            <a:off x="4154488" y="1979613"/>
            <a:ext cx="165100" cy="29210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4" name="Line 28"/>
          <p:cNvSpPr>
            <a:spLocks noChangeShapeType="1"/>
          </p:cNvSpPr>
          <p:nvPr>
            <p:custDataLst>
              <p:tags r:id="rId28"/>
            </p:custDataLst>
          </p:nvPr>
        </p:nvSpPr>
        <p:spPr bwMode="auto">
          <a:xfrm flipV="1">
            <a:off x="4114800" y="1981200"/>
            <a:ext cx="228600" cy="10160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5" name="Line 29"/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 rot="1314352" flipH="1" flipV="1">
            <a:off x="4741863" y="1822450"/>
            <a:ext cx="128587" cy="295275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46" name="Line 30"/>
          <p:cNvSpPr>
            <a:spLocks noChangeShapeType="1"/>
          </p:cNvSpPr>
          <p:nvPr>
            <p:custDataLst>
              <p:tags r:id="rId30"/>
            </p:custDataLst>
          </p:nvPr>
        </p:nvSpPr>
        <p:spPr bwMode="auto">
          <a:xfrm rot="1686193" flipV="1">
            <a:off x="4797425" y="1762125"/>
            <a:ext cx="211138" cy="11430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31"/>
          <p:cNvGrpSpPr>
            <a:grpSpLocks/>
          </p:cNvGrpSpPr>
          <p:nvPr>
            <p:custDataLst>
              <p:tags r:id="rId31"/>
            </p:custDataLst>
          </p:nvPr>
        </p:nvGrpSpPr>
        <p:grpSpPr bwMode="auto">
          <a:xfrm rot="4690537">
            <a:off x="6262688" y="2678113"/>
            <a:ext cx="228600" cy="266700"/>
            <a:chOff x="1192" y="976"/>
            <a:chExt cx="144" cy="168"/>
          </a:xfrm>
        </p:grpSpPr>
        <p:sp>
          <p:nvSpPr>
            <p:cNvPr id="9261" name="Line 32"/>
            <p:cNvSpPr>
              <a:spLocks noChangeShapeType="1"/>
            </p:cNvSpPr>
            <p:nvPr/>
          </p:nvSpPr>
          <p:spPr bwMode="auto">
            <a:xfrm flipH="1" flipV="1">
              <a:off x="1192" y="1032"/>
              <a:ext cx="56" cy="11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2" name="Line 33"/>
            <p:cNvSpPr>
              <a:spLocks noChangeShapeType="1"/>
            </p:cNvSpPr>
            <p:nvPr/>
          </p:nvSpPr>
          <p:spPr bwMode="auto">
            <a:xfrm flipV="1">
              <a:off x="1192" y="976"/>
              <a:ext cx="144" cy="64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34"/>
          <p:cNvGrpSpPr>
            <a:grpSpLocks/>
          </p:cNvGrpSpPr>
          <p:nvPr>
            <p:custDataLst>
              <p:tags r:id="rId32"/>
            </p:custDataLst>
          </p:nvPr>
        </p:nvGrpSpPr>
        <p:grpSpPr bwMode="auto">
          <a:xfrm rot="6980230">
            <a:off x="6465888" y="3681413"/>
            <a:ext cx="228600" cy="266700"/>
            <a:chOff x="1192" y="976"/>
            <a:chExt cx="144" cy="168"/>
          </a:xfrm>
        </p:grpSpPr>
        <p:sp>
          <p:nvSpPr>
            <p:cNvPr id="9259" name="Line 35"/>
            <p:cNvSpPr>
              <a:spLocks noChangeShapeType="1"/>
            </p:cNvSpPr>
            <p:nvPr/>
          </p:nvSpPr>
          <p:spPr bwMode="auto">
            <a:xfrm flipH="1" flipV="1">
              <a:off x="1192" y="1032"/>
              <a:ext cx="56" cy="112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0" name="Line 36"/>
            <p:cNvSpPr>
              <a:spLocks noChangeShapeType="1"/>
            </p:cNvSpPr>
            <p:nvPr/>
          </p:nvSpPr>
          <p:spPr bwMode="auto">
            <a:xfrm flipV="1">
              <a:off x="1192" y="976"/>
              <a:ext cx="144" cy="64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7"/>
          <p:cNvGrpSpPr>
            <a:grpSpLocks/>
          </p:cNvGrpSpPr>
          <p:nvPr>
            <p:custDataLst>
              <p:tags r:id="rId33"/>
            </p:custDataLst>
          </p:nvPr>
        </p:nvGrpSpPr>
        <p:grpSpPr bwMode="auto">
          <a:xfrm>
            <a:off x="4543425" y="5027613"/>
            <a:ext cx="158750" cy="322262"/>
            <a:chOff x="1421" y="2848"/>
            <a:chExt cx="100" cy="203"/>
          </a:xfrm>
        </p:grpSpPr>
        <p:sp>
          <p:nvSpPr>
            <p:cNvPr id="9257" name="Line 38"/>
            <p:cNvSpPr>
              <a:spLocks noChangeShapeType="1"/>
            </p:cNvSpPr>
            <p:nvPr/>
          </p:nvSpPr>
          <p:spPr bwMode="auto">
            <a:xfrm flipV="1">
              <a:off x="1480" y="2848"/>
              <a:ext cx="16" cy="136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47" name="AutoShape 39"/>
            <p:cNvSpPr>
              <a:spLocks noChangeArrowheads="1"/>
            </p:cNvSpPr>
            <p:nvPr/>
          </p:nvSpPr>
          <p:spPr bwMode="auto">
            <a:xfrm rot="-1368651">
              <a:off x="1421" y="2948"/>
              <a:ext cx="100" cy="103"/>
            </a:xfrm>
            <a:prstGeom prst="star5">
              <a:avLst/>
            </a:prstGeom>
            <a:solidFill>
              <a:srgbClr val="3333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Times" charset="0"/>
                <a:cs typeface="+mn-cs"/>
              </a:endParaRPr>
            </a:p>
          </p:txBody>
        </p:sp>
      </p:grpSp>
      <p:grpSp>
        <p:nvGrpSpPr>
          <p:cNvPr id="5" name="Group 40"/>
          <p:cNvGrpSpPr>
            <a:grpSpLocks/>
          </p:cNvGrpSpPr>
          <p:nvPr>
            <p:custDataLst>
              <p:tags r:id="rId34"/>
            </p:custDataLst>
          </p:nvPr>
        </p:nvGrpSpPr>
        <p:grpSpPr bwMode="auto">
          <a:xfrm rot="8408904">
            <a:off x="4047215" y="2070834"/>
            <a:ext cx="158750" cy="322262"/>
            <a:chOff x="1421" y="2848"/>
            <a:chExt cx="100" cy="203"/>
          </a:xfrm>
        </p:grpSpPr>
        <p:sp>
          <p:nvSpPr>
            <p:cNvPr id="9255" name="Line 41"/>
            <p:cNvSpPr>
              <a:spLocks noChangeShapeType="1"/>
            </p:cNvSpPr>
            <p:nvPr/>
          </p:nvSpPr>
          <p:spPr bwMode="auto">
            <a:xfrm flipV="1">
              <a:off x="1480" y="2848"/>
              <a:ext cx="16" cy="136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50" name="AutoShape 42"/>
            <p:cNvSpPr>
              <a:spLocks noChangeArrowheads="1"/>
            </p:cNvSpPr>
            <p:nvPr/>
          </p:nvSpPr>
          <p:spPr bwMode="auto">
            <a:xfrm rot="-1368651">
              <a:off x="1428" y="2951"/>
              <a:ext cx="100" cy="103"/>
            </a:xfrm>
            <a:prstGeom prst="star5">
              <a:avLst/>
            </a:prstGeom>
            <a:solidFill>
              <a:srgbClr val="333399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Times" charset="0"/>
                <a:cs typeface="+mn-cs"/>
              </a:endParaRPr>
            </a:p>
          </p:txBody>
        </p:sp>
      </p:grpSp>
      <p:sp>
        <p:nvSpPr>
          <p:cNvPr id="222251" name="Text Box 43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2952750" y="127000"/>
            <a:ext cx="3238500" cy="588963"/>
          </a:xfrm>
          <a:prstGeom prst="rect">
            <a:avLst/>
          </a:prstGeom>
          <a:noFill/>
          <a:ln w="9525">
            <a:solidFill>
              <a:srgbClr val="3D11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>
                <a:solidFill>
                  <a:srgbClr val="C00000"/>
                </a:solidFill>
                <a:latin typeface="Tahoma" charset="0"/>
                <a:cs typeface="+mn-cs"/>
              </a:rPr>
              <a:t>Genome</a:t>
            </a:r>
          </a:p>
        </p:txBody>
      </p:sp>
      <p:sp>
        <p:nvSpPr>
          <p:cNvPr id="9252" name="Rectangle 44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0" y="762000"/>
            <a:ext cx="32004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8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kilobase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circular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dsDNA</a:t>
            </a:r>
            <a:r>
              <a:rPr lang="en-US" sz="2400" dirty="0" smtClean="0"/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associated with cellular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histones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in a chromatin-like complex.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 Persists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as </a:t>
            </a:r>
            <a:r>
              <a:rPr lang="en-US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episome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(doesn’t integrate into cellular DNA)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Virus uses overlapping genes on one strand to pack different genes</a:t>
            </a:r>
          </a:p>
        </p:txBody>
      </p:sp>
      <p:sp>
        <p:nvSpPr>
          <p:cNvPr id="9253" name="Rectangle 45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2798763" y="2703513"/>
            <a:ext cx="471487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hangingPunct="0"/>
            <a:r>
              <a:rPr lang="en-US" sz="2000">
                <a:solidFill>
                  <a:srgbClr val="0BAE0D"/>
                </a:solidFill>
                <a:latin typeface="Tahoma" pitchFamily="34" charset="0"/>
              </a:rPr>
              <a:t>L</a:t>
            </a:r>
            <a:r>
              <a:rPr lang="en-US">
                <a:latin typeface="Tahoma" pitchFamily="34" charset="0"/>
              </a:rPr>
              <a:t>1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  <a:t>GENE EXPRESSION</a:t>
            </a:r>
            <a:br>
              <a:rPr lang="en-US" sz="3200" b="1" dirty="0" smtClean="0"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lang="en-US" sz="3200" b="1" dirty="0"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Only one strand of the genome is transcribed and yield two classes of proteins expressed by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alternative splicing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 : 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a) Early Proteins: non-structural regulatory proteins (E1-E7). </a:t>
            </a:r>
            <a:br>
              <a:rPr lang="en-US" dirty="0" smtClean="0">
                <a:latin typeface="Arial" pitchFamily="34" charset="0"/>
                <a:cs typeface="Arial" pitchFamily="34" charset="0"/>
              </a:rPr>
            </a:b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b) Late Proteins: the structural proteins L1 and L2.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  <a:t>Various proteins coded by </a:t>
            </a:r>
            <a:r>
              <a:rPr lang="en-US" sz="3200" b="1" dirty="0" err="1" smtClean="0"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  <a:t>Papilloma</a:t>
            </a:r>
            <a:r>
              <a:rPr lang="en-US" sz="3200" b="1" dirty="0" smtClean="0"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  <a:t> viruses</a:t>
            </a:r>
            <a:endParaRPr lang="en-IN" sz="3200" b="1" dirty="0" smtClean="0"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E1-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Helicase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(Helps in virus replication)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E2- Transcriptase (Helps in viral replication)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E4- Destabilizes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cytosleleton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E5- Mediates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mitogenic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signals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E6- Cell transformation (binding to p53)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E7- cell transformation (binding to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pRB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L1- Major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capsid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protein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L2- Minor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capsid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protein</a:t>
            </a:r>
          </a:p>
          <a:p>
            <a:endParaRPr lang="en-IN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1295400"/>
            <a:ext cx="8077200" cy="53340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Site-Nuclear</a:t>
            </a:r>
          </a:p>
          <a:p>
            <a:pPr algn="just">
              <a:buNone/>
            </a:pP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Replication is divided in two distinct steps  that are linked to the differentiation state of the host epithelial cell:</a:t>
            </a:r>
          </a:p>
          <a:p>
            <a:pPr algn="just">
              <a:buNone/>
            </a:pP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AutoNum type="alphaLcParenR"/>
            </a:pP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The plasmid replication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 takes place in the basal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squamous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epithelial cells. </a:t>
            </a:r>
          </a:p>
          <a:p>
            <a:pPr marL="457200" indent="-457200" algn="just"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    It corresponds to viral DNA replication in synchrony with the host cell chromosome in order to ensure an average of one viral genome per basal cell.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524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REPLICATION </a:t>
            </a:r>
            <a:endParaRPr lang="en-IN" sz="3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Attachment of the viral proteins to host receptors mediates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endocytosis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into vesicles in the basal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squamous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epithelial cell.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Transport to the nucleus and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uncoating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of the viral DNA.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Early-region transcription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with the help of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DNA dependent RNA polymerase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early transcription occurs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and translation of the early proteins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Steady-state viral DNA nuclear replication. </a:t>
            </a:r>
          </a:p>
          <a:p>
            <a:r>
              <a:rPr lang="en-IN" sz="2400" b="1" dirty="0" smtClean="0">
                <a:latin typeface="Arial" pitchFamily="34" charset="0"/>
                <a:cs typeface="Arial" pitchFamily="34" charset="0"/>
              </a:rPr>
              <a:t>At this stage, expression of viral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capsid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proteins cannot be detected.</a:t>
            </a:r>
          </a:p>
          <a:p>
            <a:pPr>
              <a:buNone/>
            </a:pP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990600"/>
            <a:ext cx="8610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800" dirty="0" smtClean="0">
                <a:latin typeface="Arial" pitchFamily="34" charset="0"/>
                <a:cs typeface="Arial" pitchFamily="34" charset="0"/>
              </a:rPr>
              <a:t>b)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The vegetative replication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, which occurs in differentiated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keratinocytes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In these cells, which no longer undergo cellular DNA synthesis, there is a burst of viral DNA synthesis with active production of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virions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   Vegetative viral DNA synthesis.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  Transcription of the late region.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 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Capsid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proteins L1 and L2 synthesis.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  Nuclear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capsid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assembly and release of viruses.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  <a:t>PATHOGENESIS</a:t>
            </a:r>
            <a:endParaRPr lang="en-IN" sz="3200" b="1" dirty="0" smtClean="0"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28600" y="1336674"/>
            <a:ext cx="8686800" cy="5216525"/>
          </a:xfrm>
        </p:spPr>
        <p:txBody>
          <a:bodyPr>
            <a:normAutofit/>
          </a:bodyPr>
          <a:lstStyle/>
          <a:p>
            <a:pPr algn="just"/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Papillomas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develop after introduction of the virus through skin abrasions.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In the cells of </a:t>
            </a:r>
            <a:r>
              <a:rPr lang="en-US" sz="2400" b="1" i="1" dirty="0" smtClean="0">
                <a:latin typeface="Arial" pitchFamily="34" charset="0"/>
                <a:cs typeface="Arial" pitchFamily="34" charset="0"/>
              </a:rPr>
              <a:t>stratum </a:t>
            </a:r>
            <a:r>
              <a:rPr lang="en-US" sz="2400" b="1" i="1" dirty="0" err="1" smtClean="0">
                <a:latin typeface="Arial" pitchFamily="34" charset="0"/>
                <a:cs typeface="Arial" pitchFamily="34" charset="0"/>
              </a:rPr>
              <a:t>germinativum</a:t>
            </a:r>
            <a:r>
              <a:rPr lang="en-US" sz="2400" b="1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virus proliferate excessively.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Early proteins delay the maturation of the cells and there is hyperplasia of basal cells.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There is piling of the cells.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Slowly differentiation starts and late proteins are expressed in </a:t>
            </a:r>
            <a:r>
              <a:rPr lang="en-US" sz="2400" i="1" dirty="0" smtClean="0">
                <a:latin typeface="Arial" pitchFamily="34" charset="0"/>
                <a:cs typeface="Arial" pitchFamily="34" charset="0"/>
              </a:rPr>
              <a:t>stratum </a:t>
            </a:r>
            <a:r>
              <a:rPr lang="en-US" sz="2400" i="1" dirty="0" err="1" smtClean="0">
                <a:latin typeface="Arial" pitchFamily="34" charset="0"/>
                <a:cs typeface="Arial" pitchFamily="34" charset="0"/>
              </a:rPr>
              <a:t>spinosum</a:t>
            </a:r>
            <a:r>
              <a:rPr lang="en-US" sz="2400" i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and complete virus particles are seen in the cells of </a:t>
            </a:r>
            <a:r>
              <a:rPr lang="en-US" sz="2400" i="1" dirty="0" smtClean="0">
                <a:latin typeface="Arial" pitchFamily="34" charset="0"/>
                <a:cs typeface="Arial" pitchFamily="34" charset="0"/>
              </a:rPr>
              <a:t>stratum </a:t>
            </a:r>
            <a:r>
              <a:rPr lang="en-US" sz="2400" i="1" dirty="0" err="1" smtClean="0">
                <a:latin typeface="Arial" pitchFamily="34" charset="0"/>
                <a:cs typeface="Arial" pitchFamily="34" charset="0"/>
              </a:rPr>
              <a:t>granulosum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Infection of epithelial cells result in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hyperpalsia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of cells of the surface epithelium with subsequent degeneration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hyperkeratinization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IN" sz="2400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305175" y="2049463"/>
            <a:ext cx="4727575" cy="205581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59" name="Rectangle 42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671763" y="5157788"/>
            <a:ext cx="5456237" cy="50800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9460" name="Rectangle 42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749675" y="1774825"/>
            <a:ext cx="3133725" cy="238125"/>
          </a:xfrm>
          <a:prstGeom prst="rect">
            <a:avLst/>
          </a:prstGeom>
          <a:solidFill>
            <a:srgbClr val="B2B2B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61" name="Rectangle 43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397125" y="4179888"/>
            <a:ext cx="5738813" cy="1366837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9462" name="Rectangle 43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149475" y="1968500"/>
            <a:ext cx="577850" cy="2076450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63" name="Freeform 432"/>
          <p:cNvSpPr>
            <a:spLocks/>
          </p:cNvSpPr>
          <p:nvPr>
            <p:custDataLst>
              <p:tags r:id="rId7"/>
            </p:custDataLst>
          </p:nvPr>
        </p:nvSpPr>
        <p:spPr bwMode="auto">
          <a:xfrm rot="205950" flipH="1">
            <a:off x="7239000" y="5459413"/>
            <a:ext cx="1176338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464" name="AutoShape 435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555750" y="1922463"/>
            <a:ext cx="355600" cy="2190750"/>
          </a:xfrm>
          <a:prstGeom prst="leftBrace">
            <a:avLst>
              <a:gd name="adj1" fmla="val 5133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65" name="Line 436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1473200" y="4221163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" name="Group 449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2085975" y="1835150"/>
            <a:ext cx="519113" cy="631825"/>
            <a:chOff x="937" y="1163"/>
            <a:chExt cx="327" cy="398"/>
          </a:xfrm>
        </p:grpSpPr>
        <p:sp>
          <p:nvSpPr>
            <p:cNvPr id="20602" name="Freeform 450"/>
            <p:cNvSpPr>
              <a:spLocks/>
            </p:cNvSpPr>
            <p:nvPr/>
          </p:nvSpPr>
          <p:spPr bwMode="auto">
            <a:xfrm rot="1426593">
              <a:off x="1056" y="1314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603" name="Freeform 451"/>
            <p:cNvSpPr>
              <a:spLocks/>
            </p:cNvSpPr>
            <p:nvPr/>
          </p:nvSpPr>
          <p:spPr bwMode="auto">
            <a:xfrm rot="1426593">
              <a:off x="937" y="1175"/>
              <a:ext cx="248" cy="170"/>
            </a:xfrm>
            <a:custGeom>
              <a:avLst/>
              <a:gdLst>
                <a:gd name="T0" fmla="*/ 2153 w 120"/>
                <a:gd name="T1" fmla="*/ 7667 h 60"/>
                <a:gd name="T2" fmla="*/ 3503 w 120"/>
                <a:gd name="T3" fmla="*/ 6576 h 60"/>
                <a:gd name="T4" fmla="*/ 2375 w 120"/>
                <a:gd name="T5" fmla="*/ 0 h 60"/>
                <a:gd name="T6" fmla="*/ 1695 w 120"/>
                <a:gd name="T7" fmla="*/ 10965 h 60"/>
                <a:gd name="T8" fmla="*/ 2153 w 120"/>
                <a:gd name="T9" fmla="*/ 766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604" name="Freeform 452"/>
            <p:cNvSpPr>
              <a:spLocks/>
            </p:cNvSpPr>
            <p:nvPr/>
          </p:nvSpPr>
          <p:spPr bwMode="auto">
            <a:xfrm rot="1426593">
              <a:off x="1017" y="1328"/>
              <a:ext cx="136" cy="101"/>
            </a:xfrm>
            <a:custGeom>
              <a:avLst/>
              <a:gdLst>
                <a:gd name="T0" fmla="*/ 0 w 66"/>
                <a:gd name="T1" fmla="*/ 1012 h 50"/>
                <a:gd name="T2" fmla="*/ 2005 w 66"/>
                <a:gd name="T3" fmla="*/ 1416 h 50"/>
                <a:gd name="T4" fmla="*/ 884 w 66"/>
                <a:gd name="T5" fmla="*/ 396 h 50"/>
                <a:gd name="T6" fmla="*/ 220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605" name="Freeform 453"/>
            <p:cNvSpPr>
              <a:spLocks/>
            </p:cNvSpPr>
            <p:nvPr/>
          </p:nvSpPr>
          <p:spPr bwMode="auto">
            <a:xfrm rot="1426593">
              <a:off x="1051" y="1163"/>
              <a:ext cx="206" cy="155"/>
            </a:xfrm>
            <a:custGeom>
              <a:avLst/>
              <a:gdLst>
                <a:gd name="T0" fmla="*/ 2551 w 91"/>
                <a:gd name="T1" fmla="*/ 4874 h 63"/>
                <a:gd name="T2" fmla="*/ 5406 w 91"/>
                <a:gd name="T3" fmla="*/ 2711 h 63"/>
                <a:gd name="T4" fmla="*/ 5048 w 91"/>
                <a:gd name="T5" fmla="*/ 1102 h 63"/>
                <a:gd name="T6" fmla="*/ 2911 w 91"/>
                <a:gd name="T7" fmla="*/ 0 h 63"/>
                <a:gd name="T8" fmla="*/ 3285 w 91"/>
                <a:gd name="T9" fmla="*/ 5423 h 63"/>
                <a:gd name="T10" fmla="*/ 2551 w 91"/>
                <a:gd name="T11" fmla="*/ 4874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606" name="Freeform 454"/>
            <p:cNvSpPr>
              <a:spLocks/>
            </p:cNvSpPr>
            <p:nvPr/>
          </p:nvSpPr>
          <p:spPr bwMode="auto">
            <a:xfrm rot="1426593">
              <a:off x="1065" y="1424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467" name="Freeform 456"/>
          <p:cNvSpPr>
            <a:spLocks/>
          </p:cNvSpPr>
          <p:nvPr>
            <p:custDataLst>
              <p:tags r:id="rId11"/>
            </p:custDataLst>
          </p:nvPr>
        </p:nvSpPr>
        <p:spPr bwMode="auto">
          <a:xfrm rot="-9373407">
            <a:off x="2530475" y="2060575"/>
            <a:ext cx="330200" cy="212725"/>
          </a:xfrm>
          <a:custGeom>
            <a:avLst/>
            <a:gdLst>
              <a:gd name="T0" fmla="*/ 2147483647 w 101"/>
              <a:gd name="T1" fmla="*/ 2147483647 h 66"/>
              <a:gd name="T2" fmla="*/ 2147483647 w 101"/>
              <a:gd name="T3" fmla="*/ 2147483647 h 66"/>
              <a:gd name="T4" fmla="*/ 2147483647 w 101"/>
              <a:gd name="T5" fmla="*/ 2147483647 h 66"/>
              <a:gd name="T6" fmla="*/ 2147483647 w 101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101"/>
              <a:gd name="T13" fmla="*/ 0 h 66"/>
              <a:gd name="T14" fmla="*/ 101 w 101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" h="66">
                <a:moveTo>
                  <a:pt x="60" y="39"/>
                </a:moveTo>
                <a:cubicBezTo>
                  <a:pt x="101" y="53"/>
                  <a:pt x="99" y="14"/>
                  <a:pt x="66" y="3"/>
                </a:cubicBezTo>
                <a:cubicBezTo>
                  <a:pt x="52" y="5"/>
                  <a:pt x="35" y="0"/>
                  <a:pt x="24" y="9"/>
                </a:cubicBezTo>
                <a:cubicBezTo>
                  <a:pt x="0" y="29"/>
                  <a:pt x="87" y="66"/>
                  <a:pt x="60" y="39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468" name="Freeform 459"/>
          <p:cNvSpPr>
            <a:spLocks/>
          </p:cNvSpPr>
          <p:nvPr>
            <p:custDataLst>
              <p:tags r:id="rId12"/>
            </p:custDataLst>
          </p:nvPr>
        </p:nvSpPr>
        <p:spPr bwMode="auto">
          <a:xfrm rot="-9373407">
            <a:off x="2552700" y="2263775"/>
            <a:ext cx="298450" cy="201613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469" name="Freeform 460"/>
          <p:cNvSpPr>
            <a:spLocks/>
          </p:cNvSpPr>
          <p:nvPr>
            <p:custDataLst>
              <p:tags r:id="rId13"/>
            </p:custDataLst>
          </p:nvPr>
        </p:nvSpPr>
        <p:spPr bwMode="auto">
          <a:xfrm rot="-9373407">
            <a:off x="2581275" y="1838325"/>
            <a:ext cx="274638" cy="263525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467"/>
          <p:cNvGrpSpPr>
            <a:grpSpLocks/>
          </p:cNvGrpSpPr>
          <p:nvPr>
            <p:custDataLst>
              <p:tags r:id="rId14"/>
            </p:custDataLst>
          </p:nvPr>
        </p:nvGrpSpPr>
        <p:grpSpPr bwMode="auto">
          <a:xfrm>
            <a:off x="3214688" y="1878013"/>
            <a:ext cx="531812" cy="612775"/>
            <a:chOff x="1648" y="1190"/>
            <a:chExt cx="335" cy="386"/>
          </a:xfrm>
        </p:grpSpPr>
        <p:sp>
          <p:nvSpPr>
            <p:cNvPr id="20597" name="Freeform 468"/>
            <p:cNvSpPr>
              <a:spLocks/>
            </p:cNvSpPr>
            <p:nvPr/>
          </p:nvSpPr>
          <p:spPr bwMode="auto">
            <a:xfrm rot="-9373407">
              <a:off x="1648" y="1320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98" name="Freeform 469"/>
            <p:cNvSpPr>
              <a:spLocks/>
            </p:cNvSpPr>
            <p:nvPr/>
          </p:nvSpPr>
          <p:spPr bwMode="auto">
            <a:xfrm rot="-9373407">
              <a:off x="1736" y="1425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99" name="Freeform 470"/>
            <p:cNvSpPr>
              <a:spLocks/>
            </p:cNvSpPr>
            <p:nvPr/>
          </p:nvSpPr>
          <p:spPr bwMode="auto">
            <a:xfrm rot="-9373407">
              <a:off x="1758" y="1341"/>
              <a:ext cx="135" cy="100"/>
            </a:xfrm>
            <a:custGeom>
              <a:avLst/>
              <a:gdLst>
                <a:gd name="T0" fmla="*/ 0 w 66"/>
                <a:gd name="T1" fmla="*/ 960 h 50"/>
                <a:gd name="T2" fmla="*/ 1925 w 66"/>
                <a:gd name="T3" fmla="*/ 1344 h 50"/>
                <a:gd name="T4" fmla="*/ 857 w 66"/>
                <a:gd name="T5" fmla="*/ 384 h 50"/>
                <a:gd name="T6" fmla="*/ 213 w 66"/>
                <a:gd name="T7" fmla="*/ 192 h 50"/>
                <a:gd name="T8" fmla="*/ 0 w 66"/>
                <a:gd name="T9" fmla="*/ 96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600" name="Freeform 471"/>
            <p:cNvSpPr>
              <a:spLocks/>
            </p:cNvSpPr>
            <p:nvPr/>
          </p:nvSpPr>
          <p:spPr bwMode="auto">
            <a:xfrm rot="-9373407">
              <a:off x="1661" y="1448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601" name="Freeform 472"/>
            <p:cNvSpPr>
              <a:spLocks/>
            </p:cNvSpPr>
            <p:nvPr/>
          </p:nvSpPr>
          <p:spPr bwMode="auto">
            <a:xfrm rot="-9373407">
              <a:off x="1663" y="1190"/>
              <a:ext cx="187" cy="153"/>
            </a:xfrm>
            <a:custGeom>
              <a:avLst/>
              <a:gdLst>
                <a:gd name="T0" fmla="*/ 2627 w 84"/>
                <a:gd name="T1" fmla="*/ 2770 h 68"/>
                <a:gd name="T2" fmla="*/ 3929 w 84"/>
                <a:gd name="T3" fmla="*/ 2435 h 68"/>
                <a:gd name="T4" fmla="*/ 2627 w 84"/>
                <a:gd name="T5" fmla="*/ 0 h 68"/>
                <a:gd name="T6" fmla="*/ 1302 w 84"/>
                <a:gd name="T7" fmla="*/ 3816 h 68"/>
                <a:gd name="T8" fmla="*/ 2627 w 84"/>
                <a:gd name="T9" fmla="*/ 277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74"/>
          <p:cNvGrpSpPr>
            <a:grpSpLocks/>
          </p:cNvGrpSpPr>
          <p:nvPr>
            <p:custDataLst>
              <p:tags r:id="rId15"/>
            </p:custDataLst>
          </p:nvPr>
        </p:nvGrpSpPr>
        <p:grpSpPr bwMode="auto">
          <a:xfrm>
            <a:off x="2249488" y="2387600"/>
            <a:ext cx="533400" cy="582613"/>
            <a:chOff x="1040" y="1511"/>
            <a:chExt cx="336" cy="367"/>
          </a:xfrm>
        </p:grpSpPr>
        <p:sp>
          <p:nvSpPr>
            <p:cNvPr id="20592" name="Freeform 475"/>
            <p:cNvSpPr>
              <a:spLocks/>
            </p:cNvSpPr>
            <p:nvPr/>
          </p:nvSpPr>
          <p:spPr bwMode="auto">
            <a:xfrm rot="1426593">
              <a:off x="1168" y="1631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93" name="Freeform 476"/>
            <p:cNvSpPr>
              <a:spLocks/>
            </p:cNvSpPr>
            <p:nvPr/>
          </p:nvSpPr>
          <p:spPr bwMode="auto">
            <a:xfrm rot="1426593">
              <a:off x="1040" y="1540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94" name="Freeform 477"/>
            <p:cNvSpPr>
              <a:spLocks/>
            </p:cNvSpPr>
            <p:nvPr/>
          </p:nvSpPr>
          <p:spPr bwMode="auto">
            <a:xfrm rot="1426593">
              <a:off x="1130" y="1646"/>
              <a:ext cx="135" cy="100"/>
            </a:xfrm>
            <a:custGeom>
              <a:avLst/>
              <a:gdLst>
                <a:gd name="T0" fmla="*/ 0 w 66"/>
                <a:gd name="T1" fmla="*/ 960 h 50"/>
                <a:gd name="T2" fmla="*/ 1925 w 66"/>
                <a:gd name="T3" fmla="*/ 1344 h 50"/>
                <a:gd name="T4" fmla="*/ 857 w 66"/>
                <a:gd name="T5" fmla="*/ 384 h 50"/>
                <a:gd name="T6" fmla="*/ 213 w 66"/>
                <a:gd name="T7" fmla="*/ 192 h 50"/>
                <a:gd name="T8" fmla="*/ 0 w 66"/>
                <a:gd name="T9" fmla="*/ 96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95" name="Freeform 478"/>
            <p:cNvSpPr>
              <a:spLocks/>
            </p:cNvSpPr>
            <p:nvPr/>
          </p:nvSpPr>
          <p:spPr bwMode="auto">
            <a:xfrm rot="1426593">
              <a:off x="1175" y="1511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96" name="Freeform 479"/>
            <p:cNvSpPr>
              <a:spLocks/>
            </p:cNvSpPr>
            <p:nvPr/>
          </p:nvSpPr>
          <p:spPr bwMode="auto">
            <a:xfrm rot="1426593">
              <a:off x="1177" y="1741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472" name="Freeform 487"/>
          <p:cNvSpPr>
            <a:spLocks/>
          </p:cNvSpPr>
          <p:nvPr>
            <p:custDataLst>
              <p:tags r:id="rId16"/>
            </p:custDataLst>
          </p:nvPr>
        </p:nvSpPr>
        <p:spPr bwMode="auto">
          <a:xfrm rot="1426593">
            <a:off x="3136900" y="2606675"/>
            <a:ext cx="330200" cy="212725"/>
          </a:xfrm>
          <a:custGeom>
            <a:avLst/>
            <a:gdLst>
              <a:gd name="T0" fmla="*/ 2147483647 w 101"/>
              <a:gd name="T1" fmla="*/ 2147483647 h 66"/>
              <a:gd name="T2" fmla="*/ 2147483647 w 101"/>
              <a:gd name="T3" fmla="*/ 2147483647 h 66"/>
              <a:gd name="T4" fmla="*/ 2147483647 w 101"/>
              <a:gd name="T5" fmla="*/ 2147483647 h 66"/>
              <a:gd name="T6" fmla="*/ 2147483647 w 101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101"/>
              <a:gd name="T13" fmla="*/ 0 h 66"/>
              <a:gd name="T14" fmla="*/ 101 w 101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" h="66">
                <a:moveTo>
                  <a:pt x="60" y="39"/>
                </a:moveTo>
                <a:cubicBezTo>
                  <a:pt x="101" y="53"/>
                  <a:pt x="99" y="14"/>
                  <a:pt x="66" y="3"/>
                </a:cubicBezTo>
                <a:cubicBezTo>
                  <a:pt x="52" y="5"/>
                  <a:pt x="35" y="0"/>
                  <a:pt x="24" y="9"/>
                </a:cubicBezTo>
                <a:cubicBezTo>
                  <a:pt x="0" y="29"/>
                  <a:pt x="87" y="66"/>
                  <a:pt x="60" y="39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473" name="Freeform 490"/>
          <p:cNvSpPr>
            <a:spLocks/>
          </p:cNvSpPr>
          <p:nvPr>
            <p:custDataLst>
              <p:tags r:id="rId17"/>
            </p:custDataLst>
          </p:nvPr>
        </p:nvSpPr>
        <p:spPr bwMode="auto">
          <a:xfrm rot="1426593">
            <a:off x="3146425" y="2414588"/>
            <a:ext cx="298450" cy="203200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474" name="Freeform 491"/>
          <p:cNvSpPr>
            <a:spLocks/>
          </p:cNvSpPr>
          <p:nvPr>
            <p:custDataLst>
              <p:tags r:id="rId18"/>
            </p:custDataLst>
          </p:nvPr>
        </p:nvSpPr>
        <p:spPr bwMode="auto">
          <a:xfrm rot="1426593">
            <a:off x="3149600" y="2779713"/>
            <a:ext cx="276225" cy="219075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5" name="Group 492"/>
          <p:cNvGrpSpPr>
            <a:grpSpLocks/>
          </p:cNvGrpSpPr>
          <p:nvPr>
            <p:custDataLst>
              <p:tags r:id="rId19"/>
            </p:custDataLst>
          </p:nvPr>
        </p:nvGrpSpPr>
        <p:grpSpPr bwMode="auto">
          <a:xfrm>
            <a:off x="3392488" y="2409825"/>
            <a:ext cx="531812" cy="584200"/>
            <a:chOff x="1760" y="1525"/>
            <a:chExt cx="335" cy="368"/>
          </a:xfrm>
        </p:grpSpPr>
        <p:sp>
          <p:nvSpPr>
            <p:cNvPr id="20587" name="Freeform 493"/>
            <p:cNvSpPr>
              <a:spLocks/>
            </p:cNvSpPr>
            <p:nvPr/>
          </p:nvSpPr>
          <p:spPr bwMode="auto">
            <a:xfrm rot="-9373407">
              <a:off x="1760" y="1637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88" name="Freeform 494"/>
            <p:cNvSpPr>
              <a:spLocks/>
            </p:cNvSpPr>
            <p:nvPr/>
          </p:nvSpPr>
          <p:spPr bwMode="auto">
            <a:xfrm rot="-9373407">
              <a:off x="1848" y="1742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89" name="Freeform 495"/>
            <p:cNvSpPr>
              <a:spLocks/>
            </p:cNvSpPr>
            <p:nvPr/>
          </p:nvSpPr>
          <p:spPr bwMode="auto">
            <a:xfrm rot="-9373407">
              <a:off x="1870" y="1658"/>
              <a:ext cx="135" cy="100"/>
            </a:xfrm>
            <a:custGeom>
              <a:avLst/>
              <a:gdLst>
                <a:gd name="T0" fmla="*/ 0 w 66"/>
                <a:gd name="T1" fmla="*/ 960 h 50"/>
                <a:gd name="T2" fmla="*/ 1925 w 66"/>
                <a:gd name="T3" fmla="*/ 1344 h 50"/>
                <a:gd name="T4" fmla="*/ 857 w 66"/>
                <a:gd name="T5" fmla="*/ 384 h 50"/>
                <a:gd name="T6" fmla="*/ 213 w 66"/>
                <a:gd name="T7" fmla="*/ 192 h 50"/>
                <a:gd name="T8" fmla="*/ 0 w 66"/>
                <a:gd name="T9" fmla="*/ 96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90" name="Freeform 496"/>
            <p:cNvSpPr>
              <a:spLocks/>
            </p:cNvSpPr>
            <p:nvPr/>
          </p:nvSpPr>
          <p:spPr bwMode="auto">
            <a:xfrm rot="-9373407">
              <a:off x="1773" y="1765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91" name="Freeform 497"/>
            <p:cNvSpPr>
              <a:spLocks/>
            </p:cNvSpPr>
            <p:nvPr/>
          </p:nvSpPr>
          <p:spPr bwMode="auto">
            <a:xfrm rot="-9373407">
              <a:off x="1785" y="1525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476" name="Oval 498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 rot="1426593">
            <a:off x="2282825" y="213995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77" name="Oval 499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 rot="1426593">
            <a:off x="2427288" y="2317750"/>
            <a:ext cx="46037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78" name="Oval 500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 rot="1426593">
            <a:off x="2647950" y="2327275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79" name="Oval 502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 rot="1426593">
            <a:off x="2635250" y="2463800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0" name="Oval 503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 rot="1426593">
            <a:off x="3719513" y="284480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1" name="Oval 504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 rot="1426593">
            <a:off x="3490913" y="2889250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2" name="Oval 505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 rot="1426593">
            <a:off x="3276600" y="2835275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3" name="Oval 506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 rot="1426593">
            <a:off x="2419350" y="249555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4" name="Oval 507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 rot="1426593">
            <a:off x="2609850" y="263366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5" name="Oval 511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 rot="1426593">
            <a:off x="2573338" y="2813050"/>
            <a:ext cx="49212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6" name="Oval 512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 rot="1426593">
            <a:off x="3322638" y="2509838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7" name="Oval 513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 rot="1426593">
            <a:off x="2239963" y="1966913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8" name="Oval 514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 rot="1426593">
            <a:off x="2468563" y="21240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89" name="Oval 516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 rot="1426593">
            <a:off x="3321050" y="265112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90" name="Oval 521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 rot="1426593">
            <a:off x="2678113" y="1947863"/>
            <a:ext cx="61912" cy="793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91" name="Oval 522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 rot="1426593">
            <a:off x="2466975" y="1965325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92" name="Oval 523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 rot="1426593">
            <a:off x="2654300" y="2149475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93" name="Oval 526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 rot="1426593">
            <a:off x="3671888" y="2670175"/>
            <a:ext cx="49212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94" name="Oval 527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 rot="1426593">
            <a:off x="3521075" y="270033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95" name="Oval 528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 rot="1426593">
            <a:off x="3487738" y="2181225"/>
            <a:ext cx="49212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96" name="Oval 529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 rot="1426593">
            <a:off x="3349625" y="2000250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97" name="Oval 531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 rot="1426593">
            <a:off x="3341688" y="219710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98" name="Oval 534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 rot="1426593">
            <a:off x="3317875" y="2346325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499" name="Oval 535"/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 rot="1426593">
            <a:off x="3511550" y="2495550"/>
            <a:ext cx="46038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00" name="Oval 536"/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 rot="1426593">
            <a:off x="3513138" y="2327275"/>
            <a:ext cx="47625" cy="49213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6" name="Group 537"/>
          <p:cNvGrpSpPr>
            <a:grpSpLocks/>
          </p:cNvGrpSpPr>
          <p:nvPr>
            <p:custDataLst>
              <p:tags r:id="rId45"/>
            </p:custDataLst>
          </p:nvPr>
        </p:nvGrpSpPr>
        <p:grpSpPr bwMode="auto">
          <a:xfrm>
            <a:off x="3414713" y="1793875"/>
            <a:ext cx="1854200" cy="1193800"/>
            <a:chOff x="1774" y="1137"/>
            <a:chExt cx="1168" cy="752"/>
          </a:xfrm>
        </p:grpSpPr>
        <p:grpSp>
          <p:nvGrpSpPr>
            <p:cNvPr id="7" name="Group 538"/>
            <p:cNvGrpSpPr>
              <a:grpSpLocks/>
            </p:cNvGrpSpPr>
            <p:nvPr/>
          </p:nvGrpSpPr>
          <p:grpSpPr bwMode="auto">
            <a:xfrm>
              <a:off x="1774" y="1137"/>
              <a:ext cx="1168" cy="752"/>
              <a:chOff x="1774" y="1137"/>
              <a:chExt cx="1168" cy="752"/>
            </a:xfrm>
          </p:grpSpPr>
          <p:grpSp>
            <p:nvGrpSpPr>
              <p:cNvPr id="8" name="Group 539"/>
              <p:cNvGrpSpPr>
                <a:grpSpLocks/>
              </p:cNvGrpSpPr>
              <p:nvPr/>
            </p:nvGrpSpPr>
            <p:grpSpPr bwMode="auto">
              <a:xfrm>
                <a:off x="1774" y="1137"/>
                <a:ext cx="1056" cy="435"/>
                <a:chOff x="1774" y="1137"/>
                <a:chExt cx="1056" cy="435"/>
              </a:xfrm>
            </p:grpSpPr>
            <p:grpSp>
              <p:nvGrpSpPr>
                <p:cNvPr id="9" name="Group 540"/>
                <p:cNvGrpSpPr>
                  <a:grpSpLocks/>
                </p:cNvGrpSpPr>
                <p:nvPr/>
              </p:nvGrpSpPr>
              <p:grpSpPr bwMode="auto">
                <a:xfrm>
                  <a:off x="1774" y="1186"/>
                  <a:ext cx="336" cy="368"/>
                  <a:chOff x="1774" y="1186"/>
                  <a:chExt cx="336" cy="368"/>
                </a:xfrm>
              </p:grpSpPr>
              <p:sp>
                <p:nvSpPr>
                  <p:cNvPr id="20582" name="Freeform 541"/>
                  <p:cNvSpPr>
                    <a:spLocks/>
                  </p:cNvSpPr>
                  <p:nvPr/>
                </p:nvSpPr>
                <p:spPr bwMode="auto">
                  <a:xfrm rot="1426593">
                    <a:off x="1902" y="1307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83" name="Freeform 542"/>
                  <p:cNvSpPr>
                    <a:spLocks/>
                  </p:cNvSpPr>
                  <p:nvPr/>
                </p:nvSpPr>
                <p:spPr bwMode="auto">
                  <a:xfrm rot="1426593">
                    <a:off x="1774" y="1215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84" name="Freeform 543"/>
                  <p:cNvSpPr>
                    <a:spLocks/>
                  </p:cNvSpPr>
                  <p:nvPr/>
                </p:nvSpPr>
                <p:spPr bwMode="auto">
                  <a:xfrm rot="1426593">
                    <a:off x="1864" y="1321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85" name="Freeform 544"/>
                  <p:cNvSpPr>
                    <a:spLocks/>
                  </p:cNvSpPr>
                  <p:nvPr/>
                </p:nvSpPr>
                <p:spPr bwMode="auto">
                  <a:xfrm rot="1426593">
                    <a:off x="1909" y="1186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86" name="Freeform 545"/>
                  <p:cNvSpPr>
                    <a:spLocks/>
                  </p:cNvSpPr>
                  <p:nvPr/>
                </p:nvSpPr>
                <p:spPr bwMode="auto">
                  <a:xfrm rot="1426593">
                    <a:off x="1911" y="1417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0" name="Group 546"/>
                <p:cNvGrpSpPr>
                  <a:grpSpLocks/>
                </p:cNvGrpSpPr>
                <p:nvPr/>
              </p:nvGrpSpPr>
              <p:grpSpPr bwMode="auto">
                <a:xfrm>
                  <a:off x="2064" y="1183"/>
                  <a:ext cx="335" cy="369"/>
                  <a:chOff x="2064" y="1183"/>
                  <a:chExt cx="335" cy="369"/>
                </a:xfrm>
              </p:grpSpPr>
              <p:sp>
                <p:nvSpPr>
                  <p:cNvPr id="20577" name="Freeform 547"/>
                  <p:cNvSpPr>
                    <a:spLocks/>
                  </p:cNvSpPr>
                  <p:nvPr/>
                </p:nvSpPr>
                <p:spPr bwMode="auto">
                  <a:xfrm rot="-9373407">
                    <a:off x="2064" y="1295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78" name="Freeform 548"/>
                  <p:cNvSpPr>
                    <a:spLocks/>
                  </p:cNvSpPr>
                  <p:nvPr/>
                </p:nvSpPr>
                <p:spPr bwMode="auto">
                  <a:xfrm rot="-9373407">
                    <a:off x="2152" y="1401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79" name="Freeform 549"/>
                  <p:cNvSpPr>
                    <a:spLocks/>
                  </p:cNvSpPr>
                  <p:nvPr/>
                </p:nvSpPr>
                <p:spPr bwMode="auto">
                  <a:xfrm rot="-9373407">
                    <a:off x="2174" y="1316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80" name="Freeform 550"/>
                  <p:cNvSpPr>
                    <a:spLocks/>
                  </p:cNvSpPr>
                  <p:nvPr/>
                </p:nvSpPr>
                <p:spPr bwMode="auto">
                  <a:xfrm rot="-9373407">
                    <a:off x="2077" y="1424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81" name="Freeform 551"/>
                  <p:cNvSpPr>
                    <a:spLocks/>
                  </p:cNvSpPr>
                  <p:nvPr/>
                </p:nvSpPr>
                <p:spPr bwMode="auto">
                  <a:xfrm rot="-9373407">
                    <a:off x="2089" y="1183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1" name="Group 552"/>
                <p:cNvGrpSpPr>
                  <a:grpSpLocks/>
                </p:cNvGrpSpPr>
                <p:nvPr/>
              </p:nvGrpSpPr>
              <p:grpSpPr bwMode="auto">
                <a:xfrm>
                  <a:off x="2175" y="1181"/>
                  <a:ext cx="366" cy="391"/>
                  <a:chOff x="2175" y="1181"/>
                  <a:chExt cx="366" cy="391"/>
                </a:xfrm>
              </p:grpSpPr>
              <p:sp>
                <p:nvSpPr>
                  <p:cNvPr id="20572" name="Freeform 553"/>
                  <p:cNvSpPr>
                    <a:spLocks/>
                  </p:cNvSpPr>
                  <p:nvPr/>
                </p:nvSpPr>
                <p:spPr bwMode="auto">
                  <a:xfrm rot="1426593">
                    <a:off x="2333" y="1325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73" name="Freeform 554"/>
                  <p:cNvSpPr>
                    <a:spLocks/>
                  </p:cNvSpPr>
                  <p:nvPr/>
                </p:nvSpPr>
                <p:spPr bwMode="auto">
                  <a:xfrm rot="1426593">
                    <a:off x="2175" y="1181"/>
                    <a:ext cx="287" cy="167"/>
                  </a:xfrm>
                  <a:custGeom>
                    <a:avLst/>
                    <a:gdLst>
                      <a:gd name="T0" fmla="*/ 4444 w 120"/>
                      <a:gd name="T1" fmla="*/ 7025 h 60"/>
                      <a:gd name="T2" fmla="*/ 7263 w 120"/>
                      <a:gd name="T3" fmla="*/ 5995 h 60"/>
                      <a:gd name="T4" fmla="*/ 4936 w 120"/>
                      <a:gd name="T5" fmla="*/ 0 h 60"/>
                      <a:gd name="T6" fmla="*/ 3530 w 120"/>
                      <a:gd name="T7" fmla="*/ 10026 h 60"/>
                      <a:gd name="T8" fmla="*/ 4444 w 120"/>
                      <a:gd name="T9" fmla="*/ 7025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74" name="Freeform 555"/>
                  <p:cNvSpPr>
                    <a:spLocks/>
                  </p:cNvSpPr>
                  <p:nvPr/>
                </p:nvSpPr>
                <p:spPr bwMode="auto">
                  <a:xfrm rot="1426593">
                    <a:off x="2294" y="1339"/>
                    <a:ext cx="136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2005 w 66"/>
                      <a:gd name="T3" fmla="*/ 1416 h 50"/>
                      <a:gd name="T4" fmla="*/ 884 w 66"/>
                      <a:gd name="T5" fmla="*/ 396 h 50"/>
                      <a:gd name="T6" fmla="*/ 220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75" name="Freeform 556"/>
                  <p:cNvSpPr>
                    <a:spLocks/>
                  </p:cNvSpPr>
                  <p:nvPr/>
                </p:nvSpPr>
                <p:spPr bwMode="auto">
                  <a:xfrm rot="1426593">
                    <a:off x="2323" y="1181"/>
                    <a:ext cx="209" cy="147"/>
                  </a:xfrm>
                  <a:custGeom>
                    <a:avLst/>
                    <a:gdLst>
                      <a:gd name="T0" fmla="*/ 2749 w 91"/>
                      <a:gd name="T1" fmla="*/ 3736 h 63"/>
                      <a:gd name="T2" fmla="*/ 5813 w 91"/>
                      <a:gd name="T3" fmla="*/ 2070 h 63"/>
                      <a:gd name="T4" fmla="*/ 5427 w 91"/>
                      <a:gd name="T5" fmla="*/ 828 h 63"/>
                      <a:gd name="T6" fmla="*/ 3149 w 91"/>
                      <a:gd name="T7" fmla="*/ 0 h 63"/>
                      <a:gd name="T8" fmla="*/ 3502 w 91"/>
                      <a:gd name="T9" fmla="*/ 4153 h 63"/>
                      <a:gd name="T10" fmla="*/ 2749 w 91"/>
                      <a:gd name="T11" fmla="*/ 3736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76" name="Freeform 557"/>
                  <p:cNvSpPr>
                    <a:spLocks/>
                  </p:cNvSpPr>
                  <p:nvPr/>
                </p:nvSpPr>
                <p:spPr bwMode="auto">
                  <a:xfrm rot="1426593">
                    <a:off x="2342" y="1435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2" name="Group 558"/>
                <p:cNvGrpSpPr>
                  <a:grpSpLocks/>
                </p:cNvGrpSpPr>
                <p:nvPr/>
              </p:nvGrpSpPr>
              <p:grpSpPr bwMode="auto">
                <a:xfrm>
                  <a:off x="2463" y="1137"/>
                  <a:ext cx="367" cy="433"/>
                  <a:chOff x="2463" y="1137"/>
                  <a:chExt cx="367" cy="433"/>
                </a:xfrm>
              </p:grpSpPr>
              <p:sp>
                <p:nvSpPr>
                  <p:cNvPr id="20567" name="Freeform 559"/>
                  <p:cNvSpPr>
                    <a:spLocks/>
                  </p:cNvSpPr>
                  <p:nvPr/>
                </p:nvSpPr>
                <p:spPr bwMode="auto">
                  <a:xfrm rot="-9373407">
                    <a:off x="2495" y="1313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68" name="Freeform 560"/>
                  <p:cNvSpPr>
                    <a:spLocks/>
                  </p:cNvSpPr>
                  <p:nvPr/>
                </p:nvSpPr>
                <p:spPr bwMode="auto">
                  <a:xfrm rot="-9373407">
                    <a:off x="2582" y="1419"/>
                    <a:ext cx="248" cy="122"/>
                  </a:xfrm>
                  <a:custGeom>
                    <a:avLst/>
                    <a:gdLst>
                      <a:gd name="T0" fmla="*/ 2153 w 120"/>
                      <a:gd name="T1" fmla="*/ 1456 h 60"/>
                      <a:gd name="T2" fmla="*/ 3503 w 120"/>
                      <a:gd name="T3" fmla="*/ 1244 h 60"/>
                      <a:gd name="T4" fmla="*/ 2375 w 120"/>
                      <a:gd name="T5" fmla="*/ 0 h 60"/>
                      <a:gd name="T6" fmla="*/ 1695 w 120"/>
                      <a:gd name="T7" fmla="*/ 2084 h 60"/>
                      <a:gd name="T8" fmla="*/ 2153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69" name="Freeform 561"/>
                  <p:cNvSpPr>
                    <a:spLocks/>
                  </p:cNvSpPr>
                  <p:nvPr/>
                </p:nvSpPr>
                <p:spPr bwMode="auto">
                  <a:xfrm rot="-9373407">
                    <a:off x="2605" y="1334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70" name="Freeform 562"/>
                  <p:cNvSpPr>
                    <a:spLocks/>
                  </p:cNvSpPr>
                  <p:nvPr/>
                </p:nvSpPr>
                <p:spPr bwMode="auto">
                  <a:xfrm rot="-9373407">
                    <a:off x="2508" y="1442"/>
                    <a:ext cx="187" cy="128"/>
                  </a:xfrm>
                  <a:custGeom>
                    <a:avLst/>
                    <a:gdLst>
                      <a:gd name="T0" fmla="*/ 1570 w 91"/>
                      <a:gd name="T1" fmla="*/ 1869 h 63"/>
                      <a:gd name="T2" fmla="*/ 3331 w 91"/>
                      <a:gd name="T3" fmla="*/ 1040 h 63"/>
                      <a:gd name="T4" fmla="*/ 3126 w 91"/>
                      <a:gd name="T5" fmla="*/ 412 h 63"/>
                      <a:gd name="T6" fmla="*/ 1802 w 91"/>
                      <a:gd name="T7" fmla="*/ 0 h 63"/>
                      <a:gd name="T8" fmla="*/ 2014 w 91"/>
                      <a:gd name="T9" fmla="*/ 2081 h 63"/>
                      <a:gd name="T10" fmla="*/ 1570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71" name="Freeform 563"/>
                  <p:cNvSpPr>
                    <a:spLocks/>
                  </p:cNvSpPr>
                  <p:nvPr/>
                </p:nvSpPr>
                <p:spPr bwMode="auto">
                  <a:xfrm rot="-9373407">
                    <a:off x="2463" y="1137"/>
                    <a:ext cx="243" cy="189"/>
                  </a:xfrm>
                  <a:custGeom>
                    <a:avLst/>
                    <a:gdLst>
                      <a:gd name="T0" fmla="*/ 9732 w 84"/>
                      <a:gd name="T1" fmla="*/ 7941 h 68"/>
                      <a:gd name="T2" fmla="*/ 14577 w 84"/>
                      <a:gd name="T3" fmla="*/ 6976 h 68"/>
                      <a:gd name="T4" fmla="*/ 9732 w 84"/>
                      <a:gd name="T5" fmla="*/ 0 h 68"/>
                      <a:gd name="T6" fmla="*/ 4846 w 84"/>
                      <a:gd name="T7" fmla="*/ 10931 h 68"/>
                      <a:gd name="T8" fmla="*/ 9732 w 84"/>
                      <a:gd name="T9" fmla="*/ 7941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13" name="Group 564"/>
              <p:cNvGrpSpPr>
                <a:grpSpLocks/>
              </p:cNvGrpSpPr>
              <p:nvPr/>
            </p:nvGrpSpPr>
            <p:grpSpPr bwMode="auto">
              <a:xfrm>
                <a:off x="1886" y="1500"/>
                <a:ext cx="1056" cy="389"/>
                <a:chOff x="1886" y="1500"/>
                <a:chExt cx="1056" cy="389"/>
              </a:xfrm>
            </p:grpSpPr>
            <p:grpSp>
              <p:nvGrpSpPr>
                <p:cNvPr id="14" name="Group 565"/>
                <p:cNvGrpSpPr>
                  <a:grpSpLocks/>
                </p:cNvGrpSpPr>
                <p:nvPr/>
              </p:nvGrpSpPr>
              <p:grpSpPr bwMode="auto">
                <a:xfrm>
                  <a:off x="1886" y="1503"/>
                  <a:ext cx="336" cy="368"/>
                  <a:chOff x="1886" y="1503"/>
                  <a:chExt cx="336" cy="368"/>
                </a:xfrm>
              </p:grpSpPr>
              <p:sp>
                <p:nvSpPr>
                  <p:cNvPr id="20558" name="Freeform 566"/>
                  <p:cNvSpPr>
                    <a:spLocks/>
                  </p:cNvSpPr>
                  <p:nvPr/>
                </p:nvSpPr>
                <p:spPr bwMode="auto">
                  <a:xfrm rot="1426593">
                    <a:off x="2014" y="1624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59" name="Freeform 567"/>
                  <p:cNvSpPr>
                    <a:spLocks/>
                  </p:cNvSpPr>
                  <p:nvPr/>
                </p:nvSpPr>
                <p:spPr bwMode="auto">
                  <a:xfrm rot="1426593">
                    <a:off x="1886" y="1532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60" name="Freeform 568"/>
                  <p:cNvSpPr>
                    <a:spLocks/>
                  </p:cNvSpPr>
                  <p:nvPr/>
                </p:nvSpPr>
                <p:spPr bwMode="auto">
                  <a:xfrm rot="1426593">
                    <a:off x="1976" y="1638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61" name="Freeform 569"/>
                  <p:cNvSpPr>
                    <a:spLocks/>
                  </p:cNvSpPr>
                  <p:nvPr/>
                </p:nvSpPr>
                <p:spPr bwMode="auto">
                  <a:xfrm rot="1426593">
                    <a:off x="2021" y="1503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62" name="Freeform 570"/>
                  <p:cNvSpPr>
                    <a:spLocks/>
                  </p:cNvSpPr>
                  <p:nvPr/>
                </p:nvSpPr>
                <p:spPr bwMode="auto">
                  <a:xfrm rot="1426593">
                    <a:off x="2023" y="1734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5" name="Group 571"/>
                <p:cNvGrpSpPr>
                  <a:grpSpLocks/>
                </p:cNvGrpSpPr>
                <p:nvPr/>
              </p:nvGrpSpPr>
              <p:grpSpPr bwMode="auto">
                <a:xfrm>
                  <a:off x="2176" y="1500"/>
                  <a:ext cx="335" cy="369"/>
                  <a:chOff x="2176" y="1500"/>
                  <a:chExt cx="335" cy="369"/>
                </a:xfrm>
              </p:grpSpPr>
              <p:sp>
                <p:nvSpPr>
                  <p:cNvPr id="20553" name="Freeform 572"/>
                  <p:cNvSpPr>
                    <a:spLocks/>
                  </p:cNvSpPr>
                  <p:nvPr/>
                </p:nvSpPr>
                <p:spPr bwMode="auto">
                  <a:xfrm rot="-9373407">
                    <a:off x="2176" y="1612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54" name="Freeform 573"/>
                  <p:cNvSpPr>
                    <a:spLocks/>
                  </p:cNvSpPr>
                  <p:nvPr/>
                </p:nvSpPr>
                <p:spPr bwMode="auto">
                  <a:xfrm rot="-9373407">
                    <a:off x="2264" y="1718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55" name="Freeform 574"/>
                  <p:cNvSpPr>
                    <a:spLocks/>
                  </p:cNvSpPr>
                  <p:nvPr/>
                </p:nvSpPr>
                <p:spPr bwMode="auto">
                  <a:xfrm rot="-9373407">
                    <a:off x="2286" y="1633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56" name="Freeform 575"/>
                  <p:cNvSpPr>
                    <a:spLocks/>
                  </p:cNvSpPr>
                  <p:nvPr/>
                </p:nvSpPr>
                <p:spPr bwMode="auto">
                  <a:xfrm rot="-9373407">
                    <a:off x="2189" y="1741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57" name="Freeform 576"/>
                  <p:cNvSpPr>
                    <a:spLocks/>
                  </p:cNvSpPr>
                  <p:nvPr/>
                </p:nvSpPr>
                <p:spPr bwMode="auto">
                  <a:xfrm rot="-9373407">
                    <a:off x="2201" y="1500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6" name="Group 577"/>
                <p:cNvGrpSpPr>
                  <a:grpSpLocks/>
                </p:cNvGrpSpPr>
                <p:nvPr/>
              </p:nvGrpSpPr>
              <p:grpSpPr bwMode="auto">
                <a:xfrm>
                  <a:off x="2317" y="1521"/>
                  <a:ext cx="336" cy="368"/>
                  <a:chOff x="2317" y="1521"/>
                  <a:chExt cx="336" cy="368"/>
                </a:xfrm>
              </p:grpSpPr>
              <p:sp>
                <p:nvSpPr>
                  <p:cNvPr id="20548" name="Freeform 578"/>
                  <p:cNvSpPr>
                    <a:spLocks/>
                  </p:cNvSpPr>
                  <p:nvPr/>
                </p:nvSpPr>
                <p:spPr bwMode="auto">
                  <a:xfrm rot="1426593">
                    <a:off x="2445" y="1642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49" name="Freeform 579"/>
                  <p:cNvSpPr>
                    <a:spLocks/>
                  </p:cNvSpPr>
                  <p:nvPr/>
                </p:nvSpPr>
                <p:spPr bwMode="auto">
                  <a:xfrm rot="1426593">
                    <a:off x="2317" y="1550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50" name="Freeform 580"/>
                  <p:cNvSpPr>
                    <a:spLocks/>
                  </p:cNvSpPr>
                  <p:nvPr/>
                </p:nvSpPr>
                <p:spPr bwMode="auto">
                  <a:xfrm rot="1426593">
                    <a:off x="2407" y="1656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51" name="Freeform 581"/>
                  <p:cNvSpPr>
                    <a:spLocks/>
                  </p:cNvSpPr>
                  <p:nvPr/>
                </p:nvSpPr>
                <p:spPr bwMode="auto">
                  <a:xfrm rot="1426593">
                    <a:off x="2452" y="1521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52" name="Freeform 582"/>
                  <p:cNvSpPr>
                    <a:spLocks/>
                  </p:cNvSpPr>
                  <p:nvPr/>
                </p:nvSpPr>
                <p:spPr bwMode="auto">
                  <a:xfrm rot="1426593">
                    <a:off x="2454" y="1752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7" name="Group 583"/>
                <p:cNvGrpSpPr>
                  <a:grpSpLocks/>
                </p:cNvGrpSpPr>
                <p:nvPr/>
              </p:nvGrpSpPr>
              <p:grpSpPr bwMode="auto">
                <a:xfrm>
                  <a:off x="2607" y="1518"/>
                  <a:ext cx="335" cy="369"/>
                  <a:chOff x="2607" y="1518"/>
                  <a:chExt cx="335" cy="369"/>
                </a:xfrm>
              </p:grpSpPr>
              <p:sp>
                <p:nvSpPr>
                  <p:cNvPr id="20543" name="Freeform 584"/>
                  <p:cNvSpPr>
                    <a:spLocks/>
                  </p:cNvSpPr>
                  <p:nvPr/>
                </p:nvSpPr>
                <p:spPr bwMode="auto">
                  <a:xfrm rot="-9373407">
                    <a:off x="2607" y="1630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44" name="Freeform 585"/>
                  <p:cNvSpPr>
                    <a:spLocks/>
                  </p:cNvSpPr>
                  <p:nvPr/>
                </p:nvSpPr>
                <p:spPr bwMode="auto">
                  <a:xfrm rot="-9373407">
                    <a:off x="2695" y="1736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45" name="Freeform 586"/>
                  <p:cNvSpPr>
                    <a:spLocks/>
                  </p:cNvSpPr>
                  <p:nvPr/>
                </p:nvSpPr>
                <p:spPr bwMode="auto">
                  <a:xfrm rot="-9373407">
                    <a:off x="2717" y="1651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46" name="Freeform 587"/>
                  <p:cNvSpPr>
                    <a:spLocks/>
                  </p:cNvSpPr>
                  <p:nvPr/>
                </p:nvSpPr>
                <p:spPr bwMode="auto">
                  <a:xfrm rot="-9373407">
                    <a:off x="2620" y="1759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547" name="Freeform 588"/>
                  <p:cNvSpPr>
                    <a:spLocks/>
                  </p:cNvSpPr>
                  <p:nvPr/>
                </p:nvSpPr>
                <p:spPr bwMode="auto">
                  <a:xfrm rot="-9373407">
                    <a:off x="2632" y="1518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</p:grpSp>
        <p:sp>
          <p:nvSpPr>
            <p:cNvPr id="20498" name="Oval 589"/>
            <p:cNvSpPr>
              <a:spLocks noChangeArrowheads="1"/>
            </p:cNvSpPr>
            <p:nvPr/>
          </p:nvSpPr>
          <p:spPr bwMode="auto">
            <a:xfrm rot="1426593">
              <a:off x="1907" y="1349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99" name="Oval 590"/>
            <p:cNvSpPr>
              <a:spLocks noChangeArrowheads="1"/>
            </p:cNvSpPr>
            <p:nvPr/>
          </p:nvSpPr>
          <p:spPr bwMode="auto">
            <a:xfrm rot="1426593">
              <a:off x="1998" y="1460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00" name="Oval 591"/>
            <p:cNvSpPr>
              <a:spLocks noChangeArrowheads="1"/>
            </p:cNvSpPr>
            <p:nvPr/>
          </p:nvSpPr>
          <p:spPr bwMode="auto">
            <a:xfrm rot="1426593">
              <a:off x="2138" y="1467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01" name="Oval 592"/>
            <p:cNvSpPr>
              <a:spLocks noChangeArrowheads="1"/>
            </p:cNvSpPr>
            <p:nvPr/>
          </p:nvSpPr>
          <p:spPr bwMode="auto">
            <a:xfrm rot="1426593">
              <a:off x="2284" y="1552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02" name="Oval 593"/>
            <p:cNvSpPr>
              <a:spLocks noChangeArrowheads="1"/>
            </p:cNvSpPr>
            <p:nvPr/>
          </p:nvSpPr>
          <p:spPr bwMode="auto">
            <a:xfrm rot="1426593">
              <a:off x="2130" y="1552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03" name="Oval 594"/>
            <p:cNvSpPr>
              <a:spLocks noChangeArrowheads="1"/>
            </p:cNvSpPr>
            <p:nvPr/>
          </p:nvSpPr>
          <p:spPr bwMode="auto">
            <a:xfrm rot="1426593">
              <a:off x="2813" y="1792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04" name="Oval 595"/>
            <p:cNvSpPr>
              <a:spLocks noChangeArrowheads="1"/>
            </p:cNvSpPr>
            <p:nvPr/>
          </p:nvSpPr>
          <p:spPr bwMode="auto">
            <a:xfrm rot="1426593">
              <a:off x="2670" y="1820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05" name="Oval 596"/>
            <p:cNvSpPr>
              <a:spLocks noChangeArrowheads="1"/>
            </p:cNvSpPr>
            <p:nvPr/>
          </p:nvSpPr>
          <p:spPr bwMode="auto">
            <a:xfrm rot="1426593">
              <a:off x="2534" y="1787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06" name="Oval 597"/>
            <p:cNvSpPr>
              <a:spLocks noChangeArrowheads="1"/>
            </p:cNvSpPr>
            <p:nvPr/>
          </p:nvSpPr>
          <p:spPr bwMode="auto">
            <a:xfrm rot="1426593">
              <a:off x="1993" y="157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07" name="Oval 598"/>
            <p:cNvSpPr>
              <a:spLocks noChangeArrowheads="1"/>
            </p:cNvSpPr>
            <p:nvPr/>
          </p:nvSpPr>
          <p:spPr bwMode="auto">
            <a:xfrm rot="1426593">
              <a:off x="2113" y="1660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08" name="Oval 599"/>
            <p:cNvSpPr>
              <a:spLocks noChangeArrowheads="1"/>
            </p:cNvSpPr>
            <p:nvPr/>
          </p:nvSpPr>
          <p:spPr bwMode="auto">
            <a:xfrm rot="1426593">
              <a:off x="2251" y="1689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09" name="Oval 600"/>
            <p:cNvSpPr>
              <a:spLocks noChangeArrowheads="1"/>
            </p:cNvSpPr>
            <p:nvPr/>
          </p:nvSpPr>
          <p:spPr bwMode="auto">
            <a:xfrm rot="1426593">
              <a:off x="2383" y="1771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10" name="Oval 601"/>
            <p:cNvSpPr>
              <a:spLocks noChangeArrowheads="1"/>
            </p:cNvSpPr>
            <p:nvPr/>
          </p:nvSpPr>
          <p:spPr bwMode="auto">
            <a:xfrm rot="1426593">
              <a:off x="2240" y="178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11" name="Oval 602"/>
            <p:cNvSpPr>
              <a:spLocks noChangeArrowheads="1"/>
            </p:cNvSpPr>
            <p:nvPr/>
          </p:nvSpPr>
          <p:spPr bwMode="auto">
            <a:xfrm rot="1426593">
              <a:off x="2091" y="1772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12" name="Oval 603"/>
            <p:cNvSpPr>
              <a:spLocks noChangeArrowheads="1"/>
            </p:cNvSpPr>
            <p:nvPr/>
          </p:nvSpPr>
          <p:spPr bwMode="auto">
            <a:xfrm rot="1426593">
              <a:off x="2563" y="1582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13" name="Oval 604"/>
            <p:cNvSpPr>
              <a:spLocks noChangeArrowheads="1"/>
            </p:cNvSpPr>
            <p:nvPr/>
          </p:nvSpPr>
          <p:spPr bwMode="auto">
            <a:xfrm rot="1426593">
              <a:off x="1880" y="1240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14" name="Oval 605"/>
            <p:cNvSpPr>
              <a:spLocks noChangeArrowheads="1"/>
            </p:cNvSpPr>
            <p:nvPr/>
          </p:nvSpPr>
          <p:spPr bwMode="auto">
            <a:xfrm rot="1426593">
              <a:off x="2025" y="1338"/>
              <a:ext cx="29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15" name="Oval 606"/>
            <p:cNvSpPr>
              <a:spLocks noChangeArrowheads="1"/>
            </p:cNvSpPr>
            <p:nvPr/>
          </p:nvSpPr>
          <p:spPr bwMode="auto">
            <a:xfrm rot="1426593">
              <a:off x="2246" y="146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16" name="Oval 607"/>
            <p:cNvSpPr>
              <a:spLocks noChangeArrowheads="1"/>
            </p:cNvSpPr>
            <p:nvPr/>
          </p:nvSpPr>
          <p:spPr bwMode="auto">
            <a:xfrm rot="1426593">
              <a:off x="2562" y="1671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17" name="Oval 608"/>
            <p:cNvSpPr>
              <a:spLocks noChangeArrowheads="1"/>
            </p:cNvSpPr>
            <p:nvPr/>
          </p:nvSpPr>
          <p:spPr bwMode="auto">
            <a:xfrm rot="1426593">
              <a:off x="2442" y="1576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18" name="Oval 609"/>
            <p:cNvSpPr>
              <a:spLocks noChangeArrowheads="1"/>
            </p:cNvSpPr>
            <p:nvPr/>
          </p:nvSpPr>
          <p:spPr bwMode="auto">
            <a:xfrm rot="1426593">
              <a:off x="2451" y="1680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19" name="Oval 610"/>
            <p:cNvSpPr>
              <a:spLocks noChangeArrowheads="1"/>
            </p:cNvSpPr>
            <p:nvPr/>
          </p:nvSpPr>
          <p:spPr bwMode="auto">
            <a:xfrm rot="1426593">
              <a:off x="2356" y="1674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20" name="Oval 611"/>
            <p:cNvSpPr>
              <a:spLocks noChangeArrowheads="1"/>
            </p:cNvSpPr>
            <p:nvPr/>
          </p:nvSpPr>
          <p:spPr bwMode="auto">
            <a:xfrm rot="1426593">
              <a:off x="2314" y="1269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21" name="Oval 612"/>
            <p:cNvSpPr>
              <a:spLocks noChangeArrowheads="1"/>
            </p:cNvSpPr>
            <p:nvPr/>
          </p:nvSpPr>
          <p:spPr bwMode="auto">
            <a:xfrm rot="1426593">
              <a:off x="2162" y="1245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22" name="Oval 613"/>
            <p:cNvSpPr>
              <a:spLocks noChangeArrowheads="1"/>
            </p:cNvSpPr>
            <p:nvPr/>
          </p:nvSpPr>
          <p:spPr bwMode="auto">
            <a:xfrm rot="1426593">
              <a:off x="2023" y="1239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23" name="Oval 614"/>
            <p:cNvSpPr>
              <a:spLocks noChangeArrowheads="1"/>
            </p:cNvSpPr>
            <p:nvPr/>
          </p:nvSpPr>
          <p:spPr bwMode="auto">
            <a:xfrm rot="1426593">
              <a:off x="2142" y="1355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24" name="Oval 615"/>
            <p:cNvSpPr>
              <a:spLocks noChangeArrowheads="1"/>
            </p:cNvSpPr>
            <p:nvPr/>
          </p:nvSpPr>
          <p:spPr bwMode="auto">
            <a:xfrm rot="1426593">
              <a:off x="2248" y="1346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25" name="Oval 616"/>
            <p:cNvSpPr>
              <a:spLocks noChangeArrowheads="1"/>
            </p:cNvSpPr>
            <p:nvPr/>
          </p:nvSpPr>
          <p:spPr bwMode="auto">
            <a:xfrm rot="1426593">
              <a:off x="2429" y="1470"/>
              <a:ext cx="29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26" name="Oval 617"/>
            <p:cNvSpPr>
              <a:spLocks noChangeArrowheads="1"/>
            </p:cNvSpPr>
            <p:nvPr/>
          </p:nvSpPr>
          <p:spPr bwMode="auto">
            <a:xfrm rot="1426593">
              <a:off x="2783" y="1683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27" name="Oval 618"/>
            <p:cNvSpPr>
              <a:spLocks noChangeArrowheads="1"/>
            </p:cNvSpPr>
            <p:nvPr/>
          </p:nvSpPr>
          <p:spPr bwMode="auto">
            <a:xfrm rot="1426593">
              <a:off x="2687" y="1702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28" name="Oval 619"/>
            <p:cNvSpPr>
              <a:spLocks noChangeArrowheads="1"/>
            </p:cNvSpPr>
            <p:nvPr/>
          </p:nvSpPr>
          <p:spPr bwMode="auto">
            <a:xfrm rot="1426593">
              <a:off x="2667" y="1375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29" name="Oval 620"/>
            <p:cNvSpPr>
              <a:spLocks noChangeArrowheads="1"/>
            </p:cNvSpPr>
            <p:nvPr/>
          </p:nvSpPr>
          <p:spPr bwMode="auto">
            <a:xfrm rot="1426593">
              <a:off x="2579" y="126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30" name="Oval 621"/>
            <p:cNvSpPr>
              <a:spLocks noChangeArrowheads="1"/>
            </p:cNvSpPr>
            <p:nvPr/>
          </p:nvSpPr>
          <p:spPr bwMode="auto">
            <a:xfrm rot="1426593">
              <a:off x="2455" y="1252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31" name="Oval 622"/>
            <p:cNvSpPr>
              <a:spLocks noChangeArrowheads="1"/>
            </p:cNvSpPr>
            <p:nvPr/>
          </p:nvSpPr>
          <p:spPr bwMode="auto">
            <a:xfrm rot="1426593">
              <a:off x="2574" y="1384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32" name="Oval 623"/>
            <p:cNvSpPr>
              <a:spLocks noChangeArrowheads="1"/>
            </p:cNvSpPr>
            <p:nvPr/>
          </p:nvSpPr>
          <p:spPr bwMode="auto">
            <a:xfrm rot="1426593">
              <a:off x="2336" y="1377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33" name="Oval 624"/>
            <p:cNvSpPr>
              <a:spLocks noChangeArrowheads="1"/>
            </p:cNvSpPr>
            <p:nvPr/>
          </p:nvSpPr>
          <p:spPr bwMode="auto">
            <a:xfrm rot="1426593">
              <a:off x="2438" y="1352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34" name="Oval 625"/>
            <p:cNvSpPr>
              <a:spLocks noChangeArrowheads="1"/>
            </p:cNvSpPr>
            <p:nvPr/>
          </p:nvSpPr>
          <p:spPr bwMode="auto">
            <a:xfrm rot="1426593">
              <a:off x="2560" y="1478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35" name="Oval 626"/>
            <p:cNvSpPr>
              <a:spLocks noChangeArrowheads="1"/>
            </p:cNvSpPr>
            <p:nvPr/>
          </p:nvSpPr>
          <p:spPr bwMode="auto">
            <a:xfrm rot="1426593">
              <a:off x="2681" y="157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536" name="Oval 627"/>
            <p:cNvSpPr>
              <a:spLocks noChangeArrowheads="1"/>
            </p:cNvSpPr>
            <p:nvPr/>
          </p:nvSpPr>
          <p:spPr bwMode="auto">
            <a:xfrm rot="1426593">
              <a:off x="2682" y="1466"/>
              <a:ext cx="31" cy="3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8" name="Group 631"/>
          <p:cNvGrpSpPr>
            <a:grpSpLocks/>
          </p:cNvGrpSpPr>
          <p:nvPr>
            <p:custDataLst>
              <p:tags r:id="rId46"/>
            </p:custDataLst>
          </p:nvPr>
        </p:nvGrpSpPr>
        <p:grpSpPr bwMode="auto">
          <a:xfrm>
            <a:off x="2363788" y="2889250"/>
            <a:ext cx="533400" cy="584200"/>
            <a:chOff x="1112" y="1827"/>
            <a:chExt cx="336" cy="368"/>
          </a:xfrm>
        </p:grpSpPr>
        <p:sp>
          <p:nvSpPr>
            <p:cNvPr id="20492" name="Freeform 632"/>
            <p:cNvSpPr>
              <a:spLocks/>
            </p:cNvSpPr>
            <p:nvPr/>
          </p:nvSpPr>
          <p:spPr bwMode="auto">
            <a:xfrm rot="1426593">
              <a:off x="1240" y="1948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93" name="Freeform 633"/>
            <p:cNvSpPr>
              <a:spLocks/>
            </p:cNvSpPr>
            <p:nvPr/>
          </p:nvSpPr>
          <p:spPr bwMode="auto">
            <a:xfrm rot="1426593">
              <a:off x="1112" y="1856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94" name="Freeform 634"/>
            <p:cNvSpPr>
              <a:spLocks/>
            </p:cNvSpPr>
            <p:nvPr/>
          </p:nvSpPr>
          <p:spPr bwMode="auto">
            <a:xfrm rot="1426593">
              <a:off x="1202" y="1962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95" name="Freeform 635"/>
            <p:cNvSpPr>
              <a:spLocks/>
            </p:cNvSpPr>
            <p:nvPr/>
          </p:nvSpPr>
          <p:spPr bwMode="auto">
            <a:xfrm rot="1426593">
              <a:off x="1247" y="1827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96" name="Freeform 636"/>
            <p:cNvSpPr>
              <a:spLocks/>
            </p:cNvSpPr>
            <p:nvPr/>
          </p:nvSpPr>
          <p:spPr bwMode="auto">
            <a:xfrm rot="1426593">
              <a:off x="1249" y="2058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643"/>
          <p:cNvGrpSpPr>
            <a:grpSpLocks/>
          </p:cNvGrpSpPr>
          <p:nvPr>
            <p:custDataLst>
              <p:tags r:id="rId47"/>
            </p:custDataLst>
          </p:nvPr>
        </p:nvGrpSpPr>
        <p:grpSpPr bwMode="auto">
          <a:xfrm>
            <a:off x="3048000" y="2916238"/>
            <a:ext cx="534988" cy="585787"/>
            <a:chOff x="1543" y="1844"/>
            <a:chExt cx="337" cy="369"/>
          </a:xfrm>
        </p:grpSpPr>
        <p:sp>
          <p:nvSpPr>
            <p:cNvPr id="20487" name="Freeform 644"/>
            <p:cNvSpPr>
              <a:spLocks/>
            </p:cNvSpPr>
            <p:nvPr/>
          </p:nvSpPr>
          <p:spPr bwMode="auto">
            <a:xfrm rot="1426593">
              <a:off x="1672" y="1966"/>
              <a:ext cx="208" cy="134"/>
            </a:xfrm>
            <a:custGeom>
              <a:avLst/>
              <a:gdLst>
                <a:gd name="T0" fmla="*/ 2226 w 101"/>
                <a:gd name="T1" fmla="*/ 1340 h 66"/>
                <a:gd name="T2" fmla="*/ 2447 w 101"/>
                <a:gd name="T3" fmla="*/ 99 h 66"/>
                <a:gd name="T4" fmla="*/ 881 w 101"/>
                <a:gd name="T5" fmla="*/ 309 h 66"/>
                <a:gd name="T6" fmla="*/ 2226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88" name="Freeform 645"/>
            <p:cNvSpPr>
              <a:spLocks/>
            </p:cNvSpPr>
            <p:nvPr/>
          </p:nvSpPr>
          <p:spPr bwMode="auto">
            <a:xfrm rot="1426593">
              <a:off x="1543" y="1873"/>
              <a:ext cx="247" cy="123"/>
            </a:xfrm>
            <a:custGeom>
              <a:avLst/>
              <a:gdLst>
                <a:gd name="T0" fmla="*/ 2102 w 120"/>
                <a:gd name="T1" fmla="*/ 1517 h 60"/>
                <a:gd name="T2" fmla="*/ 3427 w 120"/>
                <a:gd name="T3" fmla="*/ 1312 h 60"/>
                <a:gd name="T4" fmla="*/ 2338 w 120"/>
                <a:gd name="T5" fmla="*/ 0 h 60"/>
                <a:gd name="T6" fmla="*/ 1665 w 120"/>
                <a:gd name="T7" fmla="*/ 2173 h 60"/>
                <a:gd name="T8" fmla="*/ 2102 w 120"/>
                <a:gd name="T9" fmla="*/ 151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89" name="Freeform 646"/>
            <p:cNvSpPr>
              <a:spLocks/>
            </p:cNvSpPr>
            <p:nvPr/>
          </p:nvSpPr>
          <p:spPr bwMode="auto">
            <a:xfrm rot="1426593">
              <a:off x="1633" y="1979"/>
              <a:ext cx="135" cy="102"/>
            </a:xfrm>
            <a:custGeom>
              <a:avLst/>
              <a:gdLst>
                <a:gd name="T0" fmla="*/ 0 w 66"/>
                <a:gd name="T1" fmla="*/ 1053 h 50"/>
                <a:gd name="T2" fmla="*/ 1925 w 66"/>
                <a:gd name="T3" fmla="*/ 1485 h 50"/>
                <a:gd name="T4" fmla="*/ 857 w 66"/>
                <a:gd name="T5" fmla="*/ 416 h 50"/>
                <a:gd name="T6" fmla="*/ 213 w 66"/>
                <a:gd name="T7" fmla="*/ 204 h 50"/>
                <a:gd name="T8" fmla="*/ 0 w 66"/>
                <a:gd name="T9" fmla="*/ 105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90" name="Freeform 647"/>
            <p:cNvSpPr>
              <a:spLocks/>
            </p:cNvSpPr>
            <p:nvPr/>
          </p:nvSpPr>
          <p:spPr bwMode="auto">
            <a:xfrm rot="1426593">
              <a:off x="1678" y="1844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91" name="Freeform 648"/>
            <p:cNvSpPr>
              <a:spLocks/>
            </p:cNvSpPr>
            <p:nvPr/>
          </p:nvSpPr>
          <p:spPr bwMode="auto">
            <a:xfrm rot="1426593">
              <a:off x="1680" y="2075"/>
              <a:ext cx="174" cy="138"/>
            </a:xfrm>
            <a:custGeom>
              <a:avLst/>
              <a:gdLst>
                <a:gd name="T0" fmla="*/ 1823 w 84"/>
                <a:gd name="T1" fmla="*/ 1648 h 68"/>
                <a:gd name="T2" fmla="*/ 2747 w 84"/>
                <a:gd name="T3" fmla="*/ 1445 h 68"/>
                <a:gd name="T4" fmla="*/ 1823 w 84"/>
                <a:gd name="T5" fmla="*/ 0 h 68"/>
                <a:gd name="T6" fmla="*/ 922 w 84"/>
                <a:gd name="T7" fmla="*/ 2273 h 68"/>
                <a:gd name="T8" fmla="*/ 1823 w 84"/>
                <a:gd name="T9" fmla="*/ 164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649"/>
          <p:cNvGrpSpPr>
            <a:grpSpLocks/>
          </p:cNvGrpSpPr>
          <p:nvPr>
            <p:custDataLst>
              <p:tags r:id="rId48"/>
            </p:custDataLst>
          </p:nvPr>
        </p:nvGrpSpPr>
        <p:grpSpPr bwMode="auto">
          <a:xfrm>
            <a:off x="3508375" y="2911475"/>
            <a:ext cx="531813" cy="585788"/>
            <a:chOff x="1833" y="1841"/>
            <a:chExt cx="335" cy="369"/>
          </a:xfrm>
        </p:grpSpPr>
        <p:sp>
          <p:nvSpPr>
            <p:cNvPr id="20482" name="Freeform 650"/>
            <p:cNvSpPr>
              <a:spLocks/>
            </p:cNvSpPr>
            <p:nvPr/>
          </p:nvSpPr>
          <p:spPr bwMode="auto">
            <a:xfrm rot="-9373407">
              <a:off x="1833" y="1953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83" name="Freeform 651"/>
            <p:cNvSpPr>
              <a:spLocks/>
            </p:cNvSpPr>
            <p:nvPr/>
          </p:nvSpPr>
          <p:spPr bwMode="auto">
            <a:xfrm rot="-9373407">
              <a:off x="1921" y="2059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84" name="Freeform 652"/>
            <p:cNvSpPr>
              <a:spLocks/>
            </p:cNvSpPr>
            <p:nvPr/>
          </p:nvSpPr>
          <p:spPr bwMode="auto">
            <a:xfrm rot="-9373407">
              <a:off x="1943" y="1974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85" name="Freeform 653"/>
            <p:cNvSpPr>
              <a:spLocks/>
            </p:cNvSpPr>
            <p:nvPr/>
          </p:nvSpPr>
          <p:spPr bwMode="auto">
            <a:xfrm rot="-9373407">
              <a:off x="1846" y="2082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86" name="Freeform 654"/>
            <p:cNvSpPr>
              <a:spLocks/>
            </p:cNvSpPr>
            <p:nvPr/>
          </p:nvSpPr>
          <p:spPr bwMode="auto">
            <a:xfrm rot="-9373407">
              <a:off x="1858" y="1841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505" name="Freeform 658"/>
          <p:cNvSpPr>
            <a:spLocks/>
          </p:cNvSpPr>
          <p:nvPr>
            <p:custDataLst>
              <p:tags r:id="rId49"/>
            </p:custDataLst>
          </p:nvPr>
        </p:nvSpPr>
        <p:spPr bwMode="auto">
          <a:xfrm rot="1426593">
            <a:off x="2541588" y="3438525"/>
            <a:ext cx="392112" cy="193675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506" name="Freeform 659"/>
          <p:cNvSpPr>
            <a:spLocks/>
          </p:cNvSpPr>
          <p:nvPr>
            <p:custDataLst>
              <p:tags r:id="rId50"/>
            </p:custDataLst>
          </p:nvPr>
        </p:nvSpPr>
        <p:spPr bwMode="auto">
          <a:xfrm rot="1426593">
            <a:off x="2684463" y="3606800"/>
            <a:ext cx="214312" cy="160338"/>
          </a:xfrm>
          <a:custGeom>
            <a:avLst/>
            <a:gdLst>
              <a:gd name="T0" fmla="*/ 0 w 66"/>
              <a:gd name="T1" fmla="*/ 2147483647 h 50"/>
              <a:gd name="T2" fmla="*/ 2147483647 w 66"/>
              <a:gd name="T3" fmla="*/ 2147483647 h 50"/>
              <a:gd name="T4" fmla="*/ 2147483647 w 66"/>
              <a:gd name="T5" fmla="*/ 2147483647 h 50"/>
              <a:gd name="T6" fmla="*/ 2147483647 w 66"/>
              <a:gd name="T7" fmla="*/ 2147483647 h 50"/>
              <a:gd name="T8" fmla="*/ 0 w 66"/>
              <a:gd name="T9" fmla="*/ 2147483647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0"/>
              <a:gd name="T17" fmla="*/ 66 w 66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0">
                <a:moveTo>
                  <a:pt x="0" y="30"/>
                </a:moveTo>
                <a:cubicBezTo>
                  <a:pt x="21" y="44"/>
                  <a:pt x="29" y="50"/>
                  <a:pt x="54" y="42"/>
                </a:cubicBezTo>
                <a:cubicBezTo>
                  <a:pt x="64" y="12"/>
                  <a:pt x="66" y="26"/>
                  <a:pt x="24" y="12"/>
                </a:cubicBezTo>
                <a:cubicBezTo>
                  <a:pt x="18" y="10"/>
                  <a:pt x="8" y="0"/>
                  <a:pt x="6" y="6"/>
                </a:cubicBezTo>
                <a:cubicBezTo>
                  <a:pt x="4" y="14"/>
                  <a:pt x="2" y="22"/>
                  <a:pt x="0" y="30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507" name="Freeform 664"/>
          <p:cNvSpPr>
            <a:spLocks/>
          </p:cNvSpPr>
          <p:nvPr>
            <p:custDataLst>
              <p:tags r:id="rId51"/>
            </p:custDataLst>
          </p:nvPr>
        </p:nvSpPr>
        <p:spPr bwMode="auto">
          <a:xfrm rot="-9373407">
            <a:off x="3141663" y="3732213"/>
            <a:ext cx="392112" cy="195262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508" name="Freeform 665"/>
          <p:cNvSpPr>
            <a:spLocks/>
          </p:cNvSpPr>
          <p:nvPr>
            <p:custDataLst>
              <p:tags r:id="rId52"/>
            </p:custDataLst>
          </p:nvPr>
        </p:nvSpPr>
        <p:spPr bwMode="auto">
          <a:xfrm rot="-9373407">
            <a:off x="3176588" y="3597275"/>
            <a:ext cx="214312" cy="161925"/>
          </a:xfrm>
          <a:custGeom>
            <a:avLst/>
            <a:gdLst>
              <a:gd name="T0" fmla="*/ 0 w 66"/>
              <a:gd name="T1" fmla="*/ 2147483647 h 50"/>
              <a:gd name="T2" fmla="*/ 2147483647 w 66"/>
              <a:gd name="T3" fmla="*/ 2147483647 h 50"/>
              <a:gd name="T4" fmla="*/ 2147483647 w 66"/>
              <a:gd name="T5" fmla="*/ 2147483647 h 50"/>
              <a:gd name="T6" fmla="*/ 2147483647 w 66"/>
              <a:gd name="T7" fmla="*/ 2147483647 h 50"/>
              <a:gd name="T8" fmla="*/ 0 w 66"/>
              <a:gd name="T9" fmla="*/ 2147483647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0"/>
              <a:gd name="T17" fmla="*/ 66 w 66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0">
                <a:moveTo>
                  <a:pt x="0" y="30"/>
                </a:moveTo>
                <a:cubicBezTo>
                  <a:pt x="21" y="44"/>
                  <a:pt x="29" y="50"/>
                  <a:pt x="54" y="42"/>
                </a:cubicBezTo>
                <a:cubicBezTo>
                  <a:pt x="64" y="12"/>
                  <a:pt x="66" y="26"/>
                  <a:pt x="24" y="12"/>
                </a:cubicBezTo>
                <a:cubicBezTo>
                  <a:pt x="18" y="10"/>
                  <a:pt x="8" y="0"/>
                  <a:pt x="6" y="6"/>
                </a:cubicBezTo>
                <a:cubicBezTo>
                  <a:pt x="4" y="14"/>
                  <a:pt x="2" y="22"/>
                  <a:pt x="0" y="30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668"/>
          <p:cNvGrpSpPr>
            <a:grpSpLocks/>
          </p:cNvGrpSpPr>
          <p:nvPr>
            <p:custDataLst>
              <p:tags r:id="rId53"/>
            </p:custDataLst>
          </p:nvPr>
        </p:nvGrpSpPr>
        <p:grpSpPr bwMode="auto">
          <a:xfrm>
            <a:off x="3225800" y="3419475"/>
            <a:ext cx="534988" cy="585788"/>
            <a:chOff x="1655" y="2161"/>
            <a:chExt cx="337" cy="369"/>
          </a:xfrm>
        </p:grpSpPr>
        <p:sp>
          <p:nvSpPr>
            <p:cNvPr id="20477" name="Freeform 669"/>
            <p:cNvSpPr>
              <a:spLocks/>
            </p:cNvSpPr>
            <p:nvPr/>
          </p:nvSpPr>
          <p:spPr bwMode="auto">
            <a:xfrm rot="1426593">
              <a:off x="1784" y="2283"/>
              <a:ext cx="208" cy="134"/>
            </a:xfrm>
            <a:custGeom>
              <a:avLst/>
              <a:gdLst>
                <a:gd name="T0" fmla="*/ 2226 w 101"/>
                <a:gd name="T1" fmla="*/ 1340 h 66"/>
                <a:gd name="T2" fmla="*/ 2447 w 101"/>
                <a:gd name="T3" fmla="*/ 99 h 66"/>
                <a:gd name="T4" fmla="*/ 881 w 101"/>
                <a:gd name="T5" fmla="*/ 309 h 66"/>
                <a:gd name="T6" fmla="*/ 2226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78" name="Freeform 670"/>
            <p:cNvSpPr>
              <a:spLocks/>
            </p:cNvSpPr>
            <p:nvPr/>
          </p:nvSpPr>
          <p:spPr bwMode="auto">
            <a:xfrm rot="1426593">
              <a:off x="1655" y="2190"/>
              <a:ext cx="247" cy="123"/>
            </a:xfrm>
            <a:custGeom>
              <a:avLst/>
              <a:gdLst>
                <a:gd name="T0" fmla="*/ 2102 w 120"/>
                <a:gd name="T1" fmla="*/ 1517 h 60"/>
                <a:gd name="T2" fmla="*/ 3427 w 120"/>
                <a:gd name="T3" fmla="*/ 1312 h 60"/>
                <a:gd name="T4" fmla="*/ 2338 w 120"/>
                <a:gd name="T5" fmla="*/ 0 h 60"/>
                <a:gd name="T6" fmla="*/ 1665 w 120"/>
                <a:gd name="T7" fmla="*/ 2173 h 60"/>
                <a:gd name="T8" fmla="*/ 2102 w 120"/>
                <a:gd name="T9" fmla="*/ 151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79" name="Freeform 671"/>
            <p:cNvSpPr>
              <a:spLocks/>
            </p:cNvSpPr>
            <p:nvPr/>
          </p:nvSpPr>
          <p:spPr bwMode="auto">
            <a:xfrm rot="1426593">
              <a:off x="1745" y="2296"/>
              <a:ext cx="135" cy="102"/>
            </a:xfrm>
            <a:custGeom>
              <a:avLst/>
              <a:gdLst>
                <a:gd name="T0" fmla="*/ 0 w 66"/>
                <a:gd name="T1" fmla="*/ 1053 h 50"/>
                <a:gd name="T2" fmla="*/ 1925 w 66"/>
                <a:gd name="T3" fmla="*/ 1485 h 50"/>
                <a:gd name="T4" fmla="*/ 857 w 66"/>
                <a:gd name="T5" fmla="*/ 416 h 50"/>
                <a:gd name="T6" fmla="*/ 213 w 66"/>
                <a:gd name="T7" fmla="*/ 204 h 50"/>
                <a:gd name="T8" fmla="*/ 0 w 66"/>
                <a:gd name="T9" fmla="*/ 105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80" name="Freeform 672"/>
            <p:cNvSpPr>
              <a:spLocks/>
            </p:cNvSpPr>
            <p:nvPr/>
          </p:nvSpPr>
          <p:spPr bwMode="auto">
            <a:xfrm rot="1426593">
              <a:off x="1790" y="2161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81" name="Freeform 673"/>
            <p:cNvSpPr>
              <a:spLocks/>
            </p:cNvSpPr>
            <p:nvPr/>
          </p:nvSpPr>
          <p:spPr bwMode="auto">
            <a:xfrm rot="1426593">
              <a:off x="1792" y="2392"/>
              <a:ext cx="174" cy="138"/>
            </a:xfrm>
            <a:custGeom>
              <a:avLst/>
              <a:gdLst>
                <a:gd name="T0" fmla="*/ 1823 w 84"/>
                <a:gd name="T1" fmla="*/ 1648 h 68"/>
                <a:gd name="T2" fmla="*/ 2747 w 84"/>
                <a:gd name="T3" fmla="*/ 1445 h 68"/>
                <a:gd name="T4" fmla="*/ 1823 w 84"/>
                <a:gd name="T5" fmla="*/ 0 h 68"/>
                <a:gd name="T6" fmla="*/ 922 w 84"/>
                <a:gd name="T7" fmla="*/ 2273 h 68"/>
                <a:gd name="T8" fmla="*/ 1823 w 84"/>
                <a:gd name="T9" fmla="*/ 164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674"/>
          <p:cNvGrpSpPr>
            <a:grpSpLocks/>
          </p:cNvGrpSpPr>
          <p:nvPr>
            <p:custDataLst>
              <p:tags r:id="rId54"/>
            </p:custDataLst>
          </p:nvPr>
        </p:nvGrpSpPr>
        <p:grpSpPr bwMode="auto">
          <a:xfrm>
            <a:off x="3686175" y="3414713"/>
            <a:ext cx="531813" cy="585787"/>
            <a:chOff x="1945" y="2158"/>
            <a:chExt cx="335" cy="369"/>
          </a:xfrm>
        </p:grpSpPr>
        <p:sp>
          <p:nvSpPr>
            <p:cNvPr id="20472" name="Freeform 675"/>
            <p:cNvSpPr>
              <a:spLocks/>
            </p:cNvSpPr>
            <p:nvPr/>
          </p:nvSpPr>
          <p:spPr bwMode="auto">
            <a:xfrm rot="-9373407">
              <a:off x="1945" y="2270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73" name="Freeform 676"/>
            <p:cNvSpPr>
              <a:spLocks/>
            </p:cNvSpPr>
            <p:nvPr/>
          </p:nvSpPr>
          <p:spPr bwMode="auto">
            <a:xfrm rot="-9373407">
              <a:off x="2033" y="2376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74" name="Freeform 677"/>
            <p:cNvSpPr>
              <a:spLocks/>
            </p:cNvSpPr>
            <p:nvPr/>
          </p:nvSpPr>
          <p:spPr bwMode="auto">
            <a:xfrm rot="-9373407">
              <a:off x="2055" y="2291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75" name="Freeform 678"/>
            <p:cNvSpPr>
              <a:spLocks/>
            </p:cNvSpPr>
            <p:nvPr/>
          </p:nvSpPr>
          <p:spPr bwMode="auto">
            <a:xfrm rot="-9373407">
              <a:off x="1958" y="2399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476" name="Freeform 679"/>
            <p:cNvSpPr>
              <a:spLocks/>
            </p:cNvSpPr>
            <p:nvPr/>
          </p:nvSpPr>
          <p:spPr bwMode="auto">
            <a:xfrm rot="-9373407">
              <a:off x="1970" y="2158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511" name="Oval 680"/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 rot="1426593">
            <a:off x="2574925" y="3144838"/>
            <a:ext cx="49213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12" name="Oval 681"/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 rot="1426593">
            <a:off x="2719388" y="332422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13" name="Oval 685"/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 rot="1426593">
            <a:off x="4013200" y="385127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14" name="Oval 686"/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 rot="1426593">
            <a:off x="3784600" y="3895725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15" name="Oval 687"/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 rot="1426593">
            <a:off x="3570288" y="3841750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16" name="Oval 688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 rot="1426593">
            <a:off x="2711450" y="350202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17" name="Oval 691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 rot="1426593">
            <a:off x="3330575" y="3817938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18" name="Oval 694"/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 rot="1426593">
            <a:off x="3616325" y="3516313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19" name="Oval 695"/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 rot="1426593">
            <a:off x="2532063" y="2971800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20" name="Oval 696"/>
          <p:cNvSpPr>
            <a:spLocks noChangeArrowheads="1"/>
          </p:cNvSpPr>
          <p:nvPr>
            <p:custDataLst>
              <p:tags r:id="rId64"/>
            </p:custDataLst>
          </p:nvPr>
        </p:nvSpPr>
        <p:spPr bwMode="auto">
          <a:xfrm rot="1426593">
            <a:off x="2762250" y="3128963"/>
            <a:ext cx="46038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21" name="Oval 698"/>
          <p:cNvSpPr>
            <a:spLocks noChangeArrowheads="1"/>
          </p:cNvSpPr>
          <p:nvPr>
            <p:custDataLst>
              <p:tags r:id="rId65"/>
            </p:custDataLst>
          </p:nvPr>
        </p:nvSpPr>
        <p:spPr bwMode="auto">
          <a:xfrm rot="1426593">
            <a:off x="3614738" y="365760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22" name="Oval 699"/>
          <p:cNvSpPr>
            <a:spLocks noChangeArrowheads="1"/>
          </p:cNvSpPr>
          <p:nvPr>
            <p:custDataLst>
              <p:tags r:id="rId66"/>
            </p:custDataLst>
          </p:nvPr>
        </p:nvSpPr>
        <p:spPr bwMode="auto">
          <a:xfrm rot="1426593">
            <a:off x="3422650" y="3508375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23" name="Oval 700"/>
          <p:cNvSpPr>
            <a:spLocks noChangeArrowheads="1"/>
          </p:cNvSpPr>
          <p:nvPr>
            <p:custDataLst>
              <p:tags r:id="rId67"/>
            </p:custDataLst>
          </p:nvPr>
        </p:nvSpPr>
        <p:spPr bwMode="auto">
          <a:xfrm rot="1426593">
            <a:off x="3438525" y="3671888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24" name="Oval 701"/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 rot="1426593">
            <a:off x="3287713" y="3662363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25" name="Oval 702"/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 rot="1426593">
            <a:off x="3219450" y="3021013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26" name="Oval 704"/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 rot="1426593">
            <a:off x="2759075" y="2970213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27" name="Oval 707"/>
          <p:cNvSpPr>
            <a:spLocks noChangeArrowheads="1"/>
          </p:cNvSpPr>
          <p:nvPr>
            <p:custDataLst>
              <p:tags r:id="rId71"/>
            </p:custDataLst>
          </p:nvPr>
        </p:nvSpPr>
        <p:spPr bwMode="auto">
          <a:xfrm rot="1426593">
            <a:off x="3403600" y="3338513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28" name="Oval 708"/>
          <p:cNvSpPr>
            <a:spLocks noChangeArrowheads="1"/>
          </p:cNvSpPr>
          <p:nvPr>
            <p:custDataLst>
              <p:tags r:id="rId72"/>
            </p:custDataLst>
          </p:nvPr>
        </p:nvSpPr>
        <p:spPr bwMode="auto">
          <a:xfrm rot="1426593">
            <a:off x="3965575" y="367665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29" name="Oval 709"/>
          <p:cNvSpPr>
            <a:spLocks noChangeArrowheads="1"/>
          </p:cNvSpPr>
          <p:nvPr>
            <p:custDataLst>
              <p:tags r:id="rId73"/>
            </p:custDataLst>
          </p:nvPr>
        </p:nvSpPr>
        <p:spPr bwMode="auto">
          <a:xfrm rot="1426593">
            <a:off x="3813175" y="3705225"/>
            <a:ext cx="49213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30" name="Oval 710"/>
          <p:cNvSpPr>
            <a:spLocks noChangeArrowheads="1"/>
          </p:cNvSpPr>
          <p:nvPr>
            <p:custDataLst>
              <p:tags r:id="rId74"/>
            </p:custDataLst>
          </p:nvPr>
        </p:nvSpPr>
        <p:spPr bwMode="auto">
          <a:xfrm rot="1426593">
            <a:off x="3781425" y="3187700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31" name="Oval 711"/>
          <p:cNvSpPr>
            <a:spLocks noChangeArrowheads="1"/>
          </p:cNvSpPr>
          <p:nvPr>
            <p:custDataLst>
              <p:tags r:id="rId75"/>
            </p:custDataLst>
          </p:nvPr>
        </p:nvSpPr>
        <p:spPr bwMode="auto">
          <a:xfrm rot="1426593">
            <a:off x="3641725" y="3005138"/>
            <a:ext cx="49213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32" name="Oval 712"/>
          <p:cNvSpPr>
            <a:spLocks noChangeArrowheads="1"/>
          </p:cNvSpPr>
          <p:nvPr>
            <p:custDataLst>
              <p:tags r:id="rId76"/>
            </p:custDataLst>
          </p:nvPr>
        </p:nvSpPr>
        <p:spPr bwMode="auto">
          <a:xfrm rot="1426593">
            <a:off x="3444875" y="2992438"/>
            <a:ext cx="49213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33" name="Oval 713"/>
          <p:cNvSpPr>
            <a:spLocks noChangeArrowheads="1"/>
          </p:cNvSpPr>
          <p:nvPr>
            <p:custDataLst>
              <p:tags r:id="rId77"/>
            </p:custDataLst>
          </p:nvPr>
        </p:nvSpPr>
        <p:spPr bwMode="auto">
          <a:xfrm rot="1426593">
            <a:off x="3633788" y="3201988"/>
            <a:ext cx="49212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34" name="Oval 714"/>
          <p:cNvSpPr>
            <a:spLocks noChangeArrowheads="1"/>
          </p:cNvSpPr>
          <p:nvPr>
            <p:custDataLst>
              <p:tags r:id="rId78"/>
            </p:custDataLst>
          </p:nvPr>
        </p:nvSpPr>
        <p:spPr bwMode="auto">
          <a:xfrm rot="1426593">
            <a:off x="3255963" y="3190875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35" name="Oval 715"/>
          <p:cNvSpPr>
            <a:spLocks noChangeArrowheads="1"/>
          </p:cNvSpPr>
          <p:nvPr>
            <p:custDataLst>
              <p:tags r:id="rId79"/>
            </p:custDataLst>
          </p:nvPr>
        </p:nvSpPr>
        <p:spPr bwMode="auto">
          <a:xfrm rot="1426593">
            <a:off x="3417888" y="315118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36" name="Oval 716"/>
          <p:cNvSpPr>
            <a:spLocks noChangeArrowheads="1"/>
          </p:cNvSpPr>
          <p:nvPr>
            <p:custDataLst>
              <p:tags r:id="rId80"/>
            </p:custDataLst>
          </p:nvPr>
        </p:nvSpPr>
        <p:spPr bwMode="auto">
          <a:xfrm rot="1426593">
            <a:off x="3611563" y="3351213"/>
            <a:ext cx="49212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37" name="Oval 717"/>
          <p:cNvSpPr>
            <a:spLocks noChangeArrowheads="1"/>
          </p:cNvSpPr>
          <p:nvPr>
            <p:custDataLst>
              <p:tags r:id="rId81"/>
            </p:custDataLst>
          </p:nvPr>
        </p:nvSpPr>
        <p:spPr bwMode="auto">
          <a:xfrm rot="1426593">
            <a:off x="3803650" y="350202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38" name="Oval 718"/>
          <p:cNvSpPr>
            <a:spLocks noChangeArrowheads="1"/>
          </p:cNvSpPr>
          <p:nvPr>
            <p:custDataLst>
              <p:tags r:id="rId82"/>
            </p:custDataLst>
          </p:nvPr>
        </p:nvSpPr>
        <p:spPr bwMode="auto">
          <a:xfrm rot="1426593">
            <a:off x="3805238" y="3333750"/>
            <a:ext cx="49212" cy="4762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3" name="Group 719"/>
          <p:cNvGrpSpPr>
            <a:grpSpLocks/>
          </p:cNvGrpSpPr>
          <p:nvPr>
            <p:custDataLst>
              <p:tags r:id="rId83"/>
            </p:custDataLst>
          </p:nvPr>
        </p:nvGrpSpPr>
        <p:grpSpPr bwMode="auto">
          <a:xfrm>
            <a:off x="3706813" y="2878138"/>
            <a:ext cx="1854200" cy="1120775"/>
            <a:chOff x="1958" y="1820"/>
            <a:chExt cx="1168" cy="706"/>
          </a:xfrm>
        </p:grpSpPr>
        <p:grpSp>
          <p:nvGrpSpPr>
            <p:cNvPr id="24" name="Group 720"/>
            <p:cNvGrpSpPr>
              <a:grpSpLocks/>
            </p:cNvGrpSpPr>
            <p:nvPr/>
          </p:nvGrpSpPr>
          <p:grpSpPr bwMode="auto">
            <a:xfrm>
              <a:off x="1958" y="1820"/>
              <a:ext cx="1168" cy="706"/>
              <a:chOff x="1958" y="1820"/>
              <a:chExt cx="1168" cy="706"/>
            </a:xfrm>
          </p:grpSpPr>
          <p:grpSp>
            <p:nvGrpSpPr>
              <p:cNvPr id="25" name="Group 721"/>
              <p:cNvGrpSpPr>
                <a:grpSpLocks/>
              </p:cNvGrpSpPr>
              <p:nvPr/>
            </p:nvGrpSpPr>
            <p:grpSpPr bwMode="auto">
              <a:xfrm>
                <a:off x="1958" y="1820"/>
                <a:ext cx="1056" cy="389"/>
                <a:chOff x="1958" y="1820"/>
                <a:chExt cx="1056" cy="389"/>
              </a:xfrm>
            </p:grpSpPr>
            <p:grpSp>
              <p:nvGrpSpPr>
                <p:cNvPr id="26" name="Group 722"/>
                <p:cNvGrpSpPr>
                  <a:grpSpLocks/>
                </p:cNvGrpSpPr>
                <p:nvPr/>
              </p:nvGrpSpPr>
              <p:grpSpPr bwMode="auto">
                <a:xfrm>
                  <a:off x="1958" y="1823"/>
                  <a:ext cx="336" cy="368"/>
                  <a:chOff x="1958" y="1823"/>
                  <a:chExt cx="336" cy="368"/>
                </a:xfrm>
              </p:grpSpPr>
              <p:sp>
                <p:nvSpPr>
                  <p:cNvPr id="20467" name="Freeform 723"/>
                  <p:cNvSpPr>
                    <a:spLocks/>
                  </p:cNvSpPr>
                  <p:nvPr/>
                </p:nvSpPr>
                <p:spPr bwMode="auto">
                  <a:xfrm rot="1426593">
                    <a:off x="2086" y="1944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68" name="Freeform 724"/>
                  <p:cNvSpPr>
                    <a:spLocks/>
                  </p:cNvSpPr>
                  <p:nvPr/>
                </p:nvSpPr>
                <p:spPr bwMode="auto">
                  <a:xfrm rot="1426593">
                    <a:off x="1958" y="1852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69" name="Freeform 725"/>
                  <p:cNvSpPr>
                    <a:spLocks/>
                  </p:cNvSpPr>
                  <p:nvPr/>
                </p:nvSpPr>
                <p:spPr bwMode="auto">
                  <a:xfrm rot="1426593">
                    <a:off x="2048" y="1958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70" name="Freeform 726"/>
                  <p:cNvSpPr>
                    <a:spLocks/>
                  </p:cNvSpPr>
                  <p:nvPr/>
                </p:nvSpPr>
                <p:spPr bwMode="auto">
                  <a:xfrm rot="1426593">
                    <a:off x="2093" y="1823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71" name="Freeform 727"/>
                  <p:cNvSpPr>
                    <a:spLocks/>
                  </p:cNvSpPr>
                  <p:nvPr/>
                </p:nvSpPr>
                <p:spPr bwMode="auto">
                  <a:xfrm rot="1426593">
                    <a:off x="2095" y="2054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7" name="Group 728"/>
                <p:cNvGrpSpPr>
                  <a:grpSpLocks/>
                </p:cNvGrpSpPr>
                <p:nvPr/>
              </p:nvGrpSpPr>
              <p:grpSpPr bwMode="auto">
                <a:xfrm>
                  <a:off x="2248" y="1820"/>
                  <a:ext cx="335" cy="369"/>
                  <a:chOff x="2248" y="1820"/>
                  <a:chExt cx="335" cy="369"/>
                </a:xfrm>
              </p:grpSpPr>
              <p:sp>
                <p:nvSpPr>
                  <p:cNvPr id="20462" name="Freeform 729"/>
                  <p:cNvSpPr>
                    <a:spLocks/>
                  </p:cNvSpPr>
                  <p:nvPr/>
                </p:nvSpPr>
                <p:spPr bwMode="auto">
                  <a:xfrm rot="-9373407">
                    <a:off x="2248" y="1932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63" name="Freeform 730"/>
                  <p:cNvSpPr>
                    <a:spLocks/>
                  </p:cNvSpPr>
                  <p:nvPr/>
                </p:nvSpPr>
                <p:spPr bwMode="auto">
                  <a:xfrm rot="-9373407">
                    <a:off x="2336" y="2038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64" name="Freeform 731"/>
                  <p:cNvSpPr>
                    <a:spLocks/>
                  </p:cNvSpPr>
                  <p:nvPr/>
                </p:nvSpPr>
                <p:spPr bwMode="auto">
                  <a:xfrm rot="-9373407">
                    <a:off x="2358" y="1953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65" name="Freeform 732"/>
                  <p:cNvSpPr>
                    <a:spLocks/>
                  </p:cNvSpPr>
                  <p:nvPr/>
                </p:nvSpPr>
                <p:spPr bwMode="auto">
                  <a:xfrm rot="-9373407">
                    <a:off x="2261" y="2061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66" name="Freeform 733"/>
                  <p:cNvSpPr>
                    <a:spLocks/>
                  </p:cNvSpPr>
                  <p:nvPr/>
                </p:nvSpPr>
                <p:spPr bwMode="auto">
                  <a:xfrm rot="-9373407">
                    <a:off x="2273" y="1820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8" name="Group 734"/>
                <p:cNvGrpSpPr>
                  <a:grpSpLocks/>
                </p:cNvGrpSpPr>
                <p:nvPr/>
              </p:nvGrpSpPr>
              <p:grpSpPr bwMode="auto">
                <a:xfrm>
                  <a:off x="2389" y="1841"/>
                  <a:ext cx="336" cy="368"/>
                  <a:chOff x="2389" y="1841"/>
                  <a:chExt cx="336" cy="368"/>
                </a:xfrm>
              </p:grpSpPr>
              <p:sp>
                <p:nvSpPr>
                  <p:cNvPr id="20457" name="Freeform 735"/>
                  <p:cNvSpPr>
                    <a:spLocks/>
                  </p:cNvSpPr>
                  <p:nvPr/>
                </p:nvSpPr>
                <p:spPr bwMode="auto">
                  <a:xfrm rot="1426593">
                    <a:off x="2517" y="1962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58" name="Freeform 736"/>
                  <p:cNvSpPr>
                    <a:spLocks/>
                  </p:cNvSpPr>
                  <p:nvPr/>
                </p:nvSpPr>
                <p:spPr bwMode="auto">
                  <a:xfrm rot="1426593">
                    <a:off x="2389" y="1870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59" name="Freeform 737"/>
                  <p:cNvSpPr>
                    <a:spLocks/>
                  </p:cNvSpPr>
                  <p:nvPr/>
                </p:nvSpPr>
                <p:spPr bwMode="auto">
                  <a:xfrm rot="1426593">
                    <a:off x="2479" y="1976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60" name="Freeform 738"/>
                  <p:cNvSpPr>
                    <a:spLocks/>
                  </p:cNvSpPr>
                  <p:nvPr/>
                </p:nvSpPr>
                <p:spPr bwMode="auto">
                  <a:xfrm rot="1426593">
                    <a:off x="2524" y="1841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61" name="Freeform 739"/>
                  <p:cNvSpPr>
                    <a:spLocks/>
                  </p:cNvSpPr>
                  <p:nvPr/>
                </p:nvSpPr>
                <p:spPr bwMode="auto">
                  <a:xfrm rot="1426593">
                    <a:off x="2526" y="2072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9" name="Group 740"/>
                <p:cNvGrpSpPr>
                  <a:grpSpLocks/>
                </p:cNvGrpSpPr>
                <p:nvPr/>
              </p:nvGrpSpPr>
              <p:grpSpPr bwMode="auto">
                <a:xfrm>
                  <a:off x="2679" y="1838"/>
                  <a:ext cx="335" cy="369"/>
                  <a:chOff x="2679" y="1838"/>
                  <a:chExt cx="335" cy="369"/>
                </a:xfrm>
              </p:grpSpPr>
              <p:sp>
                <p:nvSpPr>
                  <p:cNvPr id="20452" name="Freeform 741"/>
                  <p:cNvSpPr>
                    <a:spLocks/>
                  </p:cNvSpPr>
                  <p:nvPr/>
                </p:nvSpPr>
                <p:spPr bwMode="auto">
                  <a:xfrm rot="-9373407">
                    <a:off x="2679" y="1950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53" name="Freeform 742"/>
                  <p:cNvSpPr>
                    <a:spLocks/>
                  </p:cNvSpPr>
                  <p:nvPr/>
                </p:nvSpPr>
                <p:spPr bwMode="auto">
                  <a:xfrm rot="-9373407">
                    <a:off x="2767" y="2056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54" name="Freeform 743"/>
                  <p:cNvSpPr>
                    <a:spLocks/>
                  </p:cNvSpPr>
                  <p:nvPr/>
                </p:nvSpPr>
                <p:spPr bwMode="auto">
                  <a:xfrm rot="-9373407">
                    <a:off x="2789" y="1971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55" name="Freeform 744"/>
                  <p:cNvSpPr>
                    <a:spLocks/>
                  </p:cNvSpPr>
                  <p:nvPr/>
                </p:nvSpPr>
                <p:spPr bwMode="auto">
                  <a:xfrm rot="-9373407">
                    <a:off x="2692" y="2079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56" name="Freeform 745"/>
                  <p:cNvSpPr>
                    <a:spLocks/>
                  </p:cNvSpPr>
                  <p:nvPr/>
                </p:nvSpPr>
                <p:spPr bwMode="auto">
                  <a:xfrm rot="-9373407">
                    <a:off x="2704" y="1838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30" name="Group 746"/>
              <p:cNvGrpSpPr>
                <a:grpSpLocks/>
              </p:cNvGrpSpPr>
              <p:nvPr/>
            </p:nvGrpSpPr>
            <p:grpSpPr bwMode="auto">
              <a:xfrm>
                <a:off x="2070" y="2137"/>
                <a:ext cx="1056" cy="389"/>
                <a:chOff x="2070" y="2137"/>
                <a:chExt cx="1056" cy="389"/>
              </a:xfrm>
            </p:grpSpPr>
            <p:grpSp>
              <p:nvGrpSpPr>
                <p:cNvPr id="31" name="Group 747"/>
                <p:cNvGrpSpPr>
                  <a:grpSpLocks/>
                </p:cNvGrpSpPr>
                <p:nvPr/>
              </p:nvGrpSpPr>
              <p:grpSpPr bwMode="auto">
                <a:xfrm>
                  <a:off x="2070" y="2140"/>
                  <a:ext cx="336" cy="368"/>
                  <a:chOff x="2070" y="2140"/>
                  <a:chExt cx="336" cy="368"/>
                </a:xfrm>
              </p:grpSpPr>
              <p:sp>
                <p:nvSpPr>
                  <p:cNvPr id="20443" name="Freeform 748"/>
                  <p:cNvSpPr>
                    <a:spLocks/>
                  </p:cNvSpPr>
                  <p:nvPr/>
                </p:nvSpPr>
                <p:spPr bwMode="auto">
                  <a:xfrm rot="1426593">
                    <a:off x="2198" y="2261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44" name="Freeform 749"/>
                  <p:cNvSpPr>
                    <a:spLocks/>
                  </p:cNvSpPr>
                  <p:nvPr/>
                </p:nvSpPr>
                <p:spPr bwMode="auto">
                  <a:xfrm rot="1426593">
                    <a:off x="2070" y="2169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45" name="Freeform 750"/>
                  <p:cNvSpPr>
                    <a:spLocks/>
                  </p:cNvSpPr>
                  <p:nvPr/>
                </p:nvSpPr>
                <p:spPr bwMode="auto">
                  <a:xfrm rot="1426593">
                    <a:off x="2160" y="2275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46" name="Freeform 751"/>
                  <p:cNvSpPr>
                    <a:spLocks/>
                  </p:cNvSpPr>
                  <p:nvPr/>
                </p:nvSpPr>
                <p:spPr bwMode="auto">
                  <a:xfrm rot="1426593">
                    <a:off x="2205" y="2140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47" name="Freeform 752"/>
                  <p:cNvSpPr>
                    <a:spLocks/>
                  </p:cNvSpPr>
                  <p:nvPr/>
                </p:nvSpPr>
                <p:spPr bwMode="auto">
                  <a:xfrm rot="1426593">
                    <a:off x="2207" y="2371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682" name="Group 753"/>
                <p:cNvGrpSpPr>
                  <a:grpSpLocks/>
                </p:cNvGrpSpPr>
                <p:nvPr/>
              </p:nvGrpSpPr>
              <p:grpSpPr bwMode="auto">
                <a:xfrm>
                  <a:off x="2360" y="2137"/>
                  <a:ext cx="335" cy="369"/>
                  <a:chOff x="2360" y="2137"/>
                  <a:chExt cx="335" cy="369"/>
                </a:xfrm>
              </p:grpSpPr>
              <p:sp>
                <p:nvSpPr>
                  <p:cNvPr id="20438" name="Freeform 754"/>
                  <p:cNvSpPr>
                    <a:spLocks/>
                  </p:cNvSpPr>
                  <p:nvPr/>
                </p:nvSpPr>
                <p:spPr bwMode="auto">
                  <a:xfrm rot="-9373407">
                    <a:off x="2360" y="2249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39" name="Freeform 755"/>
                  <p:cNvSpPr>
                    <a:spLocks/>
                  </p:cNvSpPr>
                  <p:nvPr/>
                </p:nvSpPr>
                <p:spPr bwMode="auto">
                  <a:xfrm rot="-9373407">
                    <a:off x="2448" y="2355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40" name="Freeform 756"/>
                  <p:cNvSpPr>
                    <a:spLocks/>
                  </p:cNvSpPr>
                  <p:nvPr/>
                </p:nvSpPr>
                <p:spPr bwMode="auto">
                  <a:xfrm rot="-9373407">
                    <a:off x="2470" y="2270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41" name="Freeform 757"/>
                  <p:cNvSpPr>
                    <a:spLocks/>
                  </p:cNvSpPr>
                  <p:nvPr/>
                </p:nvSpPr>
                <p:spPr bwMode="auto">
                  <a:xfrm rot="-9373407">
                    <a:off x="2373" y="2378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42" name="Freeform 758"/>
                  <p:cNvSpPr>
                    <a:spLocks/>
                  </p:cNvSpPr>
                  <p:nvPr/>
                </p:nvSpPr>
                <p:spPr bwMode="auto">
                  <a:xfrm rot="-9373407">
                    <a:off x="2385" y="2137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683" name="Group 759"/>
                <p:cNvGrpSpPr>
                  <a:grpSpLocks/>
                </p:cNvGrpSpPr>
                <p:nvPr/>
              </p:nvGrpSpPr>
              <p:grpSpPr bwMode="auto">
                <a:xfrm>
                  <a:off x="2501" y="2158"/>
                  <a:ext cx="336" cy="368"/>
                  <a:chOff x="2501" y="2158"/>
                  <a:chExt cx="336" cy="368"/>
                </a:xfrm>
              </p:grpSpPr>
              <p:sp>
                <p:nvSpPr>
                  <p:cNvPr id="20433" name="Freeform 760"/>
                  <p:cNvSpPr>
                    <a:spLocks/>
                  </p:cNvSpPr>
                  <p:nvPr/>
                </p:nvSpPr>
                <p:spPr bwMode="auto">
                  <a:xfrm rot="1426593">
                    <a:off x="2629" y="2279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34" name="Freeform 761"/>
                  <p:cNvSpPr>
                    <a:spLocks/>
                  </p:cNvSpPr>
                  <p:nvPr/>
                </p:nvSpPr>
                <p:spPr bwMode="auto">
                  <a:xfrm rot="1426593">
                    <a:off x="2501" y="2187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35" name="Freeform 762"/>
                  <p:cNvSpPr>
                    <a:spLocks/>
                  </p:cNvSpPr>
                  <p:nvPr/>
                </p:nvSpPr>
                <p:spPr bwMode="auto">
                  <a:xfrm rot="1426593">
                    <a:off x="2591" y="2293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36" name="Freeform 763"/>
                  <p:cNvSpPr>
                    <a:spLocks/>
                  </p:cNvSpPr>
                  <p:nvPr/>
                </p:nvSpPr>
                <p:spPr bwMode="auto">
                  <a:xfrm rot="1426593">
                    <a:off x="2636" y="2158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37" name="Freeform 764"/>
                  <p:cNvSpPr>
                    <a:spLocks/>
                  </p:cNvSpPr>
                  <p:nvPr/>
                </p:nvSpPr>
                <p:spPr bwMode="auto">
                  <a:xfrm rot="1426593">
                    <a:off x="2638" y="2389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684" name="Group 765"/>
                <p:cNvGrpSpPr>
                  <a:grpSpLocks/>
                </p:cNvGrpSpPr>
                <p:nvPr/>
              </p:nvGrpSpPr>
              <p:grpSpPr bwMode="auto">
                <a:xfrm>
                  <a:off x="2791" y="2155"/>
                  <a:ext cx="335" cy="369"/>
                  <a:chOff x="2791" y="2155"/>
                  <a:chExt cx="335" cy="369"/>
                </a:xfrm>
              </p:grpSpPr>
              <p:sp>
                <p:nvSpPr>
                  <p:cNvPr id="20428" name="Freeform 766"/>
                  <p:cNvSpPr>
                    <a:spLocks/>
                  </p:cNvSpPr>
                  <p:nvPr/>
                </p:nvSpPr>
                <p:spPr bwMode="auto">
                  <a:xfrm rot="-9373407">
                    <a:off x="2791" y="2267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29" name="Freeform 767"/>
                  <p:cNvSpPr>
                    <a:spLocks/>
                  </p:cNvSpPr>
                  <p:nvPr/>
                </p:nvSpPr>
                <p:spPr bwMode="auto">
                  <a:xfrm rot="-9373407">
                    <a:off x="2879" y="2373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30" name="Freeform 768"/>
                  <p:cNvSpPr>
                    <a:spLocks/>
                  </p:cNvSpPr>
                  <p:nvPr/>
                </p:nvSpPr>
                <p:spPr bwMode="auto">
                  <a:xfrm rot="-9373407">
                    <a:off x="2901" y="2288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31" name="Freeform 769"/>
                  <p:cNvSpPr>
                    <a:spLocks/>
                  </p:cNvSpPr>
                  <p:nvPr/>
                </p:nvSpPr>
                <p:spPr bwMode="auto">
                  <a:xfrm rot="-9373407">
                    <a:off x="2804" y="2396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432" name="Freeform 770"/>
                  <p:cNvSpPr>
                    <a:spLocks/>
                  </p:cNvSpPr>
                  <p:nvPr/>
                </p:nvSpPr>
                <p:spPr bwMode="auto">
                  <a:xfrm rot="-9373407">
                    <a:off x="2816" y="2155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</p:grpSp>
        <p:sp>
          <p:nvSpPr>
            <p:cNvPr id="20383" name="Oval 771"/>
            <p:cNvSpPr>
              <a:spLocks noChangeArrowheads="1"/>
            </p:cNvSpPr>
            <p:nvPr/>
          </p:nvSpPr>
          <p:spPr bwMode="auto">
            <a:xfrm rot="1426593">
              <a:off x="2091" y="1986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84" name="Oval 772"/>
            <p:cNvSpPr>
              <a:spLocks noChangeArrowheads="1"/>
            </p:cNvSpPr>
            <p:nvPr/>
          </p:nvSpPr>
          <p:spPr bwMode="auto">
            <a:xfrm rot="1426593">
              <a:off x="2182" y="2097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85" name="Oval 773"/>
            <p:cNvSpPr>
              <a:spLocks noChangeArrowheads="1"/>
            </p:cNvSpPr>
            <p:nvPr/>
          </p:nvSpPr>
          <p:spPr bwMode="auto">
            <a:xfrm rot="1426593">
              <a:off x="2322" y="2104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86" name="Oval 774"/>
            <p:cNvSpPr>
              <a:spLocks noChangeArrowheads="1"/>
            </p:cNvSpPr>
            <p:nvPr/>
          </p:nvSpPr>
          <p:spPr bwMode="auto">
            <a:xfrm rot="1426593">
              <a:off x="2468" y="2189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87" name="Oval 775"/>
            <p:cNvSpPr>
              <a:spLocks noChangeArrowheads="1"/>
            </p:cNvSpPr>
            <p:nvPr/>
          </p:nvSpPr>
          <p:spPr bwMode="auto">
            <a:xfrm rot="1426593">
              <a:off x="2314" y="2189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88" name="Oval 776"/>
            <p:cNvSpPr>
              <a:spLocks noChangeArrowheads="1"/>
            </p:cNvSpPr>
            <p:nvPr/>
          </p:nvSpPr>
          <p:spPr bwMode="auto">
            <a:xfrm rot="1426593">
              <a:off x="2997" y="2429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89" name="Oval 777"/>
            <p:cNvSpPr>
              <a:spLocks noChangeArrowheads="1"/>
            </p:cNvSpPr>
            <p:nvPr/>
          </p:nvSpPr>
          <p:spPr bwMode="auto">
            <a:xfrm rot="1426593">
              <a:off x="2854" y="2457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90" name="Oval 778"/>
            <p:cNvSpPr>
              <a:spLocks noChangeArrowheads="1"/>
            </p:cNvSpPr>
            <p:nvPr/>
          </p:nvSpPr>
          <p:spPr bwMode="auto">
            <a:xfrm rot="1426593">
              <a:off x="2718" y="2424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91" name="Oval 779"/>
            <p:cNvSpPr>
              <a:spLocks noChangeArrowheads="1"/>
            </p:cNvSpPr>
            <p:nvPr/>
          </p:nvSpPr>
          <p:spPr bwMode="auto">
            <a:xfrm rot="1426593">
              <a:off x="2177" y="2210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92" name="Oval 780"/>
            <p:cNvSpPr>
              <a:spLocks noChangeArrowheads="1"/>
            </p:cNvSpPr>
            <p:nvPr/>
          </p:nvSpPr>
          <p:spPr bwMode="auto">
            <a:xfrm rot="1426593">
              <a:off x="2297" y="2297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93" name="Oval 781"/>
            <p:cNvSpPr>
              <a:spLocks noChangeArrowheads="1"/>
            </p:cNvSpPr>
            <p:nvPr/>
          </p:nvSpPr>
          <p:spPr bwMode="auto">
            <a:xfrm rot="1426593">
              <a:off x="2435" y="2326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94" name="Oval 782"/>
            <p:cNvSpPr>
              <a:spLocks noChangeArrowheads="1"/>
            </p:cNvSpPr>
            <p:nvPr/>
          </p:nvSpPr>
          <p:spPr bwMode="auto">
            <a:xfrm rot="1426593">
              <a:off x="2567" y="2408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95" name="Oval 783"/>
            <p:cNvSpPr>
              <a:spLocks noChangeArrowheads="1"/>
            </p:cNvSpPr>
            <p:nvPr/>
          </p:nvSpPr>
          <p:spPr bwMode="auto">
            <a:xfrm rot="1426593">
              <a:off x="2424" y="2418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96" name="Oval 784"/>
            <p:cNvSpPr>
              <a:spLocks noChangeArrowheads="1"/>
            </p:cNvSpPr>
            <p:nvPr/>
          </p:nvSpPr>
          <p:spPr bwMode="auto">
            <a:xfrm rot="1426593">
              <a:off x="2275" y="2409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97" name="Oval 785"/>
            <p:cNvSpPr>
              <a:spLocks noChangeArrowheads="1"/>
            </p:cNvSpPr>
            <p:nvPr/>
          </p:nvSpPr>
          <p:spPr bwMode="auto">
            <a:xfrm rot="1426593">
              <a:off x="2747" y="2219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98" name="Oval 786"/>
            <p:cNvSpPr>
              <a:spLocks noChangeArrowheads="1"/>
            </p:cNvSpPr>
            <p:nvPr/>
          </p:nvSpPr>
          <p:spPr bwMode="auto">
            <a:xfrm rot="1426593">
              <a:off x="2064" y="1877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99" name="Oval 787"/>
            <p:cNvSpPr>
              <a:spLocks noChangeArrowheads="1"/>
            </p:cNvSpPr>
            <p:nvPr/>
          </p:nvSpPr>
          <p:spPr bwMode="auto">
            <a:xfrm rot="1426593">
              <a:off x="2209" y="1975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00" name="Oval 788"/>
            <p:cNvSpPr>
              <a:spLocks noChangeArrowheads="1"/>
            </p:cNvSpPr>
            <p:nvPr/>
          </p:nvSpPr>
          <p:spPr bwMode="auto">
            <a:xfrm rot="1426593">
              <a:off x="2430" y="2098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01" name="Oval 789"/>
            <p:cNvSpPr>
              <a:spLocks noChangeArrowheads="1"/>
            </p:cNvSpPr>
            <p:nvPr/>
          </p:nvSpPr>
          <p:spPr bwMode="auto">
            <a:xfrm rot="1426593">
              <a:off x="2746" y="2308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02" name="Oval 790"/>
            <p:cNvSpPr>
              <a:spLocks noChangeArrowheads="1"/>
            </p:cNvSpPr>
            <p:nvPr/>
          </p:nvSpPr>
          <p:spPr bwMode="auto">
            <a:xfrm rot="1426593">
              <a:off x="2626" y="2213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03" name="Oval 791"/>
            <p:cNvSpPr>
              <a:spLocks noChangeArrowheads="1"/>
            </p:cNvSpPr>
            <p:nvPr/>
          </p:nvSpPr>
          <p:spPr bwMode="auto">
            <a:xfrm rot="1426593">
              <a:off x="2635" y="2317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04" name="Oval 792"/>
            <p:cNvSpPr>
              <a:spLocks noChangeArrowheads="1"/>
            </p:cNvSpPr>
            <p:nvPr/>
          </p:nvSpPr>
          <p:spPr bwMode="auto">
            <a:xfrm rot="1426593">
              <a:off x="2540" y="2311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05" name="Oval 793"/>
            <p:cNvSpPr>
              <a:spLocks noChangeArrowheads="1"/>
            </p:cNvSpPr>
            <p:nvPr/>
          </p:nvSpPr>
          <p:spPr bwMode="auto">
            <a:xfrm rot="1426593">
              <a:off x="2498" y="1906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06" name="Oval 794"/>
            <p:cNvSpPr>
              <a:spLocks noChangeArrowheads="1"/>
            </p:cNvSpPr>
            <p:nvPr/>
          </p:nvSpPr>
          <p:spPr bwMode="auto">
            <a:xfrm rot="1426593">
              <a:off x="2346" y="1882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07" name="Oval 795"/>
            <p:cNvSpPr>
              <a:spLocks noChangeArrowheads="1"/>
            </p:cNvSpPr>
            <p:nvPr/>
          </p:nvSpPr>
          <p:spPr bwMode="auto">
            <a:xfrm rot="1426593">
              <a:off x="2207" y="1876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08" name="Oval 796"/>
            <p:cNvSpPr>
              <a:spLocks noChangeArrowheads="1"/>
            </p:cNvSpPr>
            <p:nvPr/>
          </p:nvSpPr>
          <p:spPr bwMode="auto">
            <a:xfrm rot="1426593">
              <a:off x="2326" y="1992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09" name="Oval 797"/>
            <p:cNvSpPr>
              <a:spLocks noChangeArrowheads="1"/>
            </p:cNvSpPr>
            <p:nvPr/>
          </p:nvSpPr>
          <p:spPr bwMode="auto">
            <a:xfrm rot="1426593">
              <a:off x="2432" y="1983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10" name="Oval 798"/>
            <p:cNvSpPr>
              <a:spLocks noChangeArrowheads="1"/>
            </p:cNvSpPr>
            <p:nvPr/>
          </p:nvSpPr>
          <p:spPr bwMode="auto">
            <a:xfrm rot="1426593">
              <a:off x="2613" y="2107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11" name="Oval 799"/>
            <p:cNvSpPr>
              <a:spLocks noChangeArrowheads="1"/>
            </p:cNvSpPr>
            <p:nvPr/>
          </p:nvSpPr>
          <p:spPr bwMode="auto">
            <a:xfrm rot="1426593">
              <a:off x="2967" y="2320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12" name="Oval 800"/>
            <p:cNvSpPr>
              <a:spLocks noChangeArrowheads="1"/>
            </p:cNvSpPr>
            <p:nvPr/>
          </p:nvSpPr>
          <p:spPr bwMode="auto">
            <a:xfrm rot="1426593">
              <a:off x="2871" y="2339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13" name="Oval 801"/>
            <p:cNvSpPr>
              <a:spLocks noChangeArrowheads="1"/>
            </p:cNvSpPr>
            <p:nvPr/>
          </p:nvSpPr>
          <p:spPr bwMode="auto">
            <a:xfrm rot="1426593">
              <a:off x="2851" y="2012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14" name="Oval 802"/>
            <p:cNvSpPr>
              <a:spLocks noChangeArrowheads="1"/>
            </p:cNvSpPr>
            <p:nvPr/>
          </p:nvSpPr>
          <p:spPr bwMode="auto">
            <a:xfrm rot="1426593">
              <a:off x="2763" y="1898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15" name="Oval 803"/>
            <p:cNvSpPr>
              <a:spLocks noChangeArrowheads="1"/>
            </p:cNvSpPr>
            <p:nvPr/>
          </p:nvSpPr>
          <p:spPr bwMode="auto">
            <a:xfrm rot="1426593">
              <a:off x="2639" y="1889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16" name="Oval 804"/>
            <p:cNvSpPr>
              <a:spLocks noChangeArrowheads="1"/>
            </p:cNvSpPr>
            <p:nvPr/>
          </p:nvSpPr>
          <p:spPr bwMode="auto">
            <a:xfrm rot="1426593">
              <a:off x="2758" y="202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17" name="Oval 805"/>
            <p:cNvSpPr>
              <a:spLocks noChangeArrowheads="1"/>
            </p:cNvSpPr>
            <p:nvPr/>
          </p:nvSpPr>
          <p:spPr bwMode="auto">
            <a:xfrm rot="1426593">
              <a:off x="2520" y="2014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18" name="Oval 806"/>
            <p:cNvSpPr>
              <a:spLocks noChangeArrowheads="1"/>
            </p:cNvSpPr>
            <p:nvPr/>
          </p:nvSpPr>
          <p:spPr bwMode="auto">
            <a:xfrm rot="1426593">
              <a:off x="2622" y="1989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19" name="Oval 807"/>
            <p:cNvSpPr>
              <a:spLocks noChangeArrowheads="1"/>
            </p:cNvSpPr>
            <p:nvPr/>
          </p:nvSpPr>
          <p:spPr bwMode="auto">
            <a:xfrm rot="1426593">
              <a:off x="2744" y="2115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20" name="Oval 808"/>
            <p:cNvSpPr>
              <a:spLocks noChangeArrowheads="1"/>
            </p:cNvSpPr>
            <p:nvPr/>
          </p:nvSpPr>
          <p:spPr bwMode="auto">
            <a:xfrm rot="1426593">
              <a:off x="2865" y="2210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421" name="Oval 809"/>
            <p:cNvSpPr>
              <a:spLocks noChangeArrowheads="1"/>
            </p:cNvSpPr>
            <p:nvPr/>
          </p:nvSpPr>
          <p:spPr bwMode="auto">
            <a:xfrm rot="1426593">
              <a:off x="2866" y="2103"/>
              <a:ext cx="31" cy="3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9695" name="Group 810"/>
          <p:cNvGrpSpPr>
            <a:grpSpLocks/>
          </p:cNvGrpSpPr>
          <p:nvPr>
            <p:custDataLst>
              <p:tags r:id="rId84"/>
            </p:custDataLst>
          </p:nvPr>
        </p:nvGrpSpPr>
        <p:grpSpPr bwMode="auto">
          <a:xfrm>
            <a:off x="4752975" y="1800225"/>
            <a:ext cx="1854200" cy="1203325"/>
            <a:chOff x="2617" y="1141"/>
            <a:chExt cx="1168" cy="758"/>
          </a:xfrm>
        </p:grpSpPr>
        <p:grpSp>
          <p:nvGrpSpPr>
            <p:cNvPr id="19696" name="Group 811"/>
            <p:cNvGrpSpPr>
              <a:grpSpLocks/>
            </p:cNvGrpSpPr>
            <p:nvPr/>
          </p:nvGrpSpPr>
          <p:grpSpPr bwMode="auto">
            <a:xfrm>
              <a:off x="2617" y="1141"/>
              <a:ext cx="1168" cy="758"/>
              <a:chOff x="2617" y="1141"/>
              <a:chExt cx="1168" cy="758"/>
            </a:xfrm>
          </p:grpSpPr>
          <p:grpSp>
            <p:nvGrpSpPr>
              <p:cNvPr id="19697" name="Group 812"/>
              <p:cNvGrpSpPr>
                <a:grpSpLocks/>
              </p:cNvGrpSpPr>
              <p:nvPr/>
            </p:nvGrpSpPr>
            <p:grpSpPr bwMode="auto">
              <a:xfrm>
                <a:off x="2617" y="1141"/>
                <a:ext cx="1056" cy="441"/>
                <a:chOff x="2617" y="1141"/>
                <a:chExt cx="1056" cy="441"/>
              </a:xfrm>
            </p:grpSpPr>
            <p:grpSp>
              <p:nvGrpSpPr>
                <p:cNvPr id="19698" name="Group 813"/>
                <p:cNvGrpSpPr>
                  <a:grpSpLocks/>
                </p:cNvGrpSpPr>
                <p:nvPr/>
              </p:nvGrpSpPr>
              <p:grpSpPr bwMode="auto">
                <a:xfrm>
                  <a:off x="2617" y="1197"/>
                  <a:ext cx="336" cy="367"/>
                  <a:chOff x="2617" y="1197"/>
                  <a:chExt cx="336" cy="367"/>
                </a:xfrm>
              </p:grpSpPr>
              <p:sp>
                <p:nvSpPr>
                  <p:cNvPr id="20377" name="Freeform 814"/>
                  <p:cNvSpPr>
                    <a:spLocks/>
                  </p:cNvSpPr>
                  <p:nvPr/>
                </p:nvSpPr>
                <p:spPr bwMode="auto">
                  <a:xfrm rot="1426593">
                    <a:off x="2745" y="1317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78" name="Freeform 815"/>
                  <p:cNvSpPr>
                    <a:spLocks/>
                  </p:cNvSpPr>
                  <p:nvPr/>
                </p:nvSpPr>
                <p:spPr bwMode="auto">
                  <a:xfrm rot="1426593">
                    <a:off x="2617" y="1226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79" name="Freeform 816"/>
                  <p:cNvSpPr>
                    <a:spLocks/>
                  </p:cNvSpPr>
                  <p:nvPr/>
                </p:nvSpPr>
                <p:spPr bwMode="auto">
                  <a:xfrm rot="1426593">
                    <a:off x="2707" y="1332"/>
                    <a:ext cx="135" cy="100"/>
                  </a:xfrm>
                  <a:custGeom>
                    <a:avLst/>
                    <a:gdLst>
                      <a:gd name="T0" fmla="*/ 0 w 66"/>
                      <a:gd name="T1" fmla="*/ 960 h 50"/>
                      <a:gd name="T2" fmla="*/ 1925 w 66"/>
                      <a:gd name="T3" fmla="*/ 1344 h 50"/>
                      <a:gd name="T4" fmla="*/ 857 w 66"/>
                      <a:gd name="T5" fmla="*/ 384 h 50"/>
                      <a:gd name="T6" fmla="*/ 213 w 66"/>
                      <a:gd name="T7" fmla="*/ 192 h 50"/>
                      <a:gd name="T8" fmla="*/ 0 w 66"/>
                      <a:gd name="T9" fmla="*/ 960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80" name="Freeform 817"/>
                  <p:cNvSpPr>
                    <a:spLocks/>
                  </p:cNvSpPr>
                  <p:nvPr/>
                </p:nvSpPr>
                <p:spPr bwMode="auto">
                  <a:xfrm rot="1426593">
                    <a:off x="2752" y="1197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81" name="Freeform 818"/>
                  <p:cNvSpPr>
                    <a:spLocks/>
                  </p:cNvSpPr>
                  <p:nvPr/>
                </p:nvSpPr>
                <p:spPr bwMode="auto">
                  <a:xfrm rot="1426593">
                    <a:off x="2754" y="1427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699" name="Group 819"/>
                <p:cNvGrpSpPr>
                  <a:grpSpLocks/>
                </p:cNvGrpSpPr>
                <p:nvPr/>
              </p:nvGrpSpPr>
              <p:grpSpPr bwMode="auto">
                <a:xfrm>
                  <a:off x="2907" y="1141"/>
                  <a:ext cx="335" cy="421"/>
                  <a:chOff x="2907" y="1141"/>
                  <a:chExt cx="335" cy="421"/>
                </a:xfrm>
              </p:grpSpPr>
              <p:sp>
                <p:nvSpPr>
                  <p:cNvPr id="20372" name="Freeform 820"/>
                  <p:cNvSpPr>
                    <a:spLocks/>
                  </p:cNvSpPr>
                  <p:nvPr/>
                </p:nvSpPr>
                <p:spPr bwMode="auto">
                  <a:xfrm rot="-9373407">
                    <a:off x="2907" y="1305"/>
                    <a:ext cx="208" cy="136"/>
                  </a:xfrm>
                  <a:custGeom>
                    <a:avLst/>
                    <a:gdLst>
                      <a:gd name="T0" fmla="*/ 2226 w 101"/>
                      <a:gd name="T1" fmla="*/ 1444 h 66"/>
                      <a:gd name="T2" fmla="*/ 2447 w 101"/>
                      <a:gd name="T3" fmla="*/ 107 h 66"/>
                      <a:gd name="T4" fmla="*/ 881 w 101"/>
                      <a:gd name="T5" fmla="*/ 340 h 66"/>
                      <a:gd name="T6" fmla="*/ 2226 w 101"/>
                      <a:gd name="T7" fmla="*/ 1444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73" name="Freeform 821"/>
                  <p:cNvSpPr>
                    <a:spLocks/>
                  </p:cNvSpPr>
                  <p:nvPr/>
                </p:nvSpPr>
                <p:spPr bwMode="auto">
                  <a:xfrm rot="-9373407">
                    <a:off x="2995" y="1411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74" name="Freeform 822"/>
                  <p:cNvSpPr>
                    <a:spLocks/>
                  </p:cNvSpPr>
                  <p:nvPr/>
                </p:nvSpPr>
                <p:spPr bwMode="auto">
                  <a:xfrm rot="-9373407">
                    <a:off x="3017" y="1326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75" name="Freeform 823"/>
                  <p:cNvSpPr>
                    <a:spLocks/>
                  </p:cNvSpPr>
                  <p:nvPr/>
                </p:nvSpPr>
                <p:spPr bwMode="auto">
                  <a:xfrm rot="-9373407">
                    <a:off x="2920" y="1434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76" name="Freeform 824"/>
                  <p:cNvSpPr>
                    <a:spLocks/>
                  </p:cNvSpPr>
                  <p:nvPr/>
                </p:nvSpPr>
                <p:spPr bwMode="auto">
                  <a:xfrm rot="-9373407">
                    <a:off x="2909" y="1141"/>
                    <a:ext cx="207" cy="184"/>
                  </a:xfrm>
                  <a:custGeom>
                    <a:avLst/>
                    <a:gdLst>
                      <a:gd name="T0" fmla="*/ 4354 w 84"/>
                      <a:gd name="T1" fmla="*/ 6970 h 68"/>
                      <a:gd name="T2" fmla="*/ 6523 w 84"/>
                      <a:gd name="T3" fmla="*/ 6099 h 68"/>
                      <a:gd name="T4" fmla="*/ 4354 w 84"/>
                      <a:gd name="T5" fmla="*/ 0 h 68"/>
                      <a:gd name="T6" fmla="*/ 2169 w 84"/>
                      <a:gd name="T7" fmla="*/ 9592 h 68"/>
                      <a:gd name="T8" fmla="*/ 4354 w 84"/>
                      <a:gd name="T9" fmla="*/ 697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700" name="Group 825"/>
                <p:cNvGrpSpPr>
                  <a:grpSpLocks/>
                </p:cNvGrpSpPr>
                <p:nvPr/>
              </p:nvGrpSpPr>
              <p:grpSpPr bwMode="auto">
                <a:xfrm>
                  <a:off x="3048" y="1158"/>
                  <a:ext cx="336" cy="424"/>
                  <a:chOff x="3048" y="1158"/>
                  <a:chExt cx="336" cy="424"/>
                </a:xfrm>
              </p:grpSpPr>
              <p:sp>
                <p:nvSpPr>
                  <p:cNvPr id="20367" name="Freeform 826"/>
                  <p:cNvSpPr>
                    <a:spLocks/>
                  </p:cNvSpPr>
                  <p:nvPr/>
                </p:nvSpPr>
                <p:spPr bwMode="auto">
                  <a:xfrm rot="1426593">
                    <a:off x="3176" y="1335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68" name="Freeform 827"/>
                  <p:cNvSpPr>
                    <a:spLocks/>
                  </p:cNvSpPr>
                  <p:nvPr/>
                </p:nvSpPr>
                <p:spPr bwMode="auto">
                  <a:xfrm rot="1426593">
                    <a:off x="3048" y="1244"/>
                    <a:ext cx="247" cy="121"/>
                  </a:xfrm>
                  <a:custGeom>
                    <a:avLst/>
                    <a:gdLst>
                      <a:gd name="T0" fmla="*/ 2102 w 120"/>
                      <a:gd name="T1" fmla="*/ 1404 h 60"/>
                      <a:gd name="T2" fmla="*/ 3427 w 120"/>
                      <a:gd name="T3" fmla="*/ 1204 h 60"/>
                      <a:gd name="T4" fmla="*/ 2338 w 120"/>
                      <a:gd name="T5" fmla="*/ 0 h 60"/>
                      <a:gd name="T6" fmla="*/ 1665 w 120"/>
                      <a:gd name="T7" fmla="*/ 2001 h 60"/>
                      <a:gd name="T8" fmla="*/ 2102 w 120"/>
                      <a:gd name="T9" fmla="*/ 1404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69" name="Freeform 828"/>
                  <p:cNvSpPr>
                    <a:spLocks/>
                  </p:cNvSpPr>
                  <p:nvPr/>
                </p:nvSpPr>
                <p:spPr bwMode="auto">
                  <a:xfrm rot="1426593">
                    <a:off x="3138" y="1350"/>
                    <a:ext cx="135" cy="100"/>
                  </a:xfrm>
                  <a:custGeom>
                    <a:avLst/>
                    <a:gdLst>
                      <a:gd name="T0" fmla="*/ 0 w 66"/>
                      <a:gd name="T1" fmla="*/ 960 h 50"/>
                      <a:gd name="T2" fmla="*/ 1925 w 66"/>
                      <a:gd name="T3" fmla="*/ 1344 h 50"/>
                      <a:gd name="T4" fmla="*/ 857 w 66"/>
                      <a:gd name="T5" fmla="*/ 384 h 50"/>
                      <a:gd name="T6" fmla="*/ 213 w 66"/>
                      <a:gd name="T7" fmla="*/ 192 h 50"/>
                      <a:gd name="T8" fmla="*/ 0 w 66"/>
                      <a:gd name="T9" fmla="*/ 960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70" name="Freeform 829"/>
                  <p:cNvSpPr>
                    <a:spLocks/>
                  </p:cNvSpPr>
                  <p:nvPr/>
                </p:nvSpPr>
                <p:spPr bwMode="auto">
                  <a:xfrm rot="1426593">
                    <a:off x="3194" y="1158"/>
                    <a:ext cx="187" cy="185"/>
                  </a:xfrm>
                  <a:custGeom>
                    <a:avLst/>
                    <a:gdLst>
                      <a:gd name="T0" fmla="*/ 1570 w 91"/>
                      <a:gd name="T1" fmla="*/ 11822 h 63"/>
                      <a:gd name="T2" fmla="*/ 3331 w 91"/>
                      <a:gd name="T3" fmla="*/ 6537 h 63"/>
                      <a:gd name="T4" fmla="*/ 3126 w 91"/>
                      <a:gd name="T5" fmla="*/ 2605 h 63"/>
                      <a:gd name="T6" fmla="*/ 1802 w 91"/>
                      <a:gd name="T7" fmla="*/ 0 h 63"/>
                      <a:gd name="T8" fmla="*/ 2014 w 91"/>
                      <a:gd name="T9" fmla="*/ 13091 h 63"/>
                      <a:gd name="T10" fmla="*/ 1570 w 91"/>
                      <a:gd name="T11" fmla="*/ 11822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71" name="Freeform 830"/>
                  <p:cNvSpPr>
                    <a:spLocks/>
                  </p:cNvSpPr>
                  <p:nvPr/>
                </p:nvSpPr>
                <p:spPr bwMode="auto">
                  <a:xfrm rot="1426593">
                    <a:off x="3185" y="1445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701" name="Group 831"/>
                <p:cNvGrpSpPr>
                  <a:grpSpLocks/>
                </p:cNvGrpSpPr>
                <p:nvPr/>
              </p:nvGrpSpPr>
              <p:grpSpPr bwMode="auto">
                <a:xfrm>
                  <a:off x="3338" y="1236"/>
                  <a:ext cx="335" cy="344"/>
                  <a:chOff x="3338" y="1236"/>
                  <a:chExt cx="335" cy="344"/>
                </a:xfrm>
              </p:grpSpPr>
              <p:sp>
                <p:nvSpPr>
                  <p:cNvPr id="20362" name="Freeform 832"/>
                  <p:cNvSpPr>
                    <a:spLocks/>
                  </p:cNvSpPr>
                  <p:nvPr/>
                </p:nvSpPr>
                <p:spPr bwMode="auto">
                  <a:xfrm rot="-9373407">
                    <a:off x="3338" y="1323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63" name="Freeform 833"/>
                  <p:cNvSpPr>
                    <a:spLocks/>
                  </p:cNvSpPr>
                  <p:nvPr/>
                </p:nvSpPr>
                <p:spPr bwMode="auto">
                  <a:xfrm rot="-9373407">
                    <a:off x="3426" y="1429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64" name="Freeform 834"/>
                  <p:cNvSpPr>
                    <a:spLocks/>
                  </p:cNvSpPr>
                  <p:nvPr/>
                </p:nvSpPr>
                <p:spPr bwMode="auto">
                  <a:xfrm rot="-9373407">
                    <a:off x="3448" y="1344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65" name="Freeform 835"/>
                  <p:cNvSpPr>
                    <a:spLocks/>
                  </p:cNvSpPr>
                  <p:nvPr/>
                </p:nvSpPr>
                <p:spPr bwMode="auto">
                  <a:xfrm rot="-9373407">
                    <a:off x="3351" y="1452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66" name="Freeform 836"/>
                  <p:cNvSpPr>
                    <a:spLocks/>
                  </p:cNvSpPr>
                  <p:nvPr/>
                </p:nvSpPr>
                <p:spPr bwMode="auto">
                  <a:xfrm rot="-9373407">
                    <a:off x="3363" y="1236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19702" name="Group 837"/>
              <p:cNvGrpSpPr>
                <a:grpSpLocks/>
              </p:cNvGrpSpPr>
              <p:nvPr/>
            </p:nvGrpSpPr>
            <p:grpSpPr bwMode="auto">
              <a:xfrm>
                <a:off x="2729" y="1511"/>
                <a:ext cx="1056" cy="388"/>
                <a:chOff x="2729" y="1511"/>
                <a:chExt cx="1056" cy="388"/>
              </a:xfrm>
            </p:grpSpPr>
            <p:grpSp>
              <p:nvGrpSpPr>
                <p:cNvPr id="19717" name="Group 838"/>
                <p:cNvGrpSpPr>
                  <a:grpSpLocks/>
                </p:cNvGrpSpPr>
                <p:nvPr/>
              </p:nvGrpSpPr>
              <p:grpSpPr bwMode="auto">
                <a:xfrm>
                  <a:off x="2729" y="1514"/>
                  <a:ext cx="336" cy="367"/>
                  <a:chOff x="2729" y="1514"/>
                  <a:chExt cx="336" cy="367"/>
                </a:xfrm>
              </p:grpSpPr>
              <p:sp>
                <p:nvSpPr>
                  <p:cNvPr id="20353" name="Freeform 839"/>
                  <p:cNvSpPr>
                    <a:spLocks/>
                  </p:cNvSpPr>
                  <p:nvPr/>
                </p:nvSpPr>
                <p:spPr bwMode="auto">
                  <a:xfrm rot="1426593">
                    <a:off x="2857" y="1634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54" name="Freeform 840"/>
                  <p:cNvSpPr>
                    <a:spLocks/>
                  </p:cNvSpPr>
                  <p:nvPr/>
                </p:nvSpPr>
                <p:spPr bwMode="auto">
                  <a:xfrm rot="1426593">
                    <a:off x="2729" y="1543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55" name="Freeform 841"/>
                  <p:cNvSpPr>
                    <a:spLocks/>
                  </p:cNvSpPr>
                  <p:nvPr/>
                </p:nvSpPr>
                <p:spPr bwMode="auto">
                  <a:xfrm rot="1426593">
                    <a:off x="2819" y="1649"/>
                    <a:ext cx="135" cy="100"/>
                  </a:xfrm>
                  <a:custGeom>
                    <a:avLst/>
                    <a:gdLst>
                      <a:gd name="T0" fmla="*/ 0 w 66"/>
                      <a:gd name="T1" fmla="*/ 960 h 50"/>
                      <a:gd name="T2" fmla="*/ 1925 w 66"/>
                      <a:gd name="T3" fmla="*/ 1344 h 50"/>
                      <a:gd name="T4" fmla="*/ 857 w 66"/>
                      <a:gd name="T5" fmla="*/ 384 h 50"/>
                      <a:gd name="T6" fmla="*/ 213 w 66"/>
                      <a:gd name="T7" fmla="*/ 192 h 50"/>
                      <a:gd name="T8" fmla="*/ 0 w 66"/>
                      <a:gd name="T9" fmla="*/ 960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56" name="Freeform 842"/>
                  <p:cNvSpPr>
                    <a:spLocks/>
                  </p:cNvSpPr>
                  <p:nvPr/>
                </p:nvSpPr>
                <p:spPr bwMode="auto">
                  <a:xfrm rot="1426593">
                    <a:off x="2864" y="1514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57" name="Freeform 843"/>
                  <p:cNvSpPr>
                    <a:spLocks/>
                  </p:cNvSpPr>
                  <p:nvPr/>
                </p:nvSpPr>
                <p:spPr bwMode="auto">
                  <a:xfrm rot="1426593">
                    <a:off x="2866" y="1744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718" name="Group 844"/>
                <p:cNvGrpSpPr>
                  <a:grpSpLocks/>
                </p:cNvGrpSpPr>
                <p:nvPr/>
              </p:nvGrpSpPr>
              <p:grpSpPr bwMode="auto">
                <a:xfrm>
                  <a:off x="3019" y="1511"/>
                  <a:ext cx="335" cy="368"/>
                  <a:chOff x="3019" y="1511"/>
                  <a:chExt cx="335" cy="368"/>
                </a:xfrm>
              </p:grpSpPr>
              <p:sp>
                <p:nvSpPr>
                  <p:cNvPr id="20348" name="Freeform 845"/>
                  <p:cNvSpPr>
                    <a:spLocks/>
                  </p:cNvSpPr>
                  <p:nvPr/>
                </p:nvSpPr>
                <p:spPr bwMode="auto">
                  <a:xfrm rot="-9373407">
                    <a:off x="3019" y="1623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49" name="Freeform 846"/>
                  <p:cNvSpPr>
                    <a:spLocks/>
                  </p:cNvSpPr>
                  <p:nvPr/>
                </p:nvSpPr>
                <p:spPr bwMode="auto">
                  <a:xfrm rot="-9373407">
                    <a:off x="3107" y="1728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50" name="Freeform 847"/>
                  <p:cNvSpPr>
                    <a:spLocks/>
                  </p:cNvSpPr>
                  <p:nvPr/>
                </p:nvSpPr>
                <p:spPr bwMode="auto">
                  <a:xfrm rot="-9373407">
                    <a:off x="3129" y="1644"/>
                    <a:ext cx="135" cy="100"/>
                  </a:xfrm>
                  <a:custGeom>
                    <a:avLst/>
                    <a:gdLst>
                      <a:gd name="T0" fmla="*/ 0 w 66"/>
                      <a:gd name="T1" fmla="*/ 960 h 50"/>
                      <a:gd name="T2" fmla="*/ 1925 w 66"/>
                      <a:gd name="T3" fmla="*/ 1344 h 50"/>
                      <a:gd name="T4" fmla="*/ 857 w 66"/>
                      <a:gd name="T5" fmla="*/ 384 h 50"/>
                      <a:gd name="T6" fmla="*/ 213 w 66"/>
                      <a:gd name="T7" fmla="*/ 192 h 50"/>
                      <a:gd name="T8" fmla="*/ 0 w 66"/>
                      <a:gd name="T9" fmla="*/ 960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51" name="Freeform 848"/>
                  <p:cNvSpPr>
                    <a:spLocks/>
                  </p:cNvSpPr>
                  <p:nvPr/>
                </p:nvSpPr>
                <p:spPr bwMode="auto">
                  <a:xfrm rot="-9373407">
                    <a:off x="3032" y="1751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52" name="Freeform 849"/>
                  <p:cNvSpPr>
                    <a:spLocks/>
                  </p:cNvSpPr>
                  <p:nvPr/>
                </p:nvSpPr>
                <p:spPr bwMode="auto">
                  <a:xfrm rot="-9373407">
                    <a:off x="3044" y="1511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719" name="Group 850"/>
                <p:cNvGrpSpPr>
                  <a:grpSpLocks/>
                </p:cNvGrpSpPr>
                <p:nvPr/>
              </p:nvGrpSpPr>
              <p:grpSpPr bwMode="auto">
                <a:xfrm>
                  <a:off x="3160" y="1532"/>
                  <a:ext cx="336" cy="367"/>
                  <a:chOff x="3160" y="1532"/>
                  <a:chExt cx="336" cy="367"/>
                </a:xfrm>
              </p:grpSpPr>
              <p:sp>
                <p:nvSpPr>
                  <p:cNvPr id="20343" name="Freeform 851"/>
                  <p:cNvSpPr>
                    <a:spLocks/>
                  </p:cNvSpPr>
                  <p:nvPr/>
                </p:nvSpPr>
                <p:spPr bwMode="auto">
                  <a:xfrm rot="1426593">
                    <a:off x="3288" y="1652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44" name="Freeform 852"/>
                  <p:cNvSpPr>
                    <a:spLocks/>
                  </p:cNvSpPr>
                  <p:nvPr/>
                </p:nvSpPr>
                <p:spPr bwMode="auto">
                  <a:xfrm rot="1426593">
                    <a:off x="3160" y="1561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45" name="Freeform 853"/>
                  <p:cNvSpPr>
                    <a:spLocks/>
                  </p:cNvSpPr>
                  <p:nvPr/>
                </p:nvSpPr>
                <p:spPr bwMode="auto">
                  <a:xfrm rot="1426593">
                    <a:off x="3250" y="1667"/>
                    <a:ext cx="135" cy="100"/>
                  </a:xfrm>
                  <a:custGeom>
                    <a:avLst/>
                    <a:gdLst>
                      <a:gd name="T0" fmla="*/ 0 w 66"/>
                      <a:gd name="T1" fmla="*/ 960 h 50"/>
                      <a:gd name="T2" fmla="*/ 1925 w 66"/>
                      <a:gd name="T3" fmla="*/ 1344 h 50"/>
                      <a:gd name="T4" fmla="*/ 857 w 66"/>
                      <a:gd name="T5" fmla="*/ 384 h 50"/>
                      <a:gd name="T6" fmla="*/ 213 w 66"/>
                      <a:gd name="T7" fmla="*/ 192 h 50"/>
                      <a:gd name="T8" fmla="*/ 0 w 66"/>
                      <a:gd name="T9" fmla="*/ 960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46" name="Freeform 854"/>
                  <p:cNvSpPr>
                    <a:spLocks/>
                  </p:cNvSpPr>
                  <p:nvPr/>
                </p:nvSpPr>
                <p:spPr bwMode="auto">
                  <a:xfrm rot="1426593">
                    <a:off x="3295" y="1532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47" name="Freeform 855"/>
                  <p:cNvSpPr>
                    <a:spLocks/>
                  </p:cNvSpPr>
                  <p:nvPr/>
                </p:nvSpPr>
                <p:spPr bwMode="auto">
                  <a:xfrm rot="1426593">
                    <a:off x="3297" y="1762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732" name="Group 856"/>
                <p:cNvGrpSpPr>
                  <a:grpSpLocks/>
                </p:cNvGrpSpPr>
                <p:nvPr/>
              </p:nvGrpSpPr>
              <p:grpSpPr bwMode="auto">
                <a:xfrm>
                  <a:off x="3450" y="1529"/>
                  <a:ext cx="335" cy="368"/>
                  <a:chOff x="3450" y="1529"/>
                  <a:chExt cx="335" cy="368"/>
                </a:xfrm>
              </p:grpSpPr>
              <p:sp>
                <p:nvSpPr>
                  <p:cNvPr id="20338" name="Freeform 857"/>
                  <p:cNvSpPr>
                    <a:spLocks/>
                  </p:cNvSpPr>
                  <p:nvPr/>
                </p:nvSpPr>
                <p:spPr bwMode="auto">
                  <a:xfrm rot="-9373407">
                    <a:off x="3450" y="1641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39" name="Freeform 858"/>
                  <p:cNvSpPr>
                    <a:spLocks/>
                  </p:cNvSpPr>
                  <p:nvPr/>
                </p:nvSpPr>
                <p:spPr bwMode="auto">
                  <a:xfrm rot="-9373407">
                    <a:off x="3538" y="1746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40" name="Freeform 859"/>
                  <p:cNvSpPr>
                    <a:spLocks/>
                  </p:cNvSpPr>
                  <p:nvPr/>
                </p:nvSpPr>
                <p:spPr bwMode="auto">
                  <a:xfrm rot="-9373407">
                    <a:off x="3560" y="1662"/>
                    <a:ext cx="135" cy="100"/>
                  </a:xfrm>
                  <a:custGeom>
                    <a:avLst/>
                    <a:gdLst>
                      <a:gd name="T0" fmla="*/ 0 w 66"/>
                      <a:gd name="T1" fmla="*/ 960 h 50"/>
                      <a:gd name="T2" fmla="*/ 1925 w 66"/>
                      <a:gd name="T3" fmla="*/ 1344 h 50"/>
                      <a:gd name="T4" fmla="*/ 857 w 66"/>
                      <a:gd name="T5" fmla="*/ 384 h 50"/>
                      <a:gd name="T6" fmla="*/ 213 w 66"/>
                      <a:gd name="T7" fmla="*/ 192 h 50"/>
                      <a:gd name="T8" fmla="*/ 0 w 66"/>
                      <a:gd name="T9" fmla="*/ 960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41" name="Freeform 860"/>
                  <p:cNvSpPr>
                    <a:spLocks/>
                  </p:cNvSpPr>
                  <p:nvPr/>
                </p:nvSpPr>
                <p:spPr bwMode="auto">
                  <a:xfrm rot="-9373407">
                    <a:off x="3463" y="1769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342" name="Freeform 861"/>
                  <p:cNvSpPr>
                    <a:spLocks/>
                  </p:cNvSpPr>
                  <p:nvPr/>
                </p:nvSpPr>
                <p:spPr bwMode="auto">
                  <a:xfrm rot="-9373407">
                    <a:off x="3475" y="1529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</p:grpSp>
        <p:sp>
          <p:nvSpPr>
            <p:cNvPr id="20293" name="Oval 862"/>
            <p:cNvSpPr>
              <a:spLocks noChangeArrowheads="1"/>
            </p:cNvSpPr>
            <p:nvPr/>
          </p:nvSpPr>
          <p:spPr bwMode="auto">
            <a:xfrm rot="1426593">
              <a:off x="2750" y="1359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94" name="Oval 863"/>
            <p:cNvSpPr>
              <a:spLocks noChangeArrowheads="1"/>
            </p:cNvSpPr>
            <p:nvPr/>
          </p:nvSpPr>
          <p:spPr bwMode="auto">
            <a:xfrm rot="1426593">
              <a:off x="2841" y="1470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95" name="Oval 864"/>
            <p:cNvSpPr>
              <a:spLocks noChangeArrowheads="1"/>
            </p:cNvSpPr>
            <p:nvPr/>
          </p:nvSpPr>
          <p:spPr bwMode="auto">
            <a:xfrm rot="1426593">
              <a:off x="2981" y="1477"/>
              <a:ext cx="29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96" name="Oval 865"/>
            <p:cNvSpPr>
              <a:spLocks noChangeArrowheads="1"/>
            </p:cNvSpPr>
            <p:nvPr/>
          </p:nvSpPr>
          <p:spPr bwMode="auto">
            <a:xfrm rot="1426593">
              <a:off x="3127" y="1562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97" name="Oval 866"/>
            <p:cNvSpPr>
              <a:spLocks noChangeArrowheads="1"/>
            </p:cNvSpPr>
            <p:nvPr/>
          </p:nvSpPr>
          <p:spPr bwMode="auto">
            <a:xfrm rot="1426593">
              <a:off x="2973" y="1562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98" name="Oval 867"/>
            <p:cNvSpPr>
              <a:spLocks noChangeArrowheads="1"/>
            </p:cNvSpPr>
            <p:nvPr/>
          </p:nvSpPr>
          <p:spPr bwMode="auto">
            <a:xfrm rot="1426593">
              <a:off x="3656" y="1802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99" name="Oval 868"/>
            <p:cNvSpPr>
              <a:spLocks noChangeArrowheads="1"/>
            </p:cNvSpPr>
            <p:nvPr/>
          </p:nvSpPr>
          <p:spPr bwMode="auto">
            <a:xfrm rot="1426593">
              <a:off x="3513" y="1830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00" name="Oval 869"/>
            <p:cNvSpPr>
              <a:spLocks noChangeArrowheads="1"/>
            </p:cNvSpPr>
            <p:nvPr/>
          </p:nvSpPr>
          <p:spPr bwMode="auto">
            <a:xfrm rot="1426593">
              <a:off x="3377" y="1797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01" name="Oval 870"/>
            <p:cNvSpPr>
              <a:spLocks noChangeArrowheads="1"/>
            </p:cNvSpPr>
            <p:nvPr/>
          </p:nvSpPr>
          <p:spPr bwMode="auto">
            <a:xfrm rot="1426593">
              <a:off x="2836" y="158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02" name="Oval 871"/>
            <p:cNvSpPr>
              <a:spLocks noChangeArrowheads="1"/>
            </p:cNvSpPr>
            <p:nvPr/>
          </p:nvSpPr>
          <p:spPr bwMode="auto">
            <a:xfrm rot="1426593">
              <a:off x="2956" y="1670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03" name="Oval 872"/>
            <p:cNvSpPr>
              <a:spLocks noChangeArrowheads="1"/>
            </p:cNvSpPr>
            <p:nvPr/>
          </p:nvSpPr>
          <p:spPr bwMode="auto">
            <a:xfrm rot="1426593">
              <a:off x="3094" y="1699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04" name="Oval 873"/>
            <p:cNvSpPr>
              <a:spLocks noChangeArrowheads="1"/>
            </p:cNvSpPr>
            <p:nvPr/>
          </p:nvSpPr>
          <p:spPr bwMode="auto">
            <a:xfrm rot="1426593">
              <a:off x="3226" y="1781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05" name="Oval 874"/>
            <p:cNvSpPr>
              <a:spLocks noChangeArrowheads="1"/>
            </p:cNvSpPr>
            <p:nvPr/>
          </p:nvSpPr>
          <p:spPr bwMode="auto">
            <a:xfrm rot="1426593">
              <a:off x="3083" y="179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06" name="Oval 875"/>
            <p:cNvSpPr>
              <a:spLocks noChangeArrowheads="1"/>
            </p:cNvSpPr>
            <p:nvPr/>
          </p:nvSpPr>
          <p:spPr bwMode="auto">
            <a:xfrm rot="1426593">
              <a:off x="2934" y="1782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07" name="Oval 876"/>
            <p:cNvSpPr>
              <a:spLocks noChangeArrowheads="1"/>
            </p:cNvSpPr>
            <p:nvPr/>
          </p:nvSpPr>
          <p:spPr bwMode="auto">
            <a:xfrm rot="1426593">
              <a:off x="3406" y="1592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08" name="Oval 877"/>
            <p:cNvSpPr>
              <a:spLocks noChangeArrowheads="1"/>
            </p:cNvSpPr>
            <p:nvPr/>
          </p:nvSpPr>
          <p:spPr bwMode="auto">
            <a:xfrm rot="1426593">
              <a:off x="2716" y="1250"/>
              <a:ext cx="36" cy="3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09" name="Oval 878"/>
            <p:cNvSpPr>
              <a:spLocks noChangeArrowheads="1"/>
            </p:cNvSpPr>
            <p:nvPr/>
          </p:nvSpPr>
          <p:spPr bwMode="auto">
            <a:xfrm rot="1426593">
              <a:off x="2868" y="1348"/>
              <a:ext cx="29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10" name="Oval 879"/>
            <p:cNvSpPr>
              <a:spLocks noChangeArrowheads="1"/>
            </p:cNvSpPr>
            <p:nvPr/>
          </p:nvSpPr>
          <p:spPr bwMode="auto">
            <a:xfrm rot="1426593">
              <a:off x="3089" y="147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11" name="Oval 880"/>
            <p:cNvSpPr>
              <a:spLocks noChangeArrowheads="1"/>
            </p:cNvSpPr>
            <p:nvPr/>
          </p:nvSpPr>
          <p:spPr bwMode="auto">
            <a:xfrm rot="1426593">
              <a:off x="3405" y="1681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12" name="Oval 881"/>
            <p:cNvSpPr>
              <a:spLocks noChangeArrowheads="1"/>
            </p:cNvSpPr>
            <p:nvPr/>
          </p:nvSpPr>
          <p:spPr bwMode="auto">
            <a:xfrm rot="1426593">
              <a:off x="3285" y="1586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13" name="Oval 882"/>
            <p:cNvSpPr>
              <a:spLocks noChangeArrowheads="1"/>
            </p:cNvSpPr>
            <p:nvPr/>
          </p:nvSpPr>
          <p:spPr bwMode="auto">
            <a:xfrm rot="1426593">
              <a:off x="3294" y="1690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14" name="Oval 883"/>
            <p:cNvSpPr>
              <a:spLocks noChangeArrowheads="1"/>
            </p:cNvSpPr>
            <p:nvPr/>
          </p:nvSpPr>
          <p:spPr bwMode="auto">
            <a:xfrm rot="1426593">
              <a:off x="3199" y="1684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15" name="Oval 884"/>
            <p:cNvSpPr>
              <a:spLocks noChangeArrowheads="1"/>
            </p:cNvSpPr>
            <p:nvPr/>
          </p:nvSpPr>
          <p:spPr bwMode="auto">
            <a:xfrm rot="1426593">
              <a:off x="3157" y="1279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16" name="Oval 885"/>
            <p:cNvSpPr>
              <a:spLocks noChangeArrowheads="1"/>
            </p:cNvSpPr>
            <p:nvPr/>
          </p:nvSpPr>
          <p:spPr bwMode="auto">
            <a:xfrm rot="1426593">
              <a:off x="3005" y="1255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17" name="Oval 886"/>
            <p:cNvSpPr>
              <a:spLocks noChangeArrowheads="1"/>
            </p:cNvSpPr>
            <p:nvPr/>
          </p:nvSpPr>
          <p:spPr bwMode="auto">
            <a:xfrm rot="1426593">
              <a:off x="2866" y="1249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18" name="Oval 887"/>
            <p:cNvSpPr>
              <a:spLocks noChangeArrowheads="1"/>
            </p:cNvSpPr>
            <p:nvPr/>
          </p:nvSpPr>
          <p:spPr bwMode="auto">
            <a:xfrm rot="1426593">
              <a:off x="2985" y="1365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19" name="Oval 888"/>
            <p:cNvSpPr>
              <a:spLocks noChangeArrowheads="1"/>
            </p:cNvSpPr>
            <p:nvPr/>
          </p:nvSpPr>
          <p:spPr bwMode="auto">
            <a:xfrm rot="1426593">
              <a:off x="3091" y="1357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20" name="Oval 889"/>
            <p:cNvSpPr>
              <a:spLocks noChangeArrowheads="1"/>
            </p:cNvSpPr>
            <p:nvPr/>
          </p:nvSpPr>
          <p:spPr bwMode="auto">
            <a:xfrm rot="1426593">
              <a:off x="3272" y="1480"/>
              <a:ext cx="29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21" name="Oval 890"/>
            <p:cNvSpPr>
              <a:spLocks noChangeArrowheads="1"/>
            </p:cNvSpPr>
            <p:nvPr/>
          </p:nvSpPr>
          <p:spPr bwMode="auto">
            <a:xfrm rot="1426593">
              <a:off x="3626" y="1693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22" name="Oval 891"/>
            <p:cNvSpPr>
              <a:spLocks noChangeArrowheads="1"/>
            </p:cNvSpPr>
            <p:nvPr/>
          </p:nvSpPr>
          <p:spPr bwMode="auto">
            <a:xfrm rot="1426593">
              <a:off x="3530" y="1712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23" name="Oval 892"/>
            <p:cNvSpPr>
              <a:spLocks noChangeArrowheads="1"/>
            </p:cNvSpPr>
            <p:nvPr/>
          </p:nvSpPr>
          <p:spPr bwMode="auto">
            <a:xfrm rot="1426593">
              <a:off x="3510" y="1385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24" name="Oval 893"/>
            <p:cNvSpPr>
              <a:spLocks noChangeArrowheads="1"/>
            </p:cNvSpPr>
            <p:nvPr/>
          </p:nvSpPr>
          <p:spPr bwMode="auto">
            <a:xfrm rot="1426593">
              <a:off x="3422" y="127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25" name="Oval 894"/>
            <p:cNvSpPr>
              <a:spLocks noChangeArrowheads="1"/>
            </p:cNvSpPr>
            <p:nvPr/>
          </p:nvSpPr>
          <p:spPr bwMode="auto">
            <a:xfrm rot="1426593">
              <a:off x="3298" y="1262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26" name="Oval 895"/>
            <p:cNvSpPr>
              <a:spLocks noChangeArrowheads="1"/>
            </p:cNvSpPr>
            <p:nvPr/>
          </p:nvSpPr>
          <p:spPr bwMode="auto">
            <a:xfrm rot="1426593">
              <a:off x="3417" y="1394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27" name="Oval 896"/>
            <p:cNvSpPr>
              <a:spLocks noChangeArrowheads="1"/>
            </p:cNvSpPr>
            <p:nvPr/>
          </p:nvSpPr>
          <p:spPr bwMode="auto">
            <a:xfrm rot="1426593">
              <a:off x="3179" y="1387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28" name="Oval 897"/>
            <p:cNvSpPr>
              <a:spLocks noChangeArrowheads="1"/>
            </p:cNvSpPr>
            <p:nvPr/>
          </p:nvSpPr>
          <p:spPr bwMode="auto">
            <a:xfrm rot="1426593">
              <a:off x="3281" y="1362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29" name="Oval 898"/>
            <p:cNvSpPr>
              <a:spLocks noChangeArrowheads="1"/>
            </p:cNvSpPr>
            <p:nvPr/>
          </p:nvSpPr>
          <p:spPr bwMode="auto">
            <a:xfrm rot="1426593">
              <a:off x="3403" y="1489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30" name="Oval 899"/>
            <p:cNvSpPr>
              <a:spLocks noChangeArrowheads="1"/>
            </p:cNvSpPr>
            <p:nvPr/>
          </p:nvSpPr>
          <p:spPr bwMode="auto">
            <a:xfrm rot="1426593">
              <a:off x="3524" y="158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331" name="Oval 900"/>
            <p:cNvSpPr>
              <a:spLocks noChangeArrowheads="1"/>
            </p:cNvSpPr>
            <p:nvPr/>
          </p:nvSpPr>
          <p:spPr bwMode="auto">
            <a:xfrm rot="1426593">
              <a:off x="3525" y="1476"/>
              <a:ext cx="31" cy="3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9733" name="Group 901"/>
          <p:cNvGrpSpPr>
            <a:grpSpLocks/>
          </p:cNvGrpSpPr>
          <p:nvPr>
            <p:custDataLst>
              <p:tags r:id="rId85"/>
            </p:custDataLst>
          </p:nvPr>
        </p:nvGrpSpPr>
        <p:grpSpPr bwMode="auto">
          <a:xfrm>
            <a:off x="5018088" y="2851150"/>
            <a:ext cx="1854200" cy="1120775"/>
            <a:chOff x="2784" y="1803"/>
            <a:chExt cx="1168" cy="706"/>
          </a:xfrm>
        </p:grpSpPr>
        <p:grpSp>
          <p:nvGrpSpPr>
            <p:cNvPr id="19734" name="Group 902"/>
            <p:cNvGrpSpPr>
              <a:grpSpLocks/>
            </p:cNvGrpSpPr>
            <p:nvPr/>
          </p:nvGrpSpPr>
          <p:grpSpPr bwMode="auto">
            <a:xfrm>
              <a:off x="2784" y="1803"/>
              <a:ext cx="1168" cy="706"/>
              <a:chOff x="2784" y="1803"/>
              <a:chExt cx="1168" cy="706"/>
            </a:xfrm>
          </p:grpSpPr>
          <p:grpSp>
            <p:nvGrpSpPr>
              <p:cNvPr id="19736" name="Group 903"/>
              <p:cNvGrpSpPr>
                <a:grpSpLocks/>
              </p:cNvGrpSpPr>
              <p:nvPr/>
            </p:nvGrpSpPr>
            <p:grpSpPr bwMode="auto">
              <a:xfrm>
                <a:off x="2784" y="1803"/>
                <a:ext cx="1056" cy="389"/>
                <a:chOff x="2784" y="1803"/>
                <a:chExt cx="1056" cy="389"/>
              </a:xfrm>
            </p:grpSpPr>
            <p:grpSp>
              <p:nvGrpSpPr>
                <p:cNvPr id="19737" name="Group 904"/>
                <p:cNvGrpSpPr>
                  <a:grpSpLocks/>
                </p:cNvGrpSpPr>
                <p:nvPr/>
              </p:nvGrpSpPr>
              <p:grpSpPr bwMode="auto">
                <a:xfrm>
                  <a:off x="2784" y="1806"/>
                  <a:ext cx="336" cy="368"/>
                  <a:chOff x="2784" y="1806"/>
                  <a:chExt cx="336" cy="368"/>
                </a:xfrm>
              </p:grpSpPr>
              <p:sp>
                <p:nvSpPr>
                  <p:cNvPr id="20287" name="Freeform 905"/>
                  <p:cNvSpPr>
                    <a:spLocks/>
                  </p:cNvSpPr>
                  <p:nvPr/>
                </p:nvSpPr>
                <p:spPr bwMode="auto">
                  <a:xfrm rot="1426593">
                    <a:off x="2912" y="1927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88" name="Freeform 906"/>
                  <p:cNvSpPr>
                    <a:spLocks/>
                  </p:cNvSpPr>
                  <p:nvPr/>
                </p:nvSpPr>
                <p:spPr bwMode="auto">
                  <a:xfrm rot="1426593">
                    <a:off x="2784" y="1835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89" name="Freeform 907"/>
                  <p:cNvSpPr>
                    <a:spLocks/>
                  </p:cNvSpPr>
                  <p:nvPr/>
                </p:nvSpPr>
                <p:spPr bwMode="auto">
                  <a:xfrm rot="1426593">
                    <a:off x="2874" y="1941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90" name="Freeform 908"/>
                  <p:cNvSpPr>
                    <a:spLocks/>
                  </p:cNvSpPr>
                  <p:nvPr/>
                </p:nvSpPr>
                <p:spPr bwMode="auto">
                  <a:xfrm rot="1426593">
                    <a:off x="2919" y="1806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91" name="Freeform 909"/>
                  <p:cNvSpPr>
                    <a:spLocks/>
                  </p:cNvSpPr>
                  <p:nvPr/>
                </p:nvSpPr>
                <p:spPr bwMode="auto">
                  <a:xfrm rot="1426593">
                    <a:off x="2921" y="2037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819" name="Group 910"/>
                <p:cNvGrpSpPr>
                  <a:grpSpLocks/>
                </p:cNvGrpSpPr>
                <p:nvPr/>
              </p:nvGrpSpPr>
              <p:grpSpPr bwMode="auto">
                <a:xfrm>
                  <a:off x="3074" y="1803"/>
                  <a:ext cx="335" cy="369"/>
                  <a:chOff x="3074" y="1803"/>
                  <a:chExt cx="335" cy="369"/>
                </a:xfrm>
              </p:grpSpPr>
              <p:sp>
                <p:nvSpPr>
                  <p:cNvPr id="20282" name="Freeform 911"/>
                  <p:cNvSpPr>
                    <a:spLocks/>
                  </p:cNvSpPr>
                  <p:nvPr/>
                </p:nvSpPr>
                <p:spPr bwMode="auto">
                  <a:xfrm rot="-9373407">
                    <a:off x="3074" y="1915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83" name="Freeform 912"/>
                  <p:cNvSpPr>
                    <a:spLocks/>
                  </p:cNvSpPr>
                  <p:nvPr/>
                </p:nvSpPr>
                <p:spPr bwMode="auto">
                  <a:xfrm rot="-9373407">
                    <a:off x="3162" y="2021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84" name="Freeform 913"/>
                  <p:cNvSpPr>
                    <a:spLocks/>
                  </p:cNvSpPr>
                  <p:nvPr/>
                </p:nvSpPr>
                <p:spPr bwMode="auto">
                  <a:xfrm rot="-9373407">
                    <a:off x="3184" y="1936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85" name="Freeform 914"/>
                  <p:cNvSpPr>
                    <a:spLocks/>
                  </p:cNvSpPr>
                  <p:nvPr/>
                </p:nvSpPr>
                <p:spPr bwMode="auto">
                  <a:xfrm rot="-9373407">
                    <a:off x="3087" y="2044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86" name="Freeform 915"/>
                  <p:cNvSpPr>
                    <a:spLocks/>
                  </p:cNvSpPr>
                  <p:nvPr/>
                </p:nvSpPr>
                <p:spPr bwMode="auto">
                  <a:xfrm rot="-9373407">
                    <a:off x="3099" y="1803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821" name="Group 916"/>
                <p:cNvGrpSpPr>
                  <a:grpSpLocks/>
                </p:cNvGrpSpPr>
                <p:nvPr/>
              </p:nvGrpSpPr>
              <p:grpSpPr bwMode="auto">
                <a:xfrm>
                  <a:off x="3215" y="1824"/>
                  <a:ext cx="336" cy="368"/>
                  <a:chOff x="3215" y="1824"/>
                  <a:chExt cx="336" cy="368"/>
                </a:xfrm>
              </p:grpSpPr>
              <p:sp>
                <p:nvSpPr>
                  <p:cNvPr id="20277" name="Freeform 917"/>
                  <p:cNvSpPr>
                    <a:spLocks/>
                  </p:cNvSpPr>
                  <p:nvPr/>
                </p:nvSpPr>
                <p:spPr bwMode="auto">
                  <a:xfrm rot="1426593">
                    <a:off x="3343" y="1945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78" name="Freeform 918"/>
                  <p:cNvSpPr>
                    <a:spLocks/>
                  </p:cNvSpPr>
                  <p:nvPr/>
                </p:nvSpPr>
                <p:spPr bwMode="auto">
                  <a:xfrm rot="1426593">
                    <a:off x="3215" y="1853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79" name="Freeform 919"/>
                  <p:cNvSpPr>
                    <a:spLocks/>
                  </p:cNvSpPr>
                  <p:nvPr/>
                </p:nvSpPr>
                <p:spPr bwMode="auto">
                  <a:xfrm rot="1426593">
                    <a:off x="3305" y="1959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80" name="Freeform 920"/>
                  <p:cNvSpPr>
                    <a:spLocks/>
                  </p:cNvSpPr>
                  <p:nvPr/>
                </p:nvSpPr>
                <p:spPr bwMode="auto">
                  <a:xfrm rot="1426593">
                    <a:off x="3350" y="1824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81" name="Freeform 921"/>
                  <p:cNvSpPr>
                    <a:spLocks/>
                  </p:cNvSpPr>
                  <p:nvPr/>
                </p:nvSpPr>
                <p:spPr bwMode="auto">
                  <a:xfrm rot="1426593">
                    <a:off x="3352" y="2055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824" name="Group 922"/>
                <p:cNvGrpSpPr>
                  <a:grpSpLocks/>
                </p:cNvGrpSpPr>
                <p:nvPr/>
              </p:nvGrpSpPr>
              <p:grpSpPr bwMode="auto">
                <a:xfrm>
                  <a:off x="3505" y="1821"/>
                  <a:ext cx="335" cy="369"/>
                  <a:chOff x="3505" y="1821"/>
                  <a:chExt cx="335" cy="369"/>
                </a:xfrm>
              </p:grpSpPr>
              <p:sp>
                <p:nvSpPr>
                  <p:cNvPr id="20272" name="Freeform 923"/>
                  <p:cNvSpPr>
                    <a:spLocks/>
                  </p:cNvSpPr>
                  <p:nvPr/>
                </p:nvSpPr>
                <p:spPr bwMode="auto">
                  <a:xfrm rot="-9373407">
                    <a:off x="3505" y="1933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73" name="Freeform 924"/>
                  <p:cNvSpPr>
                    <a:spLocks/>
                  </p:cNvSpPr>
                  <p:nvPr/>
                </p:nvSpPr>
                <p:spPr bwMode="auto">
                  <a:xfrm rot="-9373407">
                    <a:off x="3593" y="2039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74" name="Freeform 925"/>
                  <p:cNvSpPr>
                    <a:spLocks/>
                  </p:cNvSpPr>
                  <p:nvPr/>
                </p:nvSpPr>
                <p:spPr bwMode="auto">
                  <a:xfrm rot="-9373407">
                    <a:off x="3615" y="1954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75" name="Freeform 926"/>
                  <p:cNvSpPr>
                    <a:spLocks/>
                  </p:cNvSpPr>
                  <p:nvPr/>
                </p:nvSpPr>
                <p:spPr bwMode="auto">
                  <a:xfrm rot="-9373407">
                    <a:off x="3518" y="2062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76" name="Freeform 927"/>
                  <p:cNvSpPr>
                    <a:spLocks/>
                  </p:cNvSpPr>
                  <p:nvPr/>
                </p:nvSpPr>
                <p:spPr bwMode="auto">
                  <a:xfrm rot="-9373407">
                    <a:off x="3530" y="1821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19837" name="Group 928"/>
              <p:cNvGrpSpPr>
                <a:grpSpLocks/>
              </p:cNvGrpSpPr>
              <p:nvPr/>
            </p:nvGrpSpPr>
            <p:grpSpPr bwMode="auto">
              <a:xfrm>
                <a:off x="2896" y="2120"/>
                <a:ext cx="1056" cy="389"/>
                <a:chOff x="2896" y="2120"/>
                <a:chExt cx="1056" cy="389"/>
              </a:xfrm>
            </p:grpSpPr>
            <p:grpSp>
              <p:nvGrpSpPr>
                <p:cNvPr id="19838" name="Group 929"/>
                <p:cNvGrpSpPr>
                  <a:grpSpLocks/>
                </p:cNvGrpSpPr>
                <p:nvPr/>
              </p:nvGrpSpPr>
              <p:grpSpPr bwMode="auto">
                <a:xfrm>
                  <a:off x="2896" y="2123"/>
                  <a:ext cx="336" cy="368"/>
                  <a:chOff x="2896" y="2123"/>
                  <a:chExt cx="336" cy="368"/>
                </a:xfrm>
              </p:grpSpPr>
              <p:sp>
                <p:nvSpPr>
                  <p:cNvPr id="20263" name="Freeform 930"/>
                  <p:cNvSpPr>
                    <a:spLocks/>
                  </p:cNvSpPr>
                  <p:nvPr/>
                </p:nvSpPr>
                <p:spPr bwMode="auto">
                  <a:xfrm rot="1426593">
                    <a:off x="3024" y="2244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64" name="Freeform 931"/>
                  <p:cNvSpPr>
                    <a:spLocks/>
                  </p:cNvSpPr>
                  <p:nvPr/>
                </p:nvSpPr>
                <p:spPr bwMode="auto">
                  <a:xfrm rot="1426593">
                    <a:off x="2896" y="2152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65" name="Freeform 932"/>
                  <p:cNvSpPr>
                    <a:spLocks/>
                  </p:cNvSpPr>
                  <p:nvPr/>
                </p:nvSpPr>
                <p:spPr bwMode="auto">
                  <a:xfrm rot="1426593">
                    <a:off x="2986" y="2258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66" name="Freeform 933"/>
                  <p:cNvSpPr>
                    <a:spLocks/>
                  </p:cNvSpPr>
                  <p:nvPr/>
                </p:nvSpPr>
                <p:spPr bwMode="auto">
                  <a:xfrm rot="1426593">
                    <a:off x="3031" y="2123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67" name="Freeform 934"/>
                  <p:cNvSpPr>
                    <a:spLocks/>
                  </p:cNvSpPr>
                  <p:nvPr/>
                </p:nvSpPr>
                <p:spPr bwMode="auto">
                  <a:xfrm rot="1426593">
                    <a:off x="3033" y="2354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839" name="Group 935"/>
                <p:cNvGrpSpPr>
                  <a:grpSpLocks/>
                </p:cNvGrpSpPr>
                <p:nvPr/>
              </p:nvGrpSpPr>
              <p:grpSpPr bwMode="auto">
                <a:xfrm>
                  <a:off x="3186" y="2120"/>
                  <a:ext cx="335" cy="369"/>
                  <a:chOff x="3186" y="2120"/>
                  <a:chExt cx="335" cy="369"/>
                </a:xfrm>
              </p:grpSpPr>
              <p:sp>
                <p:nvSpPr>
                  <p:cNvPr id="20258" name="Freeform 936"/>
                  <p:cNvSpPr>
                    <a:spLocks/>
                  </p:cNvSpPr>
                  <p:nvPr/>
                </p:nvSpPr>
                <p:spPr bwMode="auto">
                  <a:xfrm rot="-9373407">
                    <a:off x="3186" y="2232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59" name="Freeform 937"/>
                  <p:cNvSpPr>
                    <a:spLocks/>
                  </p:cNvSpPr>
                  <p:nvPr/>
                </p:nvSpPr>
                <p:spPr bwMode="auto">
                  <a:xfrm rot="-9373407">
                    <a:off x="3274" y="2338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60" name="Freeform 938"/>
                  <p:cNvSpPr>
                    <a:spLocks/>
                  </p:cNvSpPr>
                  <p:nvPr/>
                </p:nvSpPr>
                <p:spPr bwMode="auto">
                  <a:xfrm rot="-9373407">
                    <a:off x="3296" y="2253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61" name="Freeform 939"/>
                  <p:cNvSpPr>
                    <a:spLocks/>
                  </p:cNvSpPr>
                  <p:nvPr/>
                </p:nvSpPr>
                <p:spPr bwMode="auto">
                  <a:xfrm rot="-9373407">
                    <a:off x="3199" y="2361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62" name="Freeform 940"/>
                  <p:cNvSpPr>
                    <a:spLocks/>
                  </p:cNvSpPr>
                  <p:nvPr/>
                </p:nvSpPr>
                <p:spPr bwMode="auto">
                  <a:xfrm rot="-9373407">
                    <a:off x="3211" y="2120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840" name="Group 941"/>
                <p:cNvGrpSpPr>
                  <a:grpSpLocks/>
                </p:cNvGrpSpPr>
                <p:nvPr/>
              </p:nvGrpSpPr>
              <p:grpSpPr bwMode="auto">
                <a:xfrm>
                  <a:off x="3327" y="2141"/>
                  <a:ext cx="336" cy="368"/>
                  <a:chOff x="3327" y="2141"/>
                  <a:chExt cx="336" cy="368"/>
                </a:xfrm>
              </p:grpSpPr>
              <p:sp>
                <p:nvSpPr>
                  <p:cNvPr id="20253" name="Freeform 942"/>
                  <p:cNvSpPr>
                    <a:spLocks/>
                  </p:cNvSpPr>
                  <p:nvPr/>
                </p:nvSpPr>
                <p:spPr bwMode="auto">
                  <a:xfrm rot="1426593">
                    <a:off x="3455" y="2262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54" name="Freeform 943"/>
                  <p:cNvSpPr>
                    <a:spLocks/>
                  </p:cNvSpPr>
                  <p:nvPr/>
                </p:nvSpPr>
                <p:spPr bwMode="auto">
                  <a:xfrm rot="1426593">
                    <a:off x="3327" y="2170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55" name="Freeform 944"/>
                  <p:cNvSpPr>
                    <a:spLocks/>
                  </p:cNvSpPr>
                  <p:nvPr/>
                </p:nvSpPr>
                <p:spPr bwMode="auto">
                  <a:xfrm rot="1426593">
                    <a:off x="3417" y="2276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56" name="Freeform 945"/>
                  <p:cNvSpPr>
                    <a:spLocks/>
                  </p:cNvSpPr>
                  <p:nvPr/>
                </p:nvSpPr>
                <p:spPr bwMode="auto">
                  <a:xfrm rot="1426593">
                    <a:off x="3462" y="2141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57" name="Freeform 946"/>
                  <p:cNvSpPr>
                    <a:spLocks/>
                  </p:cNvSpPr>
                  <p:nvPr/>
                </p:nvSpPr>
                <p:spPr bwMode="auto">
                  <a:xfrm rot="1426593">
                    <a:off x="3464" y="2372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19841" name="Group 947"/>
                <p:cNvGrpSpPr>
                  <a:grpSpLocks/>
                </p:cNvGrpSpPr>
                <p:nvPr/>
              </p:nvGrpSpPr>
              <p:grpSpPr bwMode="auto">
                <a:xfrm>
                  <a:off x="3617" y="2138"/>
                  <a:ext cx="335" cy="369"/>
                  <a:chOff x="3617" y="2138"/>
                  <a:chExt cx="335" cy="369"/>
                </a:xfrm>
              </p:grpSpPr>
              <p:sp>
                <p:nvSpPr>
                  <p:cNvPr id="20248" name="Freeform 948"/>
                  <p:cNvSpPr>
                    <a:spLocks/>
                  </p:cNvSpPr>
                  <p:nvPr/>
                </p:nvSpPr>
                <p:spPr bwMode="auto">
                  <a:xfrm rot="-9373407">
                    <a:off x="3617" y="2250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49" name="Freeform 949"/>
                  <p:cNvSpPr>
                    <a:spLocks/>
                  </p:cNvSpPr>
                  <p:nvPr/>
                </p:nvSpPr>
                <p:spPr bwMode="auto">
                  <a:xfrm rot="-9373407">
                    <a:off x="3705" y="2356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50" name="Freeform 950"/>
                  <p:cNvSpPr>
                    <a:spLocks/>
                  </p:cNvSpPr>
                  <p:nvPr/>
                </p:nvSpPr>
                <p:spPr bwMode="auto">
                  <a:xfrm rot="-9373407">
                    <a:off x="3727" y="2271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51" name="Freeform 951"/>
                  <p:cNvSpPr>
                    <a:spLocks/>
                  </p:cNvSpPr>
                  <p:nvPr/>
                </p:nvSpPr>
                <p:spPr bwMode="auto">
                  <a:xfrm rot="-9373407">
                    <a:off x="3630" y="2379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0252" name="Freeform 952"/>
                  <p:cNvSpPr>
                    <a:spLocks/>
                  </p:cNvSpPr>
                  <p:nvPr/>
                </p:nvSpPr>
                <p:spPr bwMode="auto">
                  <a:xfrm rot="-9373407">
                    <a:off x="3642" y="2138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</p:grpSp>
        <p:sp>
          <p:nvSpPr>
            <p:cNvPr id="20203" name="Oval 953"/>
            <p:cNvSpPr>
              <a:spLocks noChangeArrowheads="1"/>
            </p:cNvSpPr>
            <p:nvPr/>
          </p:nvSpPr>
          <p:spPr bwMode="auto">
            <a:xfrm rot="1426593">
              <a:off x="2917" y="1969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04" name="Oval 954"/>
            <p:cNvSpPr>
              <a:spLocks noChangeArrowheads="1"/>
            </p:cNvSpPr>
            <p:nvPr/>
          </p:nvSpPr>
          <p:spPr bwMode="auto">
            <a:xfrm rot="1426593">
              <a:off x="3008" y="2080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05" name="Oval 955"/>
            <p:cNvSpPr>
              <a:spLocks noChangeArrowheads="1"/>
            </p:cNvSpPr>
            <p:nvPr/>
          </p:nvSpPr>
          <p:spPr bwMode="auto">
            <a:xfrm rot="1426593">
              <a:off x="3148" y="2087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06" name="Oval 956"/>
            <p:cNvSpPr>
              <a:spLocks noChangeArrowheads="1"/>
            </p:cNvSpPr>
            <p:nvPr/>
          </p:nvSpPr>
          <p:spPr bwMode="auto">
            <a:xfrm rot="1426593">
              <a:off x="3294" y="2172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07" name="Oval 957"/>
            <p:cNvSpPr>
              <a:spLocks noChangeArrowheads="1"/>
            </p:cNvSpPr>
            <p:nvPr/>
          </p:nvSpPr>
          <p:spPr bwMode="auto">
            <a:xfrm rot="1426593">
              <a:off x="3140" y="2172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08" name="Oval 958"/>
            <p:cNvSpPr>
              <a:spLocks noChangeArrowheads="1"/>
            </p:cNvSpPr>
            <p:nvPr/>
          </p:nvSpPr>
          <p:spPr bwMode="auto">
            <a:xfrm rot="1426593">
              <a:off x="3823" y="2412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09" name="Oval 959"/>
            <p:cNvSpPr>
              <a:spLocks noChangeArrowheads="1"/>
            </p:cNvSpPr>
            <p:nvPr/>
          </p:nvSpPr>
          <p:spPr bwMode="auto">
            <a:xfrm rot="1426593">
              <a:off x="3680" y="2440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10" name="Oval 960"/>
            <p:cNvSpPr>
              <a:spLocks noChangeArrowheads="1"/>
            </p:cNvSpPr>
            <p:nvPr/>
          </p:nvSpPr>
          <p:spPr bwMode="auto">
            <a:xfrm rot="1426593">
              <a:off x="3544" y="2407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11" name="Oval 961"/>
            <p:cNvSpPr>
              <a:spLocks noChangeArrowheads="1"/>
            </p:cNvSpPr>
            <p:nvPr/>
          </p:nvSpPr>
          <p:spPr bwMode="auto">
            <a:xfrm rot="1426593">
              <a:off x="3003" y="219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12" name="Oval 962"/>
            <p:cNvSpPr>
              <a:spLocks noChangeArrowheads="1"/>
            </p:cNvSpPr>
            <p:nvPr/>
          </p:nvSpPr>
          <p:spPr bwMode="auto">
            <a:xfrm rot="1426593">
              <a:off x="3123" y="2280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13" name="Oval 963"/>
            <p:cNvSpPr>
              <a:spLocks noChangeArrowheads="1"/>
            </p:cNvSpPr>
            <p:nvPr/>
          </p:nvSpPr>
          <p:spPr bwMode="auto">
            <a:xfrm rot="1426593">
              <a:off x="3261" y="2309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14" name="Oval 964"/>
            <p:cNvSpPr>
              <a:spLocks noChangeArrowheads="1"/>
            </p:cNvSpPr>
            <p:nvPr/>
          </p:nvSpPr>
          <p:spPr bwMode="auto">
            <a:xfrm rot="1426593">
              <a:off x="3393" y="2391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15" name="Oval 965"/>
            <p:cNvSpPr>
              <a:spLocks noChangeArrowheads="1"/>
            </p:cNvSpPr>
            <p:nvPr/>
          </p:nvSpPr>
          <p:spPr bwMode="auto">
            <a:xfrm rot="1426593">
              <a:off x="3250" y="240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16" name="Oval 966"/>
            <p:cNvSpPr>
              <a:spLocks noChangeArrowheads="1"/>
            </p:cNvSpPr>
            <p:nvPr/>
          </p:nvSpPr>
          <p:spPr bwMode="auto">
            <a:xfrm rot="1426593">
              <a:off x="3101" y="2392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17" name="Oval 967"/>
            <p:cNvSpPr>
              <a:spLocks noChangeArrowheads="1"/>
            </p:cNvSpPr>
            <p:nvPr/>
          </p:nvSpPr>
          <p:spPr bwMode="auto">
            <a:xfrm rot="1426593">
              <a:off x="3573" y="2202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18" name="Oval 968"/>
            <p:cNvSpPr>
              <a:spLocks noChangeArrowheads="1"/>
            </p:cNvSpPr>
            <p:nvPr/>
          </p:nvSpPr>
          <p:spPr bwMode="auto">
            <a:xfrm rot="1426593">
              <a:off x="2890" y="1860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19" name="Oval 969"/>
            <p:cNvSpPr>
              <a:spLocks noChangeArrowheads="1"/>
            </p:cNvSpPr>
            <p:nvPr/>
          </p:nvSpPr>
          <p:spPr bwMode="auto">
            <a:xfrm rot="1426593">
              <a:off x="3035" y="1958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20" name="Oval 970"/>
            <p:cNvSpPr>
              <a:spLocks noChangeArrowheads="1"/>
            </p:cNvSpPr>
            <p:nvPr/>
          </p:nvSpPr>
          <p:spPr bwMode="auto">
            <a:xfrm rot="1426593">
              <a:off x="3256" y="208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21" name="Oval 971"/>
            <p:cNvSpPr>
              <a:spLocks noChangeArrowheads="1"/>
            </p:cNvSpPr>
            <p:nvPr/>
          </p:nvSpPr>
          <p:spPr bwMode="auto">
            <a:xfrm rot="1426593">
              <a:off x="3572" y="2291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22" name="Oval 972"/>
            <p:cNvSpPr>
              <a:spLocks noChangeArrowheads="1"/>
            </p:cNvSpPr>
            <p:nvPr/>
          </p:nvSpPr>
          <p:spPr bwMode="auto">
            <a:xfrm rot="1426593">
              <a:off x="3452" y="2196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23" name="Oval 973"/>
            <p:cNvSpPr>
              <a:spLocks noChangeArrowheads="1"/>
            </p:cNvSpPr>
            <p:nvPr/>
          </p:nvSpPr>
          <p:spPr bwMode="auto">
            <a:xfrm rot="1426593">
              <a:off x="3461" y="2300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24" name="Oval 974"/>
            <p:cNvSpPr>
              <a:spLocks noChangeArrowheads="1"/>
            </p:cNvSpPr>
            <p:nvPr/>
          </p:nvSpPr>
          <p:spPr bwMode="auto">
            <a:xfrm rot="1426593">
              <a:off x="3366" y="2294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25" name="Oval 975"/>
            <p:cNvSpPr>
              <a:spLocks noChangeArrowheads="1"/>
            </p:cNvSpPr>
            <p:nvPr/>
          </p:nvSpPr>
          <p:spPr bwMode="auto">
            <a:xfrm rot="1426593">
              <a:off x="3324" y="1889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26" name="Oval 976"/>
            <p:cNvSpPr>
              <a:spLocks noChangeArrowheads="1"/>
            </p:cNvSpPr>
            <p:nvPr/>
          </p:nvSpPr>
          <p:spPr bwMode="auto">
            <a:xfrm rot="1426593">
              <a:off x="3172" y="1865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27" name="Oval 977"/>
            <p:cNvSpPr>
              <a:spLocks noChangeArrowheads="1"/>
            </p:cNvSpPr>
            <p:nvPr/>
          </p:nvSpPr>
          <p:spPr bwMode="auto">
            <a:xfrm rot="1426593">
              <a:off x="3033" y="1859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28" name="Oval 978"/>
            <p:cNvSpPr>
              <a:spLocks noChangeArrowheads="1"/>
            </p:cNvSpPr>
            <p:nvPr/>
          </p:nvSpPr>
          <p:spPr bwMode="auto">
            <a:xfrm rot="1426593">
              <a:off x="3152" y="1975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29" name="Oval 979"/>
            <p:cNvSpPr>
              <a:spLocks noChangeArrowheads="1"/>
            </p:cNvSpPr>
            <p:nvPr/>
          </p:nvSpPr>
          <p:spPr bwMode="auto">
            <a:xfrm rot="1426593">
              <a:off x="3258" y="1966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30" name="Oval 980"/>
            <p:cNvSpPr>
              <a:spLocks noChangeArrowheads="1"/>
            </p:cNvSpPr>
            <p:nvPr/>
          </p:nvSpPr>
          <p:spPr bwMode="auto">
            <a:xfrm rot="1426593">
              <a:off x="3439" y="2090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31" name="Oval 981"/>
            <p:cNvSpPr>
              <a:spLocks noChangeArrowheads="1"/>
            </p:cNvSpPr>
            <p:nvPr/>
          </p:nvSpPr>
          <p:spPr bwMode="auto">
            <a:xfrm rot="1426593">
              <a:off x="3793" y="2303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32" name="Oval 982"/>
            <p:cNvSpPr>
              <a:spLocks noChangeArrowheads="1"/>
            </p:cNvSpPr>
            <p:nvPr/>
          </p:nvSpPr>
          <p:spPr bwMode="auto">
            <a:xfrm rot="1426593">
              <a:off x="3697" y="2322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33" name="Oval 983"/>
            <p:cNvSpPr>
              <a:spLocks noChangeArrowheads="1"/>
            </p:cNvSpPr>
            <p:nvPr/>
          </p:nvSpPr>
          <p:spPr bwMode="auto">
            <a:xfrm rot="1426593">
              <a:off x="3677" y="1995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34" name="Oval 984"/>
            <p:cNvSpPr>
              <a:spLocks noChangeArrowheads="1"/>
            </p:cNvSpPr>
            <p:nvPr/>
          </p:nvSpPr>
          <p:spPr bwMode="auto">
            <a:xfrm rot="1426593">
              <a:off x="3589" y="188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35" name="Oval 985"/>
            <p:cNvSpPr>
              <a:spLocks noChangeArrowheads="1"/>
            </p:cNvSpPr>
            <p:nvPr/>
          </p:nvSpPr>
          <p:spPr bwMode="auto">
            <a:xfrm rot="1426593">
              <a:off x="3465" y="1872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36" name="Oval 986"/>
            <p:cNvSpPr>
              <a:spLocks noChangeArrowheads="1"/>
            </p:cNvSpPr>
            <p:nvPr/>
          </p:nvSpPr>
          <p:spPr bwMode="auto">
            <a:xfrm rot="1426593">
              <a:off x="3584" y="2004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37" name="Oval 987"/>
            <p:cNvSpPr>
              <a:spLocks noChangeArrowheads="1"/>
            </p:cNvSpPr>
            <p:nvPr/>
          </p:nvSpPr>
          <p:spPr bwMode="auto">
            <a:xfrm rot="1426593">
              <a:off x="3346" y="1997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38" name="Oval 988"/>
            <p:cNvSpPr>
              <a:spLocks noChangeArrowheads="1"/>
            </p:cNvSpPr>
            <p:nvPr/>
          </p:nvSpPr>
          <p:spPr bwMode="auto">
            <a:xfrm rot="1426593">
              <a:off x="3448" y="1972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39" name="Oval 989"/>
            <p:cNvSpPr>
              <a:spLocks noChangeArrowheads="1"/>
            </p:cNvSpPr>
            <p:nvPr/>
          </p:nvSpPr>
          <p:spPr bwMode="auto">
            <a:xfrm rot="1426593">
              <a:off x="3570" y="2098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40" name="Oval 990"/>
            <p:cNvSpPr>
              <a:spLocks noChangeArrowheads="1"/>
            </p:cNvSpPr>
            <p:nvPr/>
          </p:nvSpPr>
          <p:spPr bwMode="auto">
            <a:xfrm rot="1426593">
              <a:off x="3691" y="219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241" name="Oval 991"/>
            <p:cNvSpPr>
              <a:spLocks noChangeArrowheads="1"/>
            </p:cNvSpPr>
            <p:nvPr/>
          </p:nvSpPr>
          <p:spPr bwMode="auto">
            <a:xfrm rot="1426593">
              <a:off x="3692" y="2086"/>
              <a:ext cx="31" cy="3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9842" name="Group 992"/>
          <p:cNvGrpSpPr>
            <a:grpSpLocks/>
          </p:cNvGrpSpPr>
          <p:nvPr>
            <p:custDataLst>
              <p:tags r:id="rId86"/>
            </p:custDataLst>
          </p:nvPr>
        </p:nvGrpSpPr>
        <p:grpSpPr bwMode="auto">
          <a:xfrm>
            <a:off x="6113463" y="1924050"/>
            <a:ext cx="1677987" cy="614363"/>
            <a:chOff x="3474" y="1219"/>
            <a:chExt cx="1057" cy="387"/>
          </a:xfrm>
        </p:grpSpPr>
        <p:grpSp>
          <p:nvGrpSpPr>
            <p:cNvPr id="19844" name="Group 993"/>
            <p:cNvGrpSpPr>
              <a:grpSpLocks/>
            </p:cNvGrpSpPr>
            <p:nvPr/>
          </p:nvGrpSpPr>
          <p:grpSpPr bwMode="auto">
            <a:xfrm>
              <a:off x="3474" y="1223"/>
              <a:ext cx="337" cy="367"/>
              <a:chOff x="3474" y="1223"/>
              <a:chExt cx="337" cy="367"/>
            </a:xfrm>
          </p:grpSpPr>
          <p:sp>
            <p:nvSpPr>
              <p:cNvPr id="20197" name="Freeform 994"/>
              <p:cNvSpPr>
                <a:spLocks/>
              </p:cNvSpPr>
              <p:nvPr/>
            </p:nvSpPr>
            <p:spPr bwMode="auto">
              <a:xfrm rot="1426593">
                <a:off x="3602" y="1343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98" name="Freeform 995"/>
              <p:cNvSpPr>
                <a:spLocks/>
              </p:cNvSpPr>
              <p:nvPr/>
            </p:nvSpPr>
            <p:spPr bwMode="auto">
              <a:xfrm rot="1426593">
                <a:off x="3474" y="1252"/>
                <a:ext cx="247" cy="122"/>
              </a:xfrm>
              <a:custGeom>
                <a:avLst/>
                <a:gdLst>
                  <a:gd name="T0" fmla="*/ 2102 w 120"/>
                  <a:gd name="T1" fmla="*/ 1456 h 60"/>
                  <a:gd name="T2" fmla="*/ 3427 w 120"/>
                  <a:gd name="T3" fmla="*/ 1244 h 60"/>
                  <a:gd name="T4" fmla="*/ 2338 w 120"/>
                  <a:gd name="T5" fmla="*/ 0 h 60"/>
                  <a:gd name="T6" fmla="*/ 1665 w 120"/>
                  <a:gd name="T7" fmla="*/ 2084 h 60"/>
                  <a:gd name="T8" fmla="*/ 210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99" name="Freeform 996"/>
              <p:cNvSpPr>
                <a:spLocks/>
              </p:cNvSpPr>
              <p:nvPr/>
            </p:nvSpPr>
            <p:spPr bwMode="auto">
              <a:xfrm rot="1426593">
                <a:off x="3564" y="1357"/>
                <a:ext cx="135" cy="101"/>
              </a:xfrm>
              <a:custGeom>
                <a:avLst/>
                <a:gdLst>
                  <a:gd name="T0" fmla="*/ 0 w 66"/>
                  <a:gd name="T1" fmla="*/ 1012 h 50"/>
                  <a:gd name="T2" fmla="*/ 1925 w 66"/>
                  <a:gd name="T3" fmla="*/ 1416 h 50"/>
                  <a:gd name="T4" fmla="*/ 857 w 66"/>
                  <a:gd name="T5" fmla="*/ 396 h 50"/>
                  <a:gd name="T6" fmla="*/ 213 w 66"/>
                  <a:gd name="T7" fmla="*/ 196 h 50"/>
                  <a:gd name="T8" fmla="*/ 0 w 66"/>
                  <a:gd name="T9" fmla="*/ 1012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200" name="Freeform 997"/>
              <p:cNvSpPr>
                <a:spLocks/>
              </p:cNvSpPr>
              <p:nvPr/>
            </p:nvSpPr>
            <p:spPr bwMode="auto">
              <a:xfrm rot="1426593">
                <a:off x="3610" y="1223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201" name="Freeform 998"/>
              <p:cNvSpPr>
                <a:spLocks/>
              </p:cNvSpPr>
              <p:nvPr/>
            </p:nvSpPr>
            <p:spPr bwMode="auto">
              <a:xfrm rot="1426593">
                <a:off x="3611" y="1453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845" name="Group 999"/>
            <p:cNvGrpSpPr>
              <a:grpSpLocks/>
            </p:cNvGrpSpPr>
            <p:nvPr/>
          </p:nvGrpSpPr>
          <p:grpSpPr bwMode="auto">
            <a:xfrm>
              <a:off x="3760" y="1219"/>
              <a:ext cx="338" cy="366"/>
              <a:chOff x="3760" y="1219"/>
              <a:chExt cx="338" cy="366"/>
            </a:xfrm>
          </p:grpSpPr>
          <p:sp>
            <p:nvSpPr>
              <p:cNvPr id="20192" name="Freeform 1000"/>
              <p:cNvSpPr>
                <a:spLocks/>
              </p:cNvSpPr>
              <p:nvPr/>
            </p:nvSpPr>
            <p:spPr bwMode="auto">
              <a:xfrm rot="-9373407">
                <a:off x="3760" y="1331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93" name="Freeform 1001"/>
              <p:cNvSpPr>
                <a:spLocks/>
              </p:cNvSpPr>
              <p:nvPr/>
            </p:nvSpPr>
            <p:spPr bwMode="auto">
              <a:xfrm rot="-9373407">
                <a:off x="3851" y="1435"/>
                <a:ext cx="247" cy="122"/>
              </a:xfrm>
              <a:custGeom>
                <a:avLst/>
                <a:gdLst>
                  <a:gd name="T0" fmla="*/ 2102 w 120"/>
                  <a:gd name="T1" fmla="*/ 1456 h 60"/>
                  <a:gd name="T2" fmla="*/ 3427 w 120"/>
                  <a:gd name="T3" fmla="*/ 1244 h 60"/>
                  <a:gd name="T4" fmla="*/ 2338 w 120"/>
                  <a:gd name="T5" fmla="*/ 0 h 60"/>
                  <a:gd name="T6" fmla="*/ 1665 w 120"/>
                  <a:gd name="T7" fmla="*/ 2084 h 60"/>
                  <a:gd name="T8" fmla="*/ 210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94" name="Freeform 1002"/>
              <p:cNvSpPr>
                <a:spLocks/>
              </p:cNvSpPr>
              <p:nvPr/>
            </p:nvSpPr>
            <p:spPr bwMode="auto">
              <a:xfrm rot="-9373407">
                <a:off x="3873" y="1351"/>
                <a:ext cx="135" cy="101"/>
              </a:xfrm>
              <a:custGeom>
                <a:avLst/>
                <a:gdLst>
                  <a:gd name="T0" fmla="*/ 0 w 66"/>
                  <a:gd name="T1" fmla="*/ 1012 h 50"/>
                  <a:gd name="T2" fmla="*/ 1925 w 66"/>
                  <a:gd name="T3" fmla="*/ 1416 h 50"/>
                  <a:gd name="T4" fmla="*/ 857 w 66"/>
                  <a:gd name="T5" fmla="*/ 396 h 50"/>
                  <a:gd name="T6" fmla="*/ 213 w 66"/>
                  <a:gd name="T7" fmla="*/ 196 h 50"/>
                  <a:gd name="T8" fmla="*/ 0 w 66"/>
                  <a:gd name="T9" fmla="*/ 1012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95" name="Freeform 1003"/>
              <p:cNvSpPr>
                <a:spLocks/>
              </p:cNvSpPr>
              <p:nvPr/>
            </p:nvSpPr>
            <p:spPr bwMode="auto">
              <a:xfrm rot="-9373407">
                <a:off x="3774" y="1457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96" name="Freeform 1004"/>
              <p:cNvSpPr>
                <a:spLocks/>
              </p:cNvSpPr>
              <p:nvPr/>
            </p:nvSpPr>
            <p:spPr bwMode="auto">
              <a:xfrm rot="-9373407">
                <a:off x="3786" y="1219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846" name="Group 1005"/>
            <p:cNvGrpSpPr>
              <a:grpSpLocks/>
            </p:cNvGrpSpPr>
            <p:nvPr/>
          </p:nvGrpSpPr>
          <p:grpSpPr bwMode="auto">
            <a:xfrm>
              <a:off x="3907" y="1268"/>
              <a:ext cx="337" cy="338"/>
              <a:chOff x="3907" y="1268"/>
              <a:chExt cx="337" cy="338"/>
            </a:xfrm>
          </p:grpSpPr>
          <p:sp>
            <p:nvSpPr>
              <p:cNvPr id="20188" name="Freeform 1006"/>
              <p:cNvSpPr>
                <a:spLocks/>
              </p:cNvSpPr>
              <p:nvPr/>
            </p:nvSpPr>
            <p:spPr bwMode="auto">
              <a:xfrm rot="1426593">
                <a:off x="4035" y="1359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89" name="Freeform 1007"/>
              <p:cNvSpPr>
                <a:spLocks/>
              </p:cNvSpPr>
              <p:nvPr/>
            </p:nvSpPr>
            <p:spPr bwMode="auto">
              <a:xfrm rot="1426593">
                <a:off x="3907" y="1268"/>
                <a:ext cx="247" cy="121"/>
              </a:xfrm>
              <a:custGeom>
                <a:avLst/>
                <a:gdLst>
                  <a:gd name="T0" fmla="*/ 2102 w 120"/>
                  <a:gd name="T1" fmla="*/ 1404 h 60"/>
                  <a:gd name="T2" fmla="*/ 3427 w 120"/>
                  <a:gd name="T3" fmla="*/ 1204 h 60"/>
                  <a:gd name="T4" fmla="*/ 2338 w 120"/>
                  <a:gd name="T5" fmla="*/ 0 h 60"/>
                  <a:gd name="T6" fmla="*/ 1665 w 120"/>
                  <a:gd name="T7" fmla="*/ 2001 h 60"/>
                  <a:gd name="T8" fmla="*/ 2102 w 120"/>
                  <a:gd name="T9" fmla="*/ 1404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90" name="Freeform 1008"/>
              <p:cNvSpPr>
                <a:spLocks/>
              </p:cNvSpPr>
              <p:nvPr/>
            </p:nvSpPr>
            <p:spPr bwMode="auto">
              <a:xfrm rot="1426593">
                <a:off x="3997" y="1373"/>
                <a:ext cx="135" cy="101"/>
              </a:xfrm>
              <a:custGeom>
                <a:avLst/>
                <a:gdLst>
                  <a:gd name="T0" fmla="*/ 0 w 66"/>
                  <a:gd name="T1" fmla="*/ 1012 h 50"/>
                  <a:gd name="T2" fmla="*/ 1925 w 66"/>
                  <a:gd name="T3" fmla="*/ 1416 h 50"/>
                  <a:gd name="T4" fmla="*/ 857 w 66"/>
                  <a:gd name="T5" fmla="*/ 396 h 50"/>
                  <a:gd name="T6" fmla="*/ 213 w 66"/>
                  <a:gd name="T7" fmla="*/ 196 h 50"/>
                  <a:gd name="T8" fmla="*/ 0 w 66"/>
                  <a:gd name="T9" fmla="*/ 1012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91" name="Freeform 1009"/>
              <p:cNvSpPr>
                <a:spLocks/>
              </p:cNvSpPr>
              <p:nvPr/>
            </p:nvSpPr>
            <p:spPr bwMode="auto">
              <a:xfrm rot="1426593">
                <a:off x="4044" y="1469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847" name="Group 1010"/>
            <p:cNvGrpSpPr>
              <a:grpSpLocks/>
            </p:cNvGrpSpPr>
            <p:nvPr/>
          </p:nvGrpSpPr>
          <p:grpSpPr bwMode="auto">
            <a:xfrm>
              <a:off x="4193" y="1347"/>
              <a:ext cx="338" cy="254"/>
              <a:chOff x="4193" y="1347"/>
              <a:chExt cx="338" cy="254"/>
            </a:xfrm>
          </p:grpSpPr>
          <p:sp>
            <p:nvSpPr>
              <p:cNvPr id="20184" name="Freeform 1011"/>
              <p:cNvSpPr>
                <a:spLocks/>
              </p:cNvSpPr>
              <p:nvPr/>
            </p:nvSpPr>
            <p:spPr bwMode="auto">
              <a:xfrm rot="-9373407">
                <a:off x="4193" y="1347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85" name="Freeform 1012"/>
              <p:cNvSpPr>
                <a:spLocks/>
              </p:cNvSpPr>
              <p:nvPr/>
            </p:nvSpPr>
            <p:spPr bwMode="auto">
              <a:xfrm rot="-9373407">
                <a:off x="4284" y="1452"/>
                <a:ext cx="247" cy="121"/>
              </a:xfrm>
              <a:custGeom>
                <a:avLst/>
                <a:gdLst>
                  <a:gd name="T0" fmla="*/ 2102 w 120"/>
                  <a:gd name="T1" fmla="*/ 1404 h 60"/>
                  <a:gd name="T2" fmla="*/ 3427 w 120"/>
                  <a:gd name="T3" fmla="*/ 1204 h 60"/>
                  <a:gd name="T4" fmla="*/ 2338 w 120"/>
                  <a:gd name="T5" fmla="*/ 0 h 60"/>
                  <a:gd name="T6" fmla="*/ 1665 w 120"/>
                  <a:gd name="T7" fmla="*/ 2001 h 60"/>
                  <a:gd name="T8" fmla="*/ 2102 w 120"/>
                  <a:gd name="T9" fmla="*/ 1404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86" name="Freeform 1013"/>
              <p:cNvSpPr>
                <a:spLocks/>
              </p:cNvSpPr>
              <p:nvPr/>
            </p:nvSpPr>
            <p:spPr bwMode="auto">
              <a:xfrm rot="-9373407">
                <a:off x="4306" y="1367"/>
                <a:ext cx="135" cy="101"/>
              </a:xfrm>
              <a:custGeom>
                <a:avLst/>
                <a:gdLst>
                  <a:gd name="T0" fmla="*/ 0 w 66"/>
                  <a:gd name="T1" fmla="*/ 1012 h 50"/>
                  <a:gd name="T2" fmla="*/ 1925 w 66"/>
                  <a:gd name="T3" fmla="*/ 1416 h 50"/>
                  <a:gd name="T4" fmla="*/ 857 w 66"/>
                  <a:gd name="T5" fmla="*/ 396 h 50"/>
                  <a:gd name="T6" fmla="*/ 213 w 66"/>
                  <a:gd name="T7" fmla="*/ 196 h 50"/>
                  <a:gd name="T8" fmla="*/ 0 w 66"/>
                  <a:gd name="T9" fmla="*/ 1012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87" name="Freeform 1014"/>
              <p:cNvSpPr>
                <a:spLocks/>
              </p:cNvSpPr>
              <p:nvPr/>
            </p:nvSpPr>
            <p:spPr bwMode="auto">
              <a:xfrm rot="-9373407">
                <a:off x="4207" y="1475"/>
                <a:ext cx="188" cy="126"/>
              </a:xfrm>
              <a:custGeom>
                <a:avLst/>
                <a:gdLst>
                  <a:gd name="T0" fmla="*/ 1622 w 91"/>
                  <a:gd name="T1" fmla="*/ 1728 h 63"/>
                  <a:gd name="T2" fmla="*/ 3423 w 91"/>
                  <a:gd name="T3" fmla="*/ 960 h 63"/>
                  <a:gd name="T4" fmla="*/ 3210 w 91"/>
                  <a:gd name="T5" fmla="*/ 384 h 63"/>
                  <a:gd name="T6" fmla="*/ 1843 w 91"/>
                  <a:gd name="T7" fmla="*/ 0 h 63"/>
                  <a:gd name="T8" fmla="*/ 2082 w 91"/>
                  <a:gd name="T9" fmla="*/ 1920 h 63"/>
                  <a:gd name="T10" fmla="*/ 1622 w 91"/>
                  <a:gd name="T11" fmla="*/ 1728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19851" name="Group 1015"/>
          <p:cNvGrpSpPr>
            <a:grpSpLocks/>
          </p:cNvGrpSpPr>
          <p:nvPr>
            <p:custDataLst>
              <p:tags r:id="rId87"/>
            </p:custDataLst>
          </p:nvPr>
        </p:nvGrpSpPr>
        <p:grpSpPr bwMode="auto">
          <a:xfrm>
            <a:off x="6289675" y="2422525"/>
            <a:ext cx="1787525" cy="615950"/>
            <a:chOff x="3585" y="1533"/>
            <a:chExt cx="1126" cy="388"/>
          </a:xfrm>
        </p:grpSpPr>
        <p:grpSp>
          <p:nvGrpSpPr>
            <p:cNvPr id="19852" name="Group 1016"/>
            <p:cNvGrpSpPr>
              <a:grpSpLocks/>
            </p:cNvGrpSpPr>
            <p:nvPr/>
          </p:nvGrpSpPr>
          <p:grpSpPr bwMode="auto">
            <a:xfrm>
              <a:off x="3585" y="1537"/>
              <a:ext cx="336" cy="368"/>
              <a:chOff x="3585" y="1537"/>
              <a:chExt cx="336" cy="368"/>
            </a:xfrm>
          </p:grpSpPr>
          <p:sp>
            <p:nvSpPr>
              <p:cNvPr id="20175" name="Freeform 1017"/>
              <p:cNvSpPr>
                <a:spLocks/>
              </p:cNvSpPr>
              <p:nvPr/>
            </p:nvSpPr>
            <p:spPr bwMode="auto">
              <a:xfrm rot="1426593">
                <a:off x="3713" y="1658"/>
                <a:ext cx="208" cy="134"/>
              </a:xfrm>
              <a:custGeom>
                <a:avLst/>
                <a:gdLst>
                  <a:gd name="T0" fmla="*/ 2226 w 101"/>
                  <a:gd name="T1" fmla="*/ 1340 h 66"/>
                  <a:gd name="T2" fmla="*/ 2447 w 101"/>
                  <a:gd name="T3" fmla="*/ 99 h 66"/>
                  <a:gd name="T4" fmla="*/ 881 w 101"/>
                  <a:gd name="T5" fmla="*/ 309 h 66"/>
                  <a:gd name="T6" fmla="*/ 2226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76" name="Freeform 1018"/>
              <p:cNvSpPr>
                <a:spLocks/>
              </p:cNvSpPr>
              <p:nvPr/>
            </p:nvSpPr>
            <p:spPr bwMode="auto">
              <a:xfrm rot="1426593">
                <a:off x="3585" y="1566"/>
                <a:ext cx="247" cy="123"/>
              </a:xfrm>
              <a:custGeom>
                <a:avLst/>
                <a:gdLst>
                  <a:gd name="T0" fmla="*/ 2102 w 120"/>
                  <a:gd name="T1" fmla="*/ 1517 h 60"/>
                  <a:gd name="T2" fmla="*/ 3427 w 120"/>
                  <a:gd name="T3" fmla="*/ 1312 h 60"/>
                  <a:gd name="T4" fmla="*/ 2338 w 120"/>
                  <a:gd name="T5" fmla="*/ 0 h 60"/>
                  <a:gd name="T6" fmla="*/ 1665 w 120"/>
                  <a:gd name="T7" fmla="*/ 2173 h 60"/>
                  <a:gd name="T8" fmla="*/ 2102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77" name="Freeform 1019"/>
              <p:cNvSpPr>
                <a:spLocks/>
              </p:cNvSpPr>
              <p:nvPr/>
            </p:nvSpPr>
            <p:spPr bwMode="auto">
              <a:xfrm rot="1426593">
                <a:off x="3674" y="1671"/>
                <a:ext cx="136" cy="102"/>
              </a:xfrm>
              <a:custGeom>
                <a:avLst/>
                <a:gdLst>
                  <a:gd name="T0" fmla="*/ 0 w 66"/>
                  <a:gd name="T1" fmla="*/ 1053 h 50"/>
                  <a:gd name="T2" fmla="*/ 2005 w 66"/>
                  <a:gd name="T3" fmla="*/ 1485 h 50"/>
                  <a:gd name="T4" fmla="*/ 884 w 66"/>
                  <a:gd name="T5" fmla="*/ 416 h 50"/>
                  <a:gd name="T6" fmla="*/ 220 w 66"/>
                  <a:gd name="T7" fmla="*/ 204 h 50"/>
                  <a:gd name="T8" fmla="*/ 0 w 66"/>
                  <a:gd name="T9" fmla="*/ 1053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78" name="Freeform 1020"/>
              <p:cNvSpPr>
                <a:spLocks/>
              </p:cNvSpPr>
              <p:nvPr/>
            </p:nvSpPr>
            <p:spPr bwMode="auto">
              <a:xfrm rot="1426593">
                <a:off x="3720" y="1537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79" name="Freeform 1021"/>
              <p:cNvSpPr>
                <a:spLocks/>
              </p:cNvSpPr>
              <p:nvPr/>
            </p:nvSpPr>
            <p:spPr bwMode="auto">
              <a:xfrm rot="1426593">
                <a:off x="3721" y="1767"/>
                <a:ext cx="174" cy="138"/>
              </a:xfrm>
              <a:custGeom>
                <a:avLst/>
                <a:gdLst>
                  <a:gd name="T0" fmla="*/ 1823 w 84"/>
                  <a:gd name="T1" fmla="*/ 1648 h 68"/>
                  <a:gd name="T2" fmla="*/ 2747 w 84"/>
                  <a:gd name="T3" fmla="*/ 1445 h 68"/>
                  <a:gd name="T4" fmla="*/ 1823 w 84"/>
                  <a:gd name="T5" fmla="*/ 0 h 68"/>
                  <a:gd name="T6" fmla="*/ 922 w 84"/>
                  <a:gd name="T7" fmla="*/ 2273 h 68"/>
                  <a:gd name="T8" fmla="*/ 1823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853" name="Group 1022"/>
            <p:cNvGrpSpPr>
              <a:grpSpLocks/>
            </p:cNvGrpSpPr>
            <p:nvPr/>
          </p:nvGrpSpPr>
          <p:grpSpPr bwMode="auto">
            <a:xfrm>
              <a:off x="3871" y="1533"/>
              <a:ext cx="338" cy="367"/>
              <a:chOff x="3871" y="1533"/>
              <a:chExt cx="338" cy="367"/>
            </a:xfrm>
          </p:grpSpPr>
          <p:sp>
            <p:nvSpPr>
              <p:cNvPr id="20170" name="Freeform 1023"/>
              <p:cNvSpPr>
                <a:spLocks/>
              </p:cNvSpPr>
              <p:nvPr/>
            </p:nvSpPr>
            <p:spPr bwMode="auto">
              <a:xfrm rot="-9373407">
                <a:off x="3871" y="1645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71" name="Freeform 0"/>
              <p:cNvSpPr>
                <a:spLocks/>
              </p:cNvSpPr>
              <p:nvPr/>
            </p:nvSpPr>
            <p:spPr bwMode="auto">
              <a:xfrm rot="-9373407">
                <a:off x="3962" y="1749"/>
                <a:ext cx="247" cy="123"/>
              </a:xfrm>
              <a:custGeom>
                <a:avLst/>
                <a:gdLst>
                  <a:gd name="T0" fmla="*/ 2102 w 120"/>
                  <a:gd name="T1" fmla="*/ 1517 h 60"/>
                  <a:gd name="T2" fmla="*/ 3427 w 120"/>
                  <a:gd name="T3" fmla="*/ 1312 h 60"/>
                  <a:gd name="T4" fmla="*/ 2338 w 120"/>
                  <a:gd name="T5" fmla="*/ 0 h 60"/>
                  <a:gd name="T6" fmla="*/ 1665 w 120"/>
                  <a:gd name="T7" fmla="*/ 2173 h 60"/>
                  <a:gd name="T8" fmla="*/ 2102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72" name="Freeform 1"/>
              <p:cNvSpPr>
                <a:spLocks/>
              </p:cNvSpPr>
              <p:nvPr/>
            </p:nvSpPr>
            <p:spPr bwMode="auto">
              <a:xfrm rot="-9373407">
                <a:off x="3984" y="1665"/>
                <a:ext cx="135" cy="102"/>
              </a:xfrm>
              <a:custGeom>
                <a:avLst/>
                <a:gdLst>
                  <a:gd name="T0" fmla="*/ 0 w 66"/>
                  <a:gd name="T1" fmla="*/ 1053 h 50"/>
                  <a:gd name="T2" fmla="*/ 1925 w 66"/>
                  <a:gd name="T3" fmla="*/ 1485 h 50"/>
                  <a:gd name="T4" fmla="*/ 857 w 66"/>
                  <a:gd name="T5" fmla="*/ 416 h 50"/>
                  <a:gd name="T6" fmla="*/ 213 w 66"/>
                  <a:gd name="T7" fmla="*/ 204 h 50"/>
                  <a:gd name="T8" fmla="*/ 0 w 66"/>
                  <a:gd name="T9" fmla="*/ 1053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73" name="Freeform 2"/>
              <p:cNvSpPr>
                <a:spLocks/>
              </p:cNvSpPr>
              <p:nvPr/>
            </p:nvSpPr>
            <p:spPr bwMode="auto">
              <a:xfrm rot="-9373407">
                <a:off x="3885" y="1772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74" name="Freeform 3"/>
              <p:cNvSpPr>
                <a:spLocks/>
              </p:cNvSpPr>
              <p:nvPr/>
            </p:nvSpPr>
            <p:spPr bwMode="auto">
              <a:xfrm rot="-9373407">
                <a:off x="3897" y="1533"/>
                <a:ext cx="174" cy="138"/>
              </a:xfrm>
              <a:custGeom>
                <a:avLst/>
                <a:gdLst>
                  <a:gd name="T0" fmla="*/ 1823 w 84"/>
                  <a:gd name="T1" fmla="*/ 1648 h 68"/>
                  <a:gd name="T2" fmla="*/ 2747 w 84"/>
                  <a:gd name="T3" fmla="*/ 1445 h 68"/>
                  <a:gd name="T4" fmla="*/ 1823 w 84"/>
                  <a:gd name="T5" fmla="*/ 0 h 68"/>
                  <a:gd name="T6" fmla="*/ 922 w 84"/>
                  <a:gd name="T7" fmla="*/ 2273 h 68"/>
                  <a:gd name="T8" fmla="*/ 1823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856" name="Group 4"/>
            <p:cNvGrpSpPr>
              <a:grpSpLocks/>
            </p:cNvGrpSpPr>
            <p:nvPr/>
          </p:nvGrpSpPr>
          <p:grpSpPr bwMode="auto">
            <a:xfrm>
              <a:off x="4017" y="1553"/>
              <a:ext cx="337" cy="368"/>
              <a:chOff x="4017" y="1553"/>
              <a:chExt cx="337" cy="368"/>
            </a:xfrm>
          </p:grpSpPr>
          <p:sp>
            <p:nvSpPr>
              <p:cNvPr id="20165" name="Freeform 5"/>
              <p:cNvSpPr>
                <a:spLocks/>
              </p:cNvSpPr>
              <p:nvPr/>
            </p:nvSpPr>
            <p:spPr bwMode="auto">
              <a:xfrm rot="1426593">
                <a:off x="4145" y="1674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66" name="Freeform 6"/>
              <p:cNvSpPr>
                <a:spLocks/>
              </p:cNvSpPr>
              <p:nvPr/>
            </p:nvSpPr>
            <p:spPr bwMode="auto">
              <a:xfrm rot="1426593">
                <a:off x="4017" y="1582"/>
                <a:ext cx="247" cy="123"/>
              </a:xfrm>
              <a:custGeom>
                <a:avLst/>
                <a:gdLst>
                  <a:gd name="T0" fmla="*/ 2102 w 120"/>
                  <a:gd name="T1" fmla="*/ 1517 h 60"/>
                  <a:gd name="T2" fmla="*/ 3427 w 120"/>
                  <a:gd name="T3" fmla="*/ 1312 h 60"/>
                  <a:gd name="T4" fmla="*/ 2338 w 120"/>
                  <a:gd name="T5" fmla="*/ 0 h 60"/>
                  <a:gd name="T6" fmla="*/ 1665 w 120"/>
                  <a:gd name="T7" fmla="*/ 2173 h 60"/>
                  <a:gd name="T8" fmla="*/ 2102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67" name="Freeform 7"/>
              <p:cNvSpPr>
                <a:spLocks/>
              </p:cNvSpPr>
              <p:nvPr/>
            </p:nvSpPr>
            <p:spPr bwMode="auto">
              <a:xfrm rot="1426593">
                <a:off x="4107" y="1687"/>
                <a:ext cx="135" cy="102"/>
              </a:xfrm>
              <a:custGeom>
                <a:avLst/>
                <a:gdLst>
                  <a:gd name="T0" fmla="*/ 0 w 66"/>
                  <a:gd name="T1" fmla="*/ 1053 h 50"/>
                  <a:gd name="T2" fmla="*/ 1925 w 66"/>
                  <a:gd name="T3" fmla="*/ 1485 h 50"/>
                  <a:gd name="T4" fmla="*/ 857 w 66"/>
                  <a:gd name="T5" fmla="*/ 416 h 50"/>
                  <a:gd name="T6" fmla="*/ 213 w 66"/>
                  <a:gd name="T7" fmla="*/ 204 h 50"/>
                  <a:gd name="T8" fmla="*/ 0 w 66"/>
                  <a:gd name="T9" fmla="*/ 1053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68" name="Freeform 8"/>
              <p:cNvSpPr>
                <a:spLocks/>
              </p:cNvSpPr>
              <p:nvPr/>
            </p:nvSpPr>
            <p:spPr bwMode="auto">
              <a:xfrm rot="1426593">
                <a:off x="4153" y="1553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69" name="Freeform 9"/>
              <p:cNvSpPr>
                <a:spLocks/>
              </p:cNvSpPr>
              <p:nvPr/>
            </p:nvSpPr>
            <p:spPr bwMode="auto">
              <a:xfrm rot="1426593">
                <a:off x="4154" y="1783"/>
                <a:ext cx="174" cy="138"/>
              </a:xfrm>
              <a:custGeom>
                <a:avLst/>
                <a:gdLst>
                  <a:gd name="T0" fmla="*/ 1823 w 84"/>
                  <a:gd name="T1" fmla="*/ 1648 h 68"/>
                  <a:gd name="T2" fmla="*/ 2747 w 84"/>
                  <a:gd name="T3" fmla="*/ 1445 h 68"/>
                  <a:gd name="T4" fmla="*/ 1823 w 84"/>
                  <a:gd name="T5" fmla="*/ 0 h 68"/>
                  <a:gd name="T6" fmla="*/ 922 w 84"/>
                  <a:gd name="T7" fmla="*/ 2273 h 68"/>
                  <a:gd name="T8" fmla="*/ 1823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857" name="Group 10"/>
            <p:cNvGrpSpPr>
              <a:grpSpLocks/>
            </p:cNvGrpSpPr>
            <p:nvPr/>
          </p:nvGrpSpPr>
          <p:grpSpPr bwMode="auto">
            <a:xfrm>
              <a:off x="4304" y="1549"/>
              <a:ext cx="407" cy="367"/>
              <a:chOff x="4304" y="1549"/>
              <a:chExt cx="407" cy="367"/>
            </a:xfrm>
          </p:grpSpPr>
          <p:sp>
            <p:nvSpPr>
              <p:cNvPr id="20160" name="Freeform 11"/>
              <p:cNvSpPr>
                <a:spLocks/>
              </p:cNvSpPr>
              <p:nvPr/>
            </p:nvSpPr>
            <p:spPr bwMode="auto">
              <a:xfrm rot="-9373407">
                <a:off x="4304" y="1661"/>
                <a:ext cx="208" cy="134"/>
              </a:xfrm>
              <a:custGeom>
                <a:avLst/>
                <a:gdLst>
                  <a:gd name="T0" fmla="*/ 2226 w 101"/>
                  <a:gd name="T1" fmla="*/ 1340 h 66"/>
                  <a:gd name="T2" fmla="*/ 2447 w 101"/>
                  <a:gd name="T3" fmla="*/ 99 h 66"/>
                  <a:gd name="T4" fmla="*/ 881 w 101"/>
                  <a:gd name="T5" fmla="*/ 309 h 66"/>
                  <a:gd name="T6" fmla="*/ 2226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61" name="Freeform 12"/>
              <p:cNvSpPr>
                <a:spLocks/>
              </p:cNvSpPr>
              <p:nvPr/>
            </p:nvSpPr>
            <p:spPr bwMode="auto">
              <a:xfrm rot="-9373407">
                <a:off x="4390" y="1780"/>
                <a:ext cx="321" cy="122"/>
              </a:xfrm>
              <a:custGeom>
                <a:avLst/>
                <a:gdLst>
                  <a:gd name="T0" fmla="*/ 7792 w 120"/>
                  <a:gd name="T1" fmla="*/ 1456 h 60"/>
                  <a:gd name="T2" fmla="*/ 12752 w 120"/>
                  <a:gd name="T3" fmla="*/ 1244 h 60"/>
                  <a:gd name="T4" fmla="*/ 8651 w 120"/>
                  <a:gd name="T5" fmla="*/ 0 h 60"/>
                  <a:gd name="T6" fmla="*/ 6147 w 120"/>
                  <a:gd name="T7" fmla="*/ 2084 h 60"/>
                  <a:gd name="T8" fmla="*/ 779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62" name="Freeform 13"/>
              <p:cNvSpPr>
                <a:spLocks/>
              </p:cNvSpPr>
              <p:nvPr/>
            </p:nvSpPr>
            <p:spPr bwMode="auto">
              <a:xfrm rot="-9373407">
                <a:off x="4416" y="1681"/>
                <a:ext cx="136" cy="102"/>
              </a:xfrm>
              <a:custGeom>
                <a:avLst/>
                <a:gdLst>
                  <a:gd name="T0" fmla="*/ 0 w 66"/>
                  <a:gd name="T1" fmla="*/ 1053 h 50"/>
                  <a:gd name="T2" fmla="*/ 2005 w 66"/>
                  <a:gd name="T3" fmla="*/ 1485 h 50"/>
                  <a:gd name="T4" fmla="*/ 884 w 66"/>
                  <a:gd name="T5" fmla="*/ 416 h 50"/>
                  <a:gd name="T6" fmla="*/ 220 w 66"/>
                  <a:gd name="T7" fmla="*/ 204 h 50"/>
                  <a:gd name="T8" fmla="*/ 0 w 66"/>
                  <a:gd name="T9" fmla="*/ 1053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63" name="Freeform 14"/>
              <p:cNvSpPr>
                <a:spLocks/>
              </p:cNvSpPr>
              <p:nvPr/>
            </p:nvSpPr>
            <p:spPr bwMode="auto">
              <a:xfrm rot="-9373407">
                <a:off x="4318" y="1788"/>
                <a:ext cx="187" cy="128"/>
              </a:xfrm>
              <a:custGeom>
                <a:avLst/>
                <a:gdLst>
                  <a:gd name="T0" fmla="*/ 1570 w 91"/>
                  <a:gd name="T1" fmla="*/ 1869 h 63"/>
                  <a:gd name="T2" fmla="*/ 3331 w 91"/>
                  <a:gd name="T3" fmla="*/ 1040 h 63"/>
                  <a:gd name="T4" fmla="*/ 3126 w 91"/>
                  <a:gd name="T5" fmla="*/ 412 h 63"/>
                  <a:gd name="T6" fmla="*/ 1802 w 91"/>
                  <a:gd name="T7" fmla="*/ 0 h 63"/>
                  <a:gd name="T8" fmla="*/ 2014 w 91"/>
                  <a:gd name="T9" fmla="*/ 2081 h 63"/>
                  <a:gd name="T10" fmla="*/ 1570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64" name="Freeform 15"/>
              <p:cNvSpPr>
                <a:spLocks/>
              </p:cNvSpPr>
              <p:nvPr/>
            </p:nvSpPr>
            <p:spPr bwMode="auto">
              <a:xfrm rot="-9373407">
                <a:off x="4330" y="1549"/>
                <a:ext cx="173" cy="138"/>
              </a:xfrm>
              <a:custGeom>
                <a:avLst/>
                <a:gdLst>
                  <a:gd name="T0" fmla="*/ 1781 w 84"/>
                  <a:gd name="T1" fmla="*/ 1648 h 68"/>
                  <a:gd name="T2" fmla="*/ 2663 w 84"/>
                  <a:gd name="T3" fmla="*/ 1445 h 68"/>
                  <a:gd name="T4" fmla="*/ 1781 w 84"/>
                  <a:gd name="T5" fmla="*/ 0 h 68"/>
                  <a:gd name="T6" fmla="*/ 881 w 84"/>
                  <a:gd name="T7" fmla="*/ 2273 h 68"/>
                  <a:gd name="T8" fmla="*/ 1781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19544" name="Oval 16"/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 rot="1426593">
            <a:off x="6324600" y="21875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45" name="Oval 17"/>
          <p:cNvSpPr>
            <a:spLocks noChangeArrowheads="1"/>
          </p:cNvSpPr>
          <p:nvPr>
            <p:custDataLst>
              <p:tags r:id="rId89"/>
            </p:custDataLst>
          </p:nvPr>
        </p:nvSpPr>
        <p:spPr bwMode="auto">
          <a:xfrm rot="1426593">
            <a:off x="6467475" y="2363788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46" name="Oval 18"/>
          <p:cNvSpPr>
            <a:spLocks noChangeArrowheads="1"/>
          </p:cNvSpPr>
          <p:nvPr>
            <p:custDataLst>
              <p:tags r:id="rId90"/>
            </p:custDataLst>
          </p:nvPr>
        </p:nvSpPr>
        <p:spPr bwMode="auto">
          <a:xfrm rot="1426593">
            <a:off x="6689725" y="2374900"/>
            <a:ext cx="46038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47" name="Oval 19"/>
          <p:cNvSpPr>
            <a:spLocks noChangeArrowheads="1"/>
          </p:cNvSpPr>
          <p:nvPr>
            <p:custDataLst>
              <p:tags r:id="rId91"/>
            </p:custDataLst>
          </p:nvPr>
        </p:nvSpPr>
        <p:spPr bwMode="auto">
          <a:xfrm rot="1426593">
            <a:off x="6919913" y="2506663"/>
            <a:ext cx="49212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48" name="Oval 20"/>
          <p:cNvSpPr>
            <a:spLocks noChangeArrowheads="1"/>
          </p:cNvSpPr>
          <p:nvPr>
            <p:custDataLst>
              <p:tags r:id="rId92"/>
            </p:custDataLst>
          </p:nvPr>
        </p:nvSpPr>
        <p:spPr bwMode="auto">
          <a:xfrm rot="1426593">
            <a:off x="6677025" y="250825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49" name="Oval 21"/>
          <p:cNvSpPr>
            <a:spLocks noChangeArrowheads="1"/>
          </p:cNvSpPr>
          <p:nvPr>
            <p:custDataLst>
              <p:tags r:id="rId93"/>
            </p:custDataLst>
          </p:nvPr>
        </p:nvSpPr>
        <p:spPr bwMode="auto">
          <a:xfrm rot="1426593">
            <a:off x="7532688" y="2925763"/>
            <a:ext cx="49212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50" name="Oval 22"/>
          <p:cNvSpPr>
            <a:spLocks noChangeArrowheads="1"/>
          </p:cNvSpPr>
          <p:nvPr>
            <p:custDataLst>
              <p:tags r:id="rId94"/>
            </p:custDataLst>
          </p:nvPr>
        </p:nvSpPr>
        <p:spPr bwMode="auto">
          <a:xfrm rot="1426593">
            <a:off x="7318375" y="2878138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51" name="Oval 23"/>
          <p:cNvSpPr>
            <a:spLocks noChangeArrowheads="1"/>
          </p:cNvSpPr>
          <p:nvPr>
            <p:custDataLst>
              <p:tags r:id="rId95"/>
            </p:custDataLst>
          </p:nvPr>
        </p:nvSpPr>
        <p:spPr bwMode="auto">
          <a:xfrm rot="1426593">
            <a:off x="6459538" y="25431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52" name="Oval 24"/>
          <p:cNvSpPr>
            <a:spLocks noChangeArrowheads="1"/>
          </p:cNvSpPr>
          <p:nvPr>
            <p:custDataLst>
              <p:tags r:id="rId96"/>
            </p:custDataLst>
          </p:nvPr>
        </p:nvSpPr>
        <p:spPr bwMode="auto">
          <a:xfrm rot="1426593">
            <a:off x="6650038" y="267970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53" name="Oval 25"/>
          <p:cNvSpPr>
            <a:spLocks noChangeArrowheads="1"/>
          </p:cNvSpPr>
          <p:nvPr>
            <p:custDataLst>
              <p:tags r:id="rId97"/>
            </p:custDataLst>
          </p:nvPr>
        </p:nvSpPr>
        <p:spPr bwMode="auto">
          <a:xfrm rot="1426593">
            <a:off x="6869113" y="2724150"/>
            <a:ext cx="46037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54" name="Oval 26"/>
          <p:cNvSpPr>
            <a:spLocks noChangeArrowheads="1"/>
          </p:cNvSpPr>
          <p:nvPr>
            <p:custDataLst>
              <p:tags r:id="rId98"/>
            </p:custDataLst>
          </p:nvPr>
        </p:nvSpPr>
        <p:spPr bwMode="auto">
          <a:xfrm rot="1426593">
            <a:off x="7078663" y="285273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55" name="Oval 27"/>
          <p:cNvSpPr>
            <a:spLocks noChangeArrowheads="1"/>
          </p:cNvSpPr>
          <p:nvPr>
            <p:custDataLst>
              <p:tags r:id="rId99"/>
            </p:custDataLst>
          </p:nvPr>
        </p:nvSpPr>
        <p:spPr bwMode="auto">
          <a:xfrm rot="1426593">
            <a:off x="6853238" y="2870200"/>
            <a:ext cx="46037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56" name="Oval 28"/>
          <p:cNvSpPr>
            <a:spLocks noChangeArrowheads="1"/>
          </p:cNvSpPr>
          <p:nvPr>
            <p:custDataLst>
              <p:tags r:id="rId100"/>
            </p:custDataLst>
          </p:nvPr>
        </p:nvSpPr>
        <p:spPr bwMode="auto">
          <a:xfrm rot="1426593">
            <a:off x="6613525" y="2855913"/>
            <a:ext cx="46038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57" name="Oval 29"/>
          <p:cNvSpPr>
            <a:spLocks noChangeArrowheads="1"/>
          </p:cNvSpPr>
          <p:nvPr>
            <p:custDataLst>
              <p:tags r:id="rId101"/>
            </p:custDataLst>
          </p:nvPr>
        </p:nvSpPr>
        <p:spPr bwMode="auto">
          <a:xfrm rot="1426593">
            <a:off x="7364413" y="2552700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58" name="Oval 30"/>
          <p:cNvSpPr>
            <a:spLocks noChangeArrowheads="1"/>
          </p:cNvSpPr>
          <p:nvPr>
            <p:custDataLst>
              <p:tags r:id="rId102"/>
            </p:custDataLst>
          </p:nvPr>
        </p:nvSpPr>
        <p:spPr bwMode="auto">
          <a:xfrm rot="1426593">
            <a:off x="6281738" y="2016125"/>
            <a:ext cx="49212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59" name="Oval 31"/>
          <p:cNvSpPr>
            <a:spLocks noChangeArrowheads="1"/>
          </p:cNvSpPr>
          <p:nvPr>
            <p:custDataLst>
              <p:tags r:id="rId103"/>
            </p:custDataLst>
          </p:nvPr>
        </p:nvSpPr>
        <p:spPr bwMode="auto">
          <a:xfrm rot="1426593">
            <a:off x="6510338" y="217170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60" name="Oval 32"/>
          <p:cNvSpPr>
            <a:spLocks noChangeArrowheads="1"/>
          </p:cNvSpPr>
          <p:nvPr>
            <p:custDataLst>
              <p:tags r:id="rId104"/>
            </p:custDataLst>
          </p:nvPr>
        </p:nvSpPr>
        <p:spPr bwMode="auto">
          <a:xfrm rot="1426593">
            <a:off x="6862763" y="236378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61" name="Oval 33"/>
          <p:cNvSpPr>
            <a:spLocks noChangeArrowheads="1"/>
          </p:cNvSpPr>
          <p:nvPr>
            <p:custDataLst>
              <p:tags r:id="rId105"/>
            </p:custDataLst>
          </p:nvPr>
        </p:nvSpPr>
        <p:spPr bwMode="auto">
          <a:xfrm rot="1426593">
            <a:off x="7362825" y="2692400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62" name="Oval 34"/>
          <p:cNvSpPr>
            <a:spLocks noChangeArrowheads="1"/>
          </p:cNvSpPr>
          <p:nvPr>
            <p:custDataLst>
              <p:tags r:id="rId106"/>
            </p:custDataLst>
          </p:nvPr>
        </p:nvSpPr>
        <p:spPr bwMode="auto">
          <a:xfrm rot="1426593">
            <a:off x="7172325" y="25431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63" name="Oval 35"/>
          <p:cNvSpPr>
            <a:spLocks noChangeArrowheads="1"/>
          </p:cNvSpPr>
          <p:nvPr>
            <p:custDataLst>
              <p:tags r:id="rId107"/>
            </p:custDataLst>
          </p:nvPr>
        </p:nvSpPr>
        <p:spPr bwMode="auto">
          <a:xfrm rot="1426593">
            <a:off x="7188200" y="270827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64" name="Oval 36"/>
          <p:cNvSpPr>
            <a:spLocks noChangeArrowheads="1"/>
          </p:cNvSpPr>
          <p:nvPr>
            <p:custDataLst>
              <p:tags r:id="rId108"/>
            </p:custDataLst>
          </p:nvPr>
        </p:nvSpPr>
        <p:spPr bwMode="auto">
          <a:xfrm rot="1426593">
            <a:off x="7037388" y="2698750"/>
            <a:ext cx="46037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65" name="Oval 37"/>
          <p:cNvSpPr>
            <a:spLocks noChangeArrowheads="1"/>
          </p:cNvSpPr>
          <p:nvPr>
            <p:custDataLst>
              <p:tags r:id="rId109"/>
            </p:custDataLst>
          </p:nvPr>
        </p:nvSpPr>
        <p:spPr bwMode="auto">
          <a:xfrm rot="1426593">
            <a:off x="6970713" y="206057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66" name="Oval 38"/>
          <p:cNvSpPr>
            <a:spLocks noChangeArrowheads="1"/>
          </p:cNvSpPr>
          <p:nvPr>
            <p:custDataLst>
              <p:tags r:id="rId110"/>
            </p:custDataLst>
          </p:nvPr>
        </p:nvSpPr>
        <p:spPr bwMode="auto">
          <a:xfrm rot="1426593">
            <a:off x="6731000" y="2024063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67" name="Oval 39"/>
          <p:cNvSpPr>
            <a:spLocks noChangeArrowheads="1"/>
          </p:cNvSpPr>
          <p:nvPr>
            <p:custDataLst>
              <p:tags r:id="rId111"/>
            </p:custDataLst>
          </p:nvPr>
        </p:nvSpPr>
        <p:spPr bwMode="auto">
          <a:xfrm rot="1426593">
            <a:off x="6510338" y="201295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68" name="Oval 40"/>
          <p:cNvSpPr>
            <a:spLocks noChangeArrowheads="1"/>
          </p:cNvSpPr>
          <p:nvPr>
            <p:custDataLst>
              <p:tags r:id="rId112"/>
            </p:custDataLst>
          </p:nvPr>
        </p:nvSpPr>
        <p:spPr bwMode="auto">
          <a:xfrm rot="1426593">
            <a:off x="6697663" y="2193925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69" name="Oval 41"/>
          <p:cNvSpPr>
            <a:spLocks noChangeArrowheads="1"/>
          </p:cNvSpPr>
          <p:nvPr>
            <p:custDataLst>
              <p:tags r:id="rId113"/>
            </p:custDataLst>
          </p:nvPr>
        </p:nvSpPr>
        <p:spPr bwMode="auto">
          <a:xfrm rot="1426593">
            <a:off x="6865938" y="218281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70" name="Oval 42"/>
          <p:cNvSpPr>
            <a:spLocks noChangeArrowheads="1"/>
          </p:cNvSpPr>
          <p:nvPr>
            <p:custDataLst>
              <p:tags r:id="rId114"/>
            </p:custDataLst>
          </p:nvPr>
        </p:nvSpPr>
        <p:spPr bwMode="auto">
          <a:xfrm rot="1426593">
            <a:off x="7153275" y="2376488"/>
            <a:ext cx="46038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71" name="Oval 43"/>
          <p:cNvSpPr>
            <a:spLocks noChangeArrowheads="1"/>
          </p:cNvSpPr>
          <p:nvPr>
            <p:custDataLst>
              <p:tags r:id="rId115"/>
            </p:custDataLst>
          </p:nvPr>
        </p:nvSpPr>
        <p:spPr bwMode="auto">
          <a:xfrm rot="1426593">
            <a:off x="7564438" y="2740025"/>
            <a:ext cx="46037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72" name="Oval 44"/>
          <p:cNvSpPr>
            <a:spLocks noChangeArrowheads="1"/>
          </p:cNvSpPr>
          <p:nvPr>
            <p:custDataLst>
              <p:tags r:id="rId116"/>
            </p:custDataLst>
          </p:nvPr>
        </p:nvSpPr>
        <p:spPr bwMode="auto">
          <a:xfrm rot="1426593">
            <a:off x="7532688" y="2222500"/>
            <a:ext cx="49212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19858" name="Group 45"/>
          <p:cNvGrpSpPr>
            <a:grpSpLocks/>
          </p:cNvGrpSpPr>
          <p:nvPr>
            <p:custDataLst>
              <p:tags r:id="rId117"/>
            </p:custDataLst>
          </p:nvPr>
        </p:nvGrpSpPr>
        <p:grpSpPr bwMode="auto">
          <a:xfrm>
            <a:off x="7299325" y="1947863"/>
            <a:ext cx="273050" cy="219075"/>
            <a:chOff x="4221" y="1234"/>
            <a:chExt cx="172" cy="138"/>
          </a:xfrm>
        </p:grpSpPr>
        <p:sp>
          <p:nvSpPr>
            <p:cNvPr id="20154" name="Freeform 46"/>
            <p:cNvSpPr>
              <a:spLocks/>
            </p:cNvSpPr>
            <p:nvPr/>
          </p:nvSpPr>
          <p:spPr bwMode="auto">
            <a:xfrm rot="-9373407">
              <a:off x="4221" y="1234"/>
              <a:ext cx="172" cy="138"/>
            </a:xfrm>
            <a:custGeom>
              <a:avLst/>
              <a:gdLst>
                <a:gd name="T0" fmla="*/ 1728 w 84"/>
                <a:gd name="T1" fmla="*/ 1648 h 68"/>
                <a:gd name="T2" fmla="*/ 2582 w 84"/>
                <a:gd name="T3" fmla="*/ 1445 h 68"/>
                <a:gd name="T4" fmla="*/ 1728 w 84"/>
                <a:gd name="T5" fmla="*/ 0 h 68"/>
                <a:gd name="T6" fmla="*/ 860 w 84"/>
                <a:gd name="T7" fmla="*/ 2273 h 68"/>
                <a:gd name="T8" fmla="*/ 1728 w 84"/>
                <a:gd name="T9" fmla="*/ 164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55" name="Oval 47"/>
            <p:cNvSpPr>
              <a:spLocks noChangeArrowheads="1"/>
            </p:cNvSpPr>
            <p:nvPr/>
          </p:nvSpPr>
          <p:spPr bwMode="auto">
            <a:xfrm rot="1426593">
              <a:off x="4282" y="1294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9859" name="Group 48"/>
          <p:cNvGrpSpPr>
            <a:grpSpLocks/>
          </p:cNvGrpSpPr>
          <p:nvPr>
            <p:custDataLst>
              <p:tags r:id="rId118"/>
            </p:custDataLst>
          </p:nvPr>
        </p:nvGrpSpPr>
        <p:grpSpPr bwMode="auto">
          <a:xfrm>
            <a:off x="7015163" y="1955800"/>
            <a:ext cx="298450" cy="201613"/>
            <a:chOff x="4042" y="1239"/>
            <a:chExt cx="188" cy="127"/>
          </a:xfrm>
        </p:grpSpPr>
        <p:sp>
          <p:nvSpPr>
            <p:cNvPr id="20152" name="Freeform 49"/>
            <p:cNvSpPr>
              <a:spLocks/>
            </p:cNvSpPr>
            <p:nvPr/>
          </p:nvSpPr>
          <p:spPr bwMode="auto">
            <a:xfrm rot="1426593">
              <a:off x="4042" y="1239"/>
              <a:ext cx="188" cy="127"/>
            </a:xfrm>
            <a:custGeom>
              <a:avLst/>
              <a:gdLst>
                <a:gd name="T0" fmla="*/ 1622 w 91"/>
                <a:gd name="T1" fmla="*/ 1800 h 63"/>
                <a:gd name="T2" fmla="*/ 3423 w 91"/>
                <a:gd name="T3" fmla="*/ 992 h 63"/>
                <a:gd name="T4" fmla="*/ 3210 w 91"/>
                <a:gd name="T5" fmla="*/ 395 h 63"/>
                <a:gd name="T6" fmla="*/ 1843 w 91"/>
                <a:gd name="T7" fmla="*/ 0 h 63"/>
                <a:gd name="T8" fmla="*/ 2082 w 91"/>
                <a:gd name="T9" fmla="*/ 2000 h 63"/>
                <a:gd name="T10" fmla="*/ 1622 w 91"/>
                <a:gd name="T11" fmla="*/ 1800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53" name="Oval 50"/>
            <p:cNvSpPr>
              <a:spLocks noChangeArrowheads="1"/>
            </p:cNvSpPr>
            <p:nvPr/>
          </p:nvSpPr>
          <p:spPr bwMode="auto">
            <a:xfrm rot="1426593">
              <a:off x="4157" y="1287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575" name="Oval 51"/>
          <p:cNvSpPr>
            <a:spLocks noChangeArrowheads="1"/>
          </p:cNvSpPr>
          <p:nvPr>
            <p:custDataLst>
              <p:tags r:id="rId119"/>
            </p:custDataLst>
          </p:nvPr>
        </p:nvSpPr>
        <p:spPr bwMode="auto">
          <a:xfrm rot="1426593">
            <a:off x="7386638" y="22383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76" name="Oval 52"/>
          <p:cNvSpPr>
            <a:spLocks noChangeArrowheads="1"/>
          </p:cNvSpPr>
          <p:nvPr>
            <p:custDataLst>
              <p:tags r:id="rId120"/>
            </p:custDataLst>
          </p:nvPr>
        </p:nvSpPr>
        <p:spPr bwMode="auto">
          <a:xfrm rot="1426593">
            <a:off x="7007225" y="222885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77" name="Oval 53"/>
          <p:cNvSpPr>
            <a:spLocks noChangeArrowheads="1"/>
          </p:cNvSpPr>
          <p:nvPr>
            <p:custDataLst>
              <p:tags r:id="rId121"/>
            </p:custDataLst>
          </p:nvPr>
        </p:nvSpPr>
        <p:spPr bwMode="auto">
          <a:xfrm rot="1426593">
            <a:off x="7170738" y="2189163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78" name="Oval 54"/>
          <p:cNvSpPr>
            <a:spLocks noChangeArrowheads="1"/>
          </p:cNvSpPr>
          <p:nvPr>
            <p:custDataLst>
              <p:tags r:id="rId122"/>
            </p:custDataLst>
          </p:nvPr>
        </p:nvSpPr>
        <p:spPr bwMode="auto">
          <a:xfrm rot="1426593">
            <a:off x="7362825" y="2387600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79" name="Oval 55"/>
          <p:cNvSpPr>
            <a:spLocks noChangeArrowheads="1"/>
          </p:cNvSpPr>
          <p:nvPr>
            <p:custDataLst>
              <p:tags r:id="rId123"/>
            </p:custDataLst>
          </p:nvPr>
        </p:nvSpPr>
        <p:spPr bwMode="auto">
          <a:xfrm rot="1426593">
            <a:off x="7551738" y="2535238"/>
            <a:ext cx="49212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80" name="Oval 56"/>
          <p:cNvSpPr>
            <a:spLocks noChangeArrowheads="1"/>
          </p:cNvSpPr>
          <p:nvPr>
            <p:custDataLst>
              <p:tags r:id="rId124"/>
            </p:custDataLst>
          </p:nvPr>
        </p:nvSpPr>
        <p:spPr bwMode="auto">
          <a:xfrm rot="1426593">
            <a:off x="7558088" y="2366963"/>
            <a:ext cx="47625" cy="49212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19866" name="Group 57"/>
          <p:cNvGrpSpPr>
            <a:grpSpLocks/>
          </p:cNvGrpSpPr>
          <p:nvPr>
            <p:custDataLst>
              <p:tags r:id="rId125"/>
            </p:custDataLst>
          </p:nvPr>
        </p:nvGrpSpPr>
        <p:grpSpPr bwMode="auto">
          <a:xfrm>
            <a:off x="6405563" y="2927350"/>
            <a:ext cx="1536700" cy="617538"/>
            <a:chOff x="3658" y="1851"/>
            <a:chExt cx="968" cy="389"/>
          </a:xfrm>
        </p:grpSpPr>
        <p:grpSp>
          <p:nvGrpSpPr>
            <p:cNvPr id="19881" name="Group 58"/>
            <p:cNvGrpSpPr>
              <a:grpSpLocks/>
            </p:cNvGrpSpPr>
            <p:nvPr/>
          </p:nvGrpSpPr>
          <p:grpSpPr bwMode="auto">
            <a:xfrm>
              <a:off x="3658" y="1855"/>
              <a:ext cx="337" cy="369"/>
              <a:chOff x="3658" y="1855"/>
              <a:chExt cx="337" cy="369"/>
            </a:xfrm>
          </p:grpSpPr>
          <p:sp>
            <p:nvSpPr>
              <p:cNvPr id="20147" name="Freeform 59"/>
              <p:cNvSpPr>
                <a:spLocks/>
              </p:cNvSpPr>
              <p:nvPr/>
            </p:nvSpPr>
            <p:spPr bwMode="auto">
              <a:xfrm rot="1426593">
                <a:off x="3786" y="1977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48" name="Freeform 60"/>
              <p:cNvSpPr>
                <a:spLocks/>
              </p:cNvSpPr>
              <p:nvPr/>
            </p:nvSpPr>
            <p:spPr bwMode="auto">
              <a:xfrm rot="1426593">
                <a:off x="3658" y="1884"/>
                <a:ext cx="247" cy="123"/>
              </a:xfrm>
              <a:custGeom>
                <a:avLst/>
                <a:gdLst>
                  <a:gd name="T0" fmla="*/ 2102 w 120"/>
                  <a:gd name="T1" fmla="*/ 1517 h 60"/>
                  <a:gd name="T2" fmla="*/ 3427 w 120"/>
                  <a:gd name="T3" fmla="*/ 1312 h 60"/>
                  <a:gd name="T4" fmla="*/ 2338 w 120"/>
                  <a:gd name="T5" fmla="*/ 0 h 60"/>
                  <a:gd name="T6" fmla="*/ 1665 w 120"/>
                  <a:gd name="T7" fmla="*/ 2173 h 60"/>
                  <a:gd name="T8" fmla="*/ 2102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49" name="Freeform 61"/>
              <p:cNvSpPr>
                <a:spLocks/>
              </p:cNvSpPr>
              <p:nvPr/>
            </p:nvSpPr>
            <p:spPr bwMode="auto">
              <a:xfrm rot="1426593">
                <a:off x="3748" y="1989"/>
                <a:ext cx="135" cy="103"/>
              </a:xfrm>
              <a:custGeom>
                <a:avLst/>
                <a:gdLst>
                  <a:gd name="T0" fmla="*/ 0 w 66"/>
                  <a:gd name="T1" fmla="*/ 1121 h 50"/>
                  <a:gd name="T2" fmla="*/ 1925 w 66"/>
                  <a:gd name="T3" fmla="*/ 1566 h 50"/>
                  <a:gd name="T4" fmla="*/ 857 w 66"/>
                  <a:gd name="T5" fmla="*/ 453 h 50"/>
                  <a:gd name="T6" fmla="*/ 213 w 66"/>
                  <a:gd name="T7" fmla="*/ 220 h 50"/>
                  <a:gd name="T8" fmla="*/ 0 w 66"/>
                  <a:gd name="T9" fmla="*/ 1121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50" name="Freeform 62"/>
              <p:cNvSpPr>
                <a:spLocks/>
              </p:cNvSpPr>
              <p:nvPr/>
            </p:nvSpPr>
            <p:spPr bwMode="auto">
              <a:xfrm rot="1426593">
                <a:off x="3794" y="1855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51" name="Freeform 63"/>
              <p:cNvSpPr>
                <a:spLocks/>
              </p:cNvSpPr>
              <p:nvPr/>
            </p:nvSpPr>
            <p:spPr bwMode="auto">
              <a:xfrm rot="1426593">
                <a:off x="3795" y="2086"/>
                <a:ext cx="174" cy="138"/>
              </a:xfrm>
              <a:custGeom>
                <a:avLst/>
                <a:gdLst>
                  <a:gd name="T0" fmla="*/ 1823 w 84"/>
                  <a:gd name="T1" fmla="*/ 1648 h 68"/>
                  <a:gd name="T2" fmla="*/ 2747 w 84"/>
                  <a:gd name="T3" fmla="*/ 1445 h 68"/>
                  <a:gd name="T4" fmla="*/ 1823 w 84"/>
                  <a:gd name="T5" fmla="*/ 0 h 68"/>
                  <a:gd name="T6" fmla="*/ 922 w 84"/>
                  <a:gd name="T7" fmla="*/ 2273 h 68"/>
                  <a:gd name="T8" fmla="*/ 1823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890" name="Group 64"/>
            <p:cNvGrpSpPr>
              <a:grpSpLocks/>
            </p:cNvGrpSpPr>
            <p:nvPr/>
          </p:nvGrpSpPr>
          <p:grpSpPr bwMode="auto">
            <a:xfrm>
              <a:off x="3944" y="1851"/>
              <a:ext cx="339" cy="368"/>
              <a:chOff x="3944" y="1851"/>
              <a:chExt cx="339" cy="368"/>
            </a:xfrm>
          </p:grpSpPr>
          <p:sp>
            <p:nvSpPr>
              <p:cNvPr id="20142" name="Freeform 65"/>
              <p:cNvSpPr>
                <a:spLocks/>
              </p:cNvSpPr>
              <p:nvPr/>
            </p:nvSpPr>
            <p:spPr bwMode="auto">
              <a:xfrm rot="-9373407">
                <a:off x="3944" y="1963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43" name="Freeform 66"/>
              <p:cNvSpPr>
                <a:spLocks/>
              </p:cNvSpPr>
              <p:nvPr/>
            </p:nvSpPr>
            <p:spPr bwMode="auto">
              <a:xfrm rot="-9373407">
                <a:off x="4035" y="2068"/>
                <a:ext cx="248" cy="123"/>
              </a:xfrm>
              <a:custGeom>
                <a:avLst/>
                <a:gdLst>
                  <a:gd name="T0" fmla="*/ 2153 w 120"/>
                  <a:gd name="T1" fmla="*/ 1517 h 60"/>
                  <a:gd name="T2" fmla="*/ 3503 w 120"/>
                  <a:gd name="T3" fmla="*/ 1312 h 60"/>
                  <a:gd name="T4" fmla="*/ 2375 w 120"/>
                  <a:gd name="T5" fmla="*/ 0 h 60"/>
                  <a:gd name="T6" fmla="*/ 1695 w 120"/>
                  <a:gd name="T7" fmla="*/ 2173 h 60"/>
                  <a:gd name="T8" fmla="*/ 2153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44" name="Freeform 67"/>
              <p:cNvSpPr>
                <a:spLocks/>
              </p:cNvSpPr>
              <p:nvPr/>
            </p:nvSpPr>
            <p:spPr bwMode="auto">
              <a:xfrm rot="-9373407">
                <a:off x="4057" y="1983"/>
                <a:ext cx="136" cy="103"/>
              </a:xfrm>
              <a:custGeom>
                <a:avLst/>
                <a:gdLst>
                  <a:gd name="T0" fmla="*/ 0 w 66"/>
                  <a:gd name="T1" fmla="*/ 1121 h 50"/>
                  <a:gd name="T2" fmla="*/ 2005 w 66"/>
                  <a:gd name="T3" fmla="*/ 1566 h 50"/>
                  <a:gd name="T4" fmla="*/ 884 w 66"/>
                  <a:gd name="T5" fmla="*/ 453 h 50"/>
                  <a:gd name="T6" fmla="*/ 220 w 66"/>
                  <a:gd name="T7" fmla="*/ 220 h 50"/>
                  <a:gd name="T8" fmla="*/ 0 w 66"/>
                  <a:gd name="T9" fmla="*/ 1121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45" name="Freeform 68"/>
              <p:cNvSpPr>
                <a:spLocks/>
              </p:cNvSpPr>
              <p:nvPr/>
            </p:nvSpPr>
            <p:spPr bwMode="auto">
              <a:xfrm rot="-9373407">
                <a:off x="3958" y="2091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46" name="Freeform 69"/>
              <p:cNvSpPr>
                <a:spLocks/>
              </p:cNvSpPr>
              <p:nvPr/>
            </p:nvSpPr>
            <p:spPr bwMode="auto">
              <a:xfrm rot="-9373407">
                <a:off x="3971" y="1851"/>
                <a:ext cx="173" cy="138"/>
              </a:xfrm>
              <a:custGeom>
                <a:avLst/>
                <a:gdLst>
                  <a:gd name="T0" fmla="*/ 1781 w 84"/>
                  <a:gd name="T1" fmla="*/ 1648 h 68"/>
                  <a:gd name="T2" fmla="*/ 2663 w 84"/>
                  <a:gd name="T3" fmla="*/ 1445 h 68"/>
                  <a:gd name="T4" fmla="*/ 1781 w 84"/>
                  <a:gd name="T5" fmla="*/ 0 h 68"/>
                  <a:gd name="T6" fmla="*/ 881 w 84"/>
                  <a:gd name="T7" fmla="*/ 2273 h 68"/>
                  <a:gd name="T8" fmla="*/ 1781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899" name="Group 70"/>
            <p:cNvGrpSpPr>
              <a:grpSpLocks/>
            </p:cNvGrpSpPr>
            <p:nvPr/>
          </p:nvGrpSpPr>
          <p:grpSpPr bwMode="auto">
            <a:xfrm>
              <a:off x="4091" y="1871"/>
              <a:ext cx="336" cy="369"/>
              <a:chOff x="4091" y="1871"/>
              <a:chExt cx="336" cy="369"/>
            </a:xfrm>
          </p:grpSpPr>
          <p:sp>
            <p:nvSpPr>
              <p:cNvPr id="20137" name="Freeform 71"/>
              <p:cNvSpPr>
                <a:spLocks/>
              </p:cNvSpPr>
              <p:nvPr/>
            </p:nvSpPr>
            <p:spPr bwMode="auto">
              <a:xfrm rot="1426593">
                <a:off x="4219" y="1993"/>
                <a:ext cx="208" cy="134"/>
              </a:xfrm>
              <a:custGeom>
                <a:avLst/>
                <a:gdLst>
                  <a:gd name="T0" fmla="*/ 2226 w 101"/>
                  <a:gd name="T1" fmla="*/ 1340 h 66"/>
                  <a:gd name="T2" fmla="*/ 2447 w 101"/>
                  <a:gd name="T3" fmla="*/ 99 h 66"/>
                  <a:gd name="T4" fmla="*/ 881 w 101"/>
                  <a:gd name="T5" fmla="*/ 309 h 66"/>
                  <a:gd name="T6" fmla="*/ 2226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38" name="Freeform 72"/>
              <p:cNvSpPr>
                <a:spLocks/>
              </p:cNvSpPr>
              <p:nvPr/>
            </p:nvSpPr>
            <p:spPr bwMode="auto">
              <a:xfrm rot="1426593">
                <a:off x="4091" y="1900"/>
                <a:ext cx="247" cy="123"/>
              </a:xfrm>
              <a:custGeom>
                <a:avLst/>
                <a:gdLst>
                  <a:gd name="T0" fmla="*/ 2102 w 120"/>
                  <a:gd name="T1" fmla="*/ 1517 h 60"/>
                  <a:gd name="T2" fmla="*/ 3427 w 120"/>
                  <a:gd name="T3" fmla="*/ 1312 h 60"/>
                  <a:gd name="T4" fmla="*/ 2338 w 120"/>
                  <a:gd name="T5" fmla="*/ 0 h 60"/>
                  <a:gd name="T6" fmla="*/ 1665 w 120"/>
                  <a:gd name="T7" fmla="*/ 2173 h 60"/>
                  <a:gd name="T8" fmla="*/ 2102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39" name="Freeform 73"/>
              <p:cNvSpPr>
                <a:spLocks/>
              </p:cNvSpPr>
              <p:nvPr/>
            </p:nvSpPr>
            <p:spPr bwMode="auto">
              <a:xfrm rot="1426593">
                <a:off x="4180" y="2005"/>
                <a:ext cx="136" cy="103"/>
              </a:xfrm>
              <a:custGeom>
                <a:avLst/>
                <a:gdLst>
                  <a:gd name="T0" fmla="*/ 0 w 66"/>
                  <a:gd name="T1" fmla="*/ 1121 h 50"/>
                  <a:gd name="T2" fmla="*/ 2005 w 66"/>
                  <a:gd name="T3" fmla="*/ 1566 h 50"/>
                  <a:gd name="T4" fmla="*/ 884 w 66"/>
                  <a:gd name="T5" fmla="*/ 453 h 50"/>
                  <a:gd name="T6" fmla="*/ 220 w 66"/>
                  <a:gd name="T7" fmla="*/ 220 h 50"/>
                  <a:gd name="T8" fmla="*/ 0 w 66"/>
                  <a:gd name="T9" fmla="*/ 1121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40" name="Freeform 74"/>
              <p:cNvSpPr>
                <a:spLocks/>
              </p:cNvSpPr>
              <p:nvPr/>
            </p:nvSpPr>
            <p:spPr bwMode="auto">
              <a:xfrm rot="1426593">
                <a:off x="4226" y="1871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41" name="Freeform 75"/>
              <p:cNvSpPr>
                <a:spLocks/>
              </p:cNvSpPr>
              <p:nvPr/>
            </p:nvSpPr>
            <p:spPr bwMode="auto">
              <a:xfrm rot="1426593">
                <a:off x="4227" y="2102"/>
                <a:ext cx="174" cy="138"/>
              </a:xfrm>
              <a:custGeom>
                <a:avLst/>
                <a:gdLst>
                  <a:gd name="T0" fmla="*/ 1823 w 84"/>
                  <a:gd name="T1" fmla="*/ 1648 h 68"/>
                  <a:gd name="T2" fmla="*/ 2747 w 84"/>
                  <a:gd name="T3" fmla="*/ 1445 h 68"/>
                  <a:gd name="T4" fmla="*/ 1823 w 84"/>
                  <a:gd name="T5" fmla="*/ 0 h 68"/>
                  <a:gd name="T6" fmla="*/ 922 w 84"/>
                  <a:gd name="T7" fmla="*/ 2273 h 68"/>
                  <a:gd name="T8" fmla="*/ 1823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9908" name="Group 76"/>
            <p:cNvGrpSpPr>
              <a:grpSpLocks/>
            </p:cNvGrpSpPr>
            <p:nvPr/>
          </p:nvGrpSpPr>
          <p:grpSpPr bwMode="auto">
            <a:xfrm>
              <a:off x="4377" y="1867"/>
              <a:ext cx="249" cy="368"/>
              <a:chOff x="4377" y="1867"/>
              <a:chExt cx="249" cy="368"/>
            </a:xfrm>
          </p:grpSpPr>
          <p:sp>
            <p:nvSpPr>
              <p:cNvPr id="20133" name="Freeform 77"/>
              <p:cNvSpPr>
                <a:spLocks/>
              </p:cNvSpPr>
              <p:nvPr/>
            </p:nvSpPr>
            <p:spPr bwMode="auto">
              <a:xfrm rot="-9373407">
                <a:off x="4377" y="1979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34" name="Freeform 78"/>
              <p:cNvSpPr>
                <a:spLocks/>
              </p:cNvSpPr>
              <p:nvPr/>
            </p:nvSpPr>
            <p:spPr bwMode="auto">
              <a:xfrm rot="-9373407">
                <a:off x="4490" y="1999"/>
                <a:ext cx="136" cy="103"/>
              </a:xfrm>
              <a:custGeom>
                <a:avLst/>
                <a:gdLst>
                  <a:gd name="T0" fmla="*/ 0 w 66"/>
                  <a:gd name="T1" fmla="*/ 1121 h 50"/>
                  <a:gd name="T2" fmla="*/ 2005 w 66"/>
                  <a:gd name="T3" fmla="*/ 1566 h 50"/>
                  <a:gd name="T4" fmla="*/ 884 w 66"/>
                  <a:gd name="T5" fmla="*/ 453 h 50"/>
                  <a:gd name="T6" fmla="*/ 220 w 66"/>
                  <a:gd name="T7" fmla="*/ 220 h 50"/>
                  <a:gd name="T8" fmla="*/ 0 w 66"/>
                  <a:gd name="T9" fmla="*/ 1121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35" name="Freeform 79"/>
              <p:cNvSpPr>
                <a:spLocks/>
              </p:cNvSpPr>
              <p:nvPr/>
            </p:nvSpPr>
            <p:spPr bwMode="auto">
              <a:xfrm rot="-9373407">
                <a:off x="4391" y="2107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36" name="Freeform 80"/>
              <p:cNvSpPr>
                <a:spLocks/>
              </p:cNvSpPr>
              <p:nvPr/>
            </p:nvSpPr>
            <p:spPr bwMode="auto">
              <a:xfrm rot="-9373407">
                <a:off x="4404" y="1867"/>
                <a:ext cx="173" cy="138"/>
              </a:xfrm>
              <a:custGeom>
                <a:avLst/>
                <a:gdLst>
                  <a:gd name="T0" fmla="*/ 1781 w 84"/>
                  <a:gd name="T1" fmla="*/ 1648 h 68"/>
                  <a:gd name="T2" fmla="*/ 2663 w 84"/>
                  <a:gd name="T3" fmla="*/ 1445 h 68"/>
                  <a:gd name="T4" fmla="*/ 1781 w 84"/>
                  <a:gd name="T5" fmla="*/ 0 h 68"/>
                  <a:gd name="T6" fmla="*/ 881 w 84"/>
                  <a:gd name="T7" fmla="*/ 2273 h 68"/>
                  <a:gd name="T8" fmla="*/ 1781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19917" name="Group 81"/>
          <p:cNvGrpSpPr>
            <a:grpSpLocks/>
          </p:cNvGrpSpPr>
          <p:nvPr>
            <p:custDataLst>
              <p:tags r:id="rId126"/>
            </p:custDataLst>
          </p:nvPr>
        </p:nvGrpSpPr>
        <p:grpSpPr bwMode="auto">
          <a:xfrm>
            <a:off x="6580188" y="3436938"/>
            <a:ext cx="534987" cy="582612"/>
            <a:chOff x="3768" y="2172"/>
            <a:chExt cx="337" cy="367"/>
          </a:xfrm>
        </p:grpSpPr>
        <p:sp>
          <p:nvSpPr>
            <p:cNvPr id="20124" name="Freeform 82"/>
            <p:cNvSpPr>
              <a:spLocks/>
            </p:cNvSpPr>
            <p:nvPr/>
          </p:nvSpPr>
          <p:spPr bwMode="auto">
            <a:xfrm rot="1426593">
              <a:off x="3896" y="2292"/>
              <a:ext cx="209" cy="134"/>
            </a:xfrm>
            <a:custGeom>
              <a:avLst/>
              <a:gdLst>
                <a:gd name="T0" fmla="*/ 2278 w 101"/>
                <a:gd name="T1" fmla="*/ 1340 h 66"/>
                <a:gd name="T2" fmla="*/ 2510 w 101"/>
                <a:gd name="T3" fmla="*/ 99 h 66"/>
                <a:gd name="T4" fmla="*/ 913 w 101"/>
                <a:gd name="T5" fmla="*/ 309 h 66"/>
                <a:gd name="T6" fmla="*/ 2278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25" name="Freeform 83"/>
            <p:cNvSpPr>
              <a:spLocks/>
            </p:cNvSpPr>
            <p:nvPr/>
          </p:nvSpPr>
          <p:spPr bwMode="auto">
            <a:xfrm rot="1426593">
              <a:off x="3768" y="2201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26" name="Freeform 84"/>
            <p:cNvSpPr>
              <a:spLocks/>
            </p:cNvSpPr>
            <p:nvPr/>
          </p:nvSpPr>
          <p:spPr bwMode="auto">
            <a:xfrm rot="1426593">
              <a:off x="3858" y="2306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27" name="Freeform 85"/>
            <p:cNvSpPr>
              <a:spLocks/>
            </p:cNvSpPr>
            <p:nvPr/>
          </p:nvSpPr>
          <p:spPr bwMode="auto">
            <a:xfrm rot="1426593">
              <a:off x="3904" y="2172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28" name="Freeform 86"/>
            <p:cNvSpPr>
              <a:spLocks/>
            </p:cNvSpPr>
            <p:nvPr/>
          </p:nvSpPr>
          <p:spPr bwMode="auto">
            <a:xfrm rot="1426593">
              <a:off x="3905" y="2402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935" name="Group 87"/>
          <p:cNvGrpSpPr>
            <a:grpSpLocks/>
          </p:cNvGrpSpPr>
          <p:nvPr>
            <p:custDataLst>
              <p:tags r:id="rId127"/>
            </p:custDataLst>
          </p:nvPr>
        </p:nvGrpSpPr>
        <p:grpSpPr bwMode="auto">
          <a:xfrm>
            <a:off x="7037388" y="3429000"/>
            <a:ext cx="534987" cy="582613"/>
            <a:chOff x="4056" y="2167"/>
            <a:chExt cx="337" cy="367"/>
          </a:xfrm>
        </p:grpSpPr>
        <p:sp>
          <p:nvSpPr>
            <p:cNvPr id="20119" name="Freeform 88"/>
            <p:cNvSpPr>
              <a:spLocks/>
            </p:cNvSpPr>
            <p:nvPr/>
          </p:nvSpPr>
          <p:spPr bwMode="auto">
            <a:xfrm rot="-9373407">
              <a:off x="4056" y="2279"/>
              <a:ext cx="208" cy="134"/>
            </a:xfrm>
            <a:custGeom>
              <a:avLst/>
              <a:gdLst>
                <a:gd name="T0" fmla="*/ 2226 w 101"/>
                <a:gd name="T1" fmla="*/ 1340 h 66"/>
                <a:gd name="T2" fmla="*/ 2447 w 101"/>
                <a:gd name="T3" fmla="*/ 99 h 66"/>
                <a:gd name="T4" fmla="*/ 881 w 101"/>
                <a:gd name="T5" fmla="*/ 309 h 66"/>
                <a:gd name="T6" fmla="*/ 2226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20" name="Freeform 89"/>
            <p:cNvSpPr>
              <a:spLocks/>
            </p:cNvSpPr>
            <p:nvPr/>
          </p:nvSpPr>
          <p:spPr bwMode="auto">
            <a:xfrm rot="-9373407">
              <a:off x="4146" y="2383"/>
              <a:ext cx="247" cy="123"/>
            </a:xfrm>
            <a:custGeom>
              <a:avLst/>
              <a:gdLst>
                <a:gd name="T0" fmla="*/ 2102 w 120"/>
                <a:gd name="T1" fmla="*/ 1517 h 60"/>
                <a:gd name="T2" fmla="*/ 3427 w 120"/>
                <a:gd name="T3" fmla="*/ 1312 h 60"/>
                <a:gd name="T4" fmla="*/ 2338 w 120"/>
                <a:gd name="T5" fmla="*/ 0 h 60"/>
                <a:gd name="T6" fmla="*/ 1665 w 120"/>
                <a:gd name="T7" fmla="*/ 2173 h 60"/>
                <a:gd name="T8" fmla="*/ 2102 w 120"/>
                <a:gd name="T9" fmla="*/ 151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21" name="Freeform 90"/>
            <p:cNvSpPr>
              <a:spLocks/>
            </p:cNvSpPr>
            <p:nvPr/>
          </p:nvSpPr>
          <p:spPr bwMode="auto">
            <a:xfrm rot="-9373407">
              <a:off x="4168" y="2299"/>
              <a:ext cx="136" cy="102"/>
            </a:xfrm>
            <a:custGeom>
              <a:avLst/>
              <a:gdLst>
                <a:gd name="T0" fmla="*/ 0 w 66"/>
                <a:gd name="T1" fmla="*/ 1053 h 50"/>
                <a:gd name="T2" fmla="*/ 2005 w 66"/>
                <a:gd name="T3" fmla="*/ 1485 h 50"/>
                <a:gd name="T4" fmla="*/ 884 w 66"/>
                <a:gd name="T5" fmla="*/ 416 h 50"/>
                <a:gd name="T6" fmla="*/ 220 w 66"/>
                <a:gd name="T7" fmla="*/ 204 h 50"/>
                <a:gd name="T8" fmla="*/ 0 w 66"/>
                <a:gd name="T9" fmla="*/ 105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22" name="Freeform 91"/>
            <p:cNvSpPr>
              <a:spLocks/>
            </p:cNvSpPr>
            <p:nvPr/>
          </p:nvSpPr>
          <p:spPr bwMode="auto">
            <a:xfrm rot="-9373407">
              <a:off x="4070" y="2406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23" name="Freeform 92"/>
            <p:cNvSpPr>
              <a:spLocks/>
            </p:cNvSpPr>
            <p:nvPr/>
          </p:nvSpPr>
          <p:spPr bwMode="auto">
            <a:xfrm rot="-9373407">
              <a:off x="4082" y="2167"/>
              <a:ext cx="174" cy="138"/>
            </a:xfrm>
            <a:custGeom>
              <a:avLst/>
              <a:gdLst>
                <a:gd name="T0" fmla="*/ 1823 w 84"/>
                <a:gd name="T1" fmla="*/ 1648 h 68"/>
                <a:gd name="T2" fmla="*/ 2747 w 84"/>
                <a:gd name="T3" fmla="*/ 1445 h 68"/>
                <a:gd name="T4" fmla="*/ 1823 w 84"/>
                <a:gd name="T5" fmla="*/ 0 h 68"/>
                <a:gd name="T6" fmla="*/ 922 w 84"/>
                <a:gd name="T7" fmla="*/ 2273 h 68"/>
                <a:gd name="T8" fmla="*/ 1823 w 84"/>
                <a:gd name="T9" fmla="*/ 164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944" name="Group 93"/>
          <p:cNvGrpSpPr>
            <a:grpSpLocks/>
          </p:cNvGrpSpPr>
          <p:nvPr>
            <p:custDataLst>
              <p:tags r:id="rId128"/>
            </p:custDataLst>
          </p:nvPr>
        </p:nvGrpSpPr>
        <p:grpSpPr bwMode="auto">
          <a:xfrm>
            <a:off x="7267575" y="3460750"/>
            <a:ext cx="534988" cy="584200"/>
            <a:chOff x="4201" y="2187"/>
            <a:chExt cx="337" cy="368"/>
          </a:xfrm>
        </p:grpSpPr>
        <p:sp>
          <p:nvSpPr>
            <p:cNvPr id="20114" name="Freeform 94"/>
            <p:cNvSpPr>
              <a:spLocks/>
            </p:cNvSpPr>
            <p:nvPr/>
          </p:nvSpPr>
          <p:spPr bwMode="auto">
            <a:xfrm rot="1426593">
              <a:off x="4329" y="2308"/>
              <a:ext cx="209" cy="134"/>
            </a:xfrm>
            <a:custGeom>
              <a:avLst/>
              <a:gdLst>
                <a:gd name="T0" fmla="*/ 2278 w 101"/>
                <a:gd name="T1" fmla="*/ 1340 h 66"/>
                <a:gd name="T2" fmla="*/ 2510 w 101"/>
                <a:gd name="T3" fmla="*/ 99 h 66"/>
                <a:gd name="T4" fmla="*/ 913 w 101"/>
                <a:gd name="T5" fmla="*/ 309 h 66"/>
                <a:gd name="T6" fmla="*/ 2278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15" name="Freeform 95"/>
            <p:cNvSpPr>
              <a:spLocks/>
            </p:cNvSpPr>
            <p:nvPr/>
          </p:nvSpPr>
          <p:spPr bwMode="auto">
            <a:xfrm rot="1426593">
              <a:off x="4201" y="2216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16" name="Freeform 96"/>
            <p:cNvSpPr>
              <a:spLocks/>
            </p:cNvSpPr>
            <p:nvPr/>
          </p:nvSpPr>
          <p:spPr bwMode="auto">
            <a:xfrm rot="1426593">
              <a:off x="4291" y="2321"/>
              <a:ext cx="135" cy="102"/>
            </a:xfrm>
            <a:custGeom>
              <a:avLst/>
              <a:gdLst>
                <a:gd name="T0" fmla="*/ 0 w 66"/>
                <a:gd name="T1" fmla="*/ 1053 h 50"/>
                <a:gd name="T2" fmla="*/ 1925 w 66"/>
                <a:gd name="T3" fmla="*/ 1485 h 50"/>
                <a:gd name="T4" fmla="*/ 857 w 66"/>
                <a:gd name="T5" fmla="*/ 416 h 50"/>
                <a:gd name="T6" fmla="*/ 213 w 66"/>
                <a:gd name="T7" fmla="*/ 204 h 50"/>
                <a:gd name="T8" fmla="*/ 0 w 66"/>
                <a:gd name="T9" fmla="*/ 105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17" name="Freeform 97"/>
            <p:cNvSpPr>
              <a:spLocks/>
            </p:cNvSpPr>
            <p:nvPr/>
          </p:nvSpPr>
          <p:spPr bwMode="auto">
            <a:xfrm rot="1426593">
              <a:off x="4337" y="2187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18" name="Freeform 98"/>
            <p:cNvSpPr>
              <a:spLocks/>
            </p:cNvSpPr>
            <p:nvPr/>
          </p:nvSpPr>
          <p:spPr bwMode="auto">
            <a:xfrm rot="1426593">
              <a:off x="4338" y="2418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585" name="Oval 99"/>
          <p:cNvSpPr>
            <a:spLocks noChangeArrowheads="1"/>
          </p:cNvSpPr>
          <p:nvPr>
            <p:custDataLst>
              <p:tags r:id="rId129"/>
            </p:custDataLst>
          </p:nvPr>
        </p:nvSpPr>
        <p:spPr bwMode="auto">
          <a:xfrm rot="1426593">
            <a:off x="6616700" y="319405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86" name="Oval 100"/>
          <p:cNvSpPr>
            <a:spLocks noChangeArrowheads="1"/>
          </p:cNvSpPr>
          <p:nvPr>
            <p:custDataLst>
              <p:tags r:id="rId130"/>
            </p:custDataLst>
          </p:nvPr>
        </p:nvSpPr>
        <p:spPr bwMode="auto">
          <a:xfrm rot="1426593">
            <a:off x="6759575" y="3370263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87" name="Oval 101"/>
          <p:cNvSpPr>
            <a:spLocks noChangeArrowheads="1"/>
          </p:cNvSpPr>
          <p:nvPr>
            <p:custDataLst>
              <p:tags r:id="rId131"/>
            </p:custDataLst>
          </p:nvPr>
        </p:nvSpPr>
        <p:spPr bwMode="auto">
          <a:xfrm rot="1426593">
            <a:off x="6981825" y="337978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88" name="Oval 102"/>
          <p:cNvSpPr>
            <a:spLocks noChangeArrowheads="1"/>
          </p:cNvSpPr>
          <p:nvPr>
            <p:custDataLst>
              <p:tags r:id="rId132"/>
            </p:custDataLst>
          </p:nvPr>
        </p:nvSpPr>
        <p:spPr bwMode="auto">
          <a:xfrm rot="1426593">
            <a:off x="7213600" y="3513138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89" name="Oval 103"/>
          <p:cNvSpPr>
            <a:spLocks noChangeArrowheads="1"/>
          </p:cNvSpPr>
          <p:nvPr>
            <p:custDataLst>
              <p:tags r:id="rId133"/>
            </p:custDataLst>
          </p:nvPr>
        </p:nvSpPr>
        <p:spPr bwMode="auto">
          <a:xfrm rot="1426593">
            <a:off x="6969125" y="3514725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90" name="Oval 104"/>
          <p:cNvSpPr>
            <a:spLocks noChangeArrowheads="1"/>
          </p:cNvSpPr>
          <p:nvPr>
            <p:custDataLst>
              <p:tags r:id="rId134"/>
            </p:custDataLst>
          </p:nvPr>
        </p:nvSpPr>
        <p:spPr bwMode="auto">
          <a:xfrm rot="1426593">
            <a:off x="7608888" y="3883025"/>
            <a:ext cx="49212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91" name="Oval 105"/>
          <p:cNvSpPr>
            <a:spLocks noChangeArrowheads="1"/>
          </p:cNvSpPr>
          <p:nvPr>
            <p:custDataLst>
              <p:tags r:id="rId135"/>
            </p:custDataLst>
          </p:nvPr>
        </p:nvSpPr>
        <p:spPr bwMode="auto">
          <a:xfrm rot="1426593">
            <a:off x="6750050" y="3548063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92" name="Oval 106"/>
          <p:cNvSpPr>
            <a:spLocks noChangeArrowheads="1"/>
          </p:cNvSpPr>
          <p:nvPr>
            <p:custDataLst>
              <p:tags r:id="rId136"/>
            </p:custDataLst>
          </p:nvPr>
        </p:nvSpPr>
        <p:spPr bwMode="auto">
          <a:xfrm rot="1426593">
            <a:off x="6942138" y="368458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93" name="Oval 107"/>
          <p:cNvSpPr>
            <a:spLocks noChangeArrowheads="1"/>
          </p:cNvSpPr>
          <p:nvPr>
            <p:custDataLst>
              <p:tags r:id="rId137"/>
            </p:custDataLst>
          </p:nvPr>
        </p:nvSpPr>
        <p:spPr bwMode="auto">
          <a:xfrm rot="1426593">
            <a:off x="7159625" y="3729038"/>
            <a:ext cx="49213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94" name="Oval 108"/>
          <p:cNvSpPr>
            <a:spLocks noChangeArrowheads="1"/>
          </p:cNvSpPr>
          <p:nvPr>
            <p:custDataLst>
              <p:tags r:id="rId138"/>
            </p:custDataLst>
          </p:nvPr>
        </p:nvSpPr>
        <p:spPr bwMode="auto">
          <a:xfrm rot="1426593">
            <a:off x="7369175" y="3859213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95" name="Oval 109"/>
          <p:cNvSpPr>
            <a:spLocks noChangeArrowheads="1"/>
          </p:cNvSpPr>
          <p:nvPr>
            <p:custDataLst>
              <p:tags r:id="rId139"/>
            </p:custDataLst>
          </p:nvPr>
        </p:nvSpPr>
        <p:spPr bwMode="auto">
          <a:xfrm rot="1426593">
            <a:off x="7143750" y="387508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96" name="Oval 110"/>
          <p:cNvSpPr>
            <a:spLocks noChangeArrowheads="1"/>
          </p:cNvSpPr>
          <p:nvPr>
            <p:custDataLst>
              <p:tags r:id="rId140"/>
            </p:custDataLst>
          </p:nvPr>
        </p:nvSpPr>
        <p:spPr bwMode="auto">
          <a:xfrm rot="1426593">
            <a:off x="6905625" y="3862388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97" name="Oval 111"/>
          <p:cNvSpPr>
            <a:spLocks noChangeArrowheads="1"/>
          </p:cNvSpPr>
          <p:nvPr>
            <p:custDataLst>
              <p:tags r:id="rId141"/>
            </p:custDataLst>
          </p:nvPr>
        </p:nvSpPr>
        <p:spPr bwMode="auto">
          <a:xfrm rot="1426593">
            <a:off x="7658100" y="3557588"/>
            <a:ext cx="46038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98" name="Oval 112"/>
          <p:cNvSpPr>
            <a:spLocks noChangeArrowheads="1"/>
          </p:cNvSpPr>
          <p:nvPr>
            <p:custDataLst>
              <p:tags r:id="rId142"/>
            </p:custDataLst>
          </p:nvPr>
        </p:nvSpPr>
        <p:spPr bwMode="auto">
          <a:xfrm rot="1426593">
            <a:off x="6573838" y="302101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599" name="Oval 113"/>
          <p:cNvSpPr>
            <a:spLocks noChangeArrowheads="1"/>
          </p:cNvSpPr>
          <p:nvPr>
            <p:custDataLst>
              <p:tags r:id="rId143"/>
            </p:custDataLst>
          </p:nvPr>
        </p:nvSpPr>
        <p:spPr bwMode="auto">
          <a:xfrm rot="1426593">
            <a:off x="6802438" y="3176588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00" name="Oval 114"/>
          <p:cNvSpPr>
            <a:spLocks noChangeArrowheads="1"/>
          </p:cNvSpPr>
          <p:nvPr>
            <p:custDataLst>
              <p:tags r:id="rId144"/>
            </p:custDataLst>
          </p:nvPr>
        </p:nvSpPr>
        <p:spPr bwMode="auto">
          <a:xfrm rot="1426593">
            <a:off x="7154863" y="3370263"/>
            <a:ext cx="46037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01" name="Oval 115"/>
          <p:cNvSpPr>
            <a:spLocks noChangeArrowheads="1"/>
          </p:cNvSpPr>
          <p:nvPr>
            <p:custDataLst>
              <p:tags r:id="rId145"/>
            </p:custDataLst>
          </p:nvPr>
        </p:nvSpPr>
        <p:spPr bwMode="auto">
          <a:xfrm rot="1426593">
            <a:off x="7656513" y="3697288"/>
            <a:ext cx="46037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02" name="Oval 116"/>
          <p:cNvSpPr>
            <a:spLocks noChangeArrowheads="1"/>
          </p:cNvSpPr>
          <p:nvPr>
            <p:custDataLst>
              <p:tags r:id="rId146"/>
            </p:custDataLst>
          </p:nvPr>
        </p:nvSpPr>
        <p:spPr bwMode="auto">
          <a:xfrm rot="1426593">
            <a:off x="7462838" y="3548063"/>
            <a:ext cx="49212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03" name="Oval 117"/>
          <p:cNvSpPr>
            <a:spLocks noChangeArrowheads="1"/>
          </p:cNvSpPr>
          <p:nvPr>
            <p:custDataLst>
              <p:tags r:id="rId147"/>
            </p:custDataLst>
          </p:nvPr>
        </p:nvSpPr>
        <p:spPr bwMode="auto">
          <a:xfrm rot="1426593">
            <a:off x="7480300" y="371475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04" name="Oval 118"/>
          <p:cNvSpPr>
            <a:spLocks noChangeArrowheads="1"/>
          </p:cNvSpPr>
          <p:nvPr>
            <p:custDataLst>
              <p:tags r:id="rId148"/>
            </p:custDataLst>
          </p:nvPr>
        </p:nvSpPr>
        <p:spPr bwMode="auto">
          <a:xfrm rot="1426593">
            <a:off x="7327900" y="370363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05" name="Oval 119"/>
          <p:cNvSpPr>
            <a:spLocks noChangeArrowheads="1"/>
          </p:cNvSpPr>
          <p:nvPr>
            <p:custDataLst>
              <p:tags r:id="rId149"/>
            </p:custDataLst>
          </p:nvPr>
        </p:nvSpPr>
        <p:spPr bwMode="auto">
          <a:xfrm rot="1426593">
            <a:off x="7262813" y="3063875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06" name="Oval 120"/>
          <p:cNvSpPr>
            <a:spLocks noChangeArrowheads="1"/>
          </p:cNvSpPr>
          <p:nvPr>
            <p:custDataLst>
              <p:tags r:id="rId150"/>
            </p:custDataLst>
          </p:nvPr>
        </p:nvSpPr>
        <p:spPr bwMode="auto">
          <a:xfrm rot="1426593">
            <a:off x="7023100" y="302895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07" name="Oval 121"/>
          <p:cNvSpPr>
            <a:spLocks noChangeArrowheads="1"/>
          </p:cNvSpPr>
          <p:nvPr>
            <p:custDataLst>
              <p:tags r:id="rId151"/>
            </p:custDataLst>
          </p:nvPr>
        </p:nvSpPr>
        <p:spPr bwMode="auto">
          <a:xfrm rot="1426593">
            <a:off x="6802438" y="301783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08" name="Oval 122"/>
          <p:cNvSpPr>
            <a:spLocks noChangeArrowheads="1"/>
          </p:cNvSpPr>
          <p:nvPr>
            <p:custDataLst>
              <p:tags r:id="rId152"/>
            </p:custDataLst>
          </p:nvPr>
        </p:nvSpPr>
        <p:spPr bwMode="auto">
          <a:xfrm rot="1426593">
            <a:off x="6989763" y="3200400"/>
            <a:ext cx="49212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09" name="Oval 123"/>
          <p:cNvSpPr>
            <a:spLocks noChangeArrowheads="1"/>
          </p:cNvSpPr>
          <p:nvPr>
            <p:custDataLst>
              <p:tags r:id="rId153"/>
            </p:custDataLst>
          </p:nvPr>
        </p:nvSpPr>
        <p:spPr bwMode="auto">
          <a:xfrm rot="1426593">
            <a:off x="7158038" y="3189288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10" name="Oval 124"/>
          <p:cNvSpPr>
            <a:spLocks noChangeArrowheads="1"/>
          </p:cNvSpPr>
          <p:nvPr>
            <p:custDataLst>
              <p:tags r:id="rId154"/>
            </p:custDataLst>
          </p:nvPr>
        </p:nvSpPr>
        <p:spPr bwMode="auto">
          <a:xfrm rot="1426593">
            <a:off x="7443788" y="3381375"/>
            <a:ext cx="49212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11" name="Oval 125"/>
          <p:cNvSpPr>
            <a:spLocks noChangeArrowheads="1"/>
          </p:cNvSpPr>
          <p:nvPr>
            <p:custDataLst>
              <p:tags r:id="rId155"/>
            </p:custDataLst>
          </p:nvPr>
        </p:nvSpPr>
        <p:spPr bwMode="auto">
          <a:xfrm rot="1426593">
            <a:off x="7491413" y="3036888"/>
            <a:ext cx="46037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12" name="Oval 126"/>
          <p:cNvSpPr>
            <a:spLocks noChangeArrowheads="1"/>
          </p:cNvSpPr>
          <p:nvPr>
            <p:custDataLst>
              <p:tags r:id="rId156"/>
            </p:custDataLst>
          </p:nvPr>
        </p:nvSpPr>
        <p:spPr bwMode="auto">
          <a:xfrm rot="1426593">
            <a:off x="7678738" y="324326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13" name="Oval 127"/>
          <p:cNvSpPr>
            <a:spLocks noChangeArrowheads="1"/>
          </p:cNvSpPr>
          <p:nvPr>
            <p:custDataLst>
              <p:tags r:id="rId157"/>
            </p:custDataLst>
          </p:nvPr>
        </p:nvSpPr>
        <p:spPr bwMode="auto">
          <a:xfrm rot="1426593">
            <a:off x="7300913" y="3235325"/>
            <a:ext cx="46037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14" name="Oval 128"/>
          <p:cNvSpPr>
            <a:spLocks noChangeArrowheads="1"/>
          </p:cNvSpPr>
          <p:nvPr>
            <p:custDataLst>
              <p:tags r:id="rId158"/>
            </p:custDataLst>
          </p:nvPr>
        </p:nvSpPr>
        <p:spPr bwMode="auto">
          <a:xfrm rot="1426593">
            <a:off x="7461250" y="3195638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15" name="Oval 129"/>
          <p:cNvSpPr>
            <a:spLocks noChangeArrowheads="1"/>
          </p:cNvSpPr>
          <p:nvPr>
            <p:custDataLst>
              <p:tags r:id="rId159"/>
            </p:custDataLst>
          </p:nvPr>
        </p:nvSpPr>
        <p:spPr bwMode="auto">
          <a:xfrm rot="1426593">
            <a:off x="7656513" y="3394075"/>
            <a:ext cx="46037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19969" name="Group 130"/>
          <p:cNvGrpSpPr>
            <a:grpSpLocks/>
          </p:cNvGrpSpPr>
          <p:nvPr>
            <p:custDataLst>
              <p:tags r:id="rId160"/>
            </p:custDataLst>
          </p:nvPr>
        </p:nvGrpSpPr>
        <p:grpSpPr bwMode="auto">
          <a:xfrm>
            <a:off x="7924800" y="3168650"/>
            <a:ext cx="315913" cy="217488"/>
            <a:chOff x="4615" y="2003"/>
            <a:chExt cx="199" cy="137"/>
          </a:xfrm>
        </p:grpSpPr>
        <p:sp>
          <p:nvSpPr>
            <p:cNvPr id="20112" name="Freeform 131"/>
            <p:cNvSpPr>
              <a:spLocks/>
            </p:cNvSpPr>
            <p:nvPr/>
          </p:nvSpPr>
          <p:spPr bwMode="auto">
            <a:xfrm rot="-9373407">
              <a:off x="4615" y="2003"/>
              <a:ext cx="199" cy="137"/>
            </a:xfrm>
            <a:custGeom>
              <a:avLst/>
              <a:gdLst>
                <a:gd name="T0" fmla="*/ 3591 w 84"/>
                <a:gd name="T1" fmla="*/ 1596 h 68"/>
                <a:gd name="T2" fmla="*/ 5382 w 84"/>
                <a:gd name="T3" fmla="*/ 1400 h 68"/>
                <a:gd name="T4" fmla="*/ 3591 w 84"/>
                <a:gd name="T5" fmla="*/ 0 h 68"/>
                <a:gd name="T6" fmla="*/ 1796 w 84"/>
                <a:gd name="T7" fmla="*/ 2192 h 68"/>
                <a:gd name="T8" fmla="*/ 3591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113" name="Oval 132"/>
            <p:cNvSpPr>
              <a:spLocks noChangeArrowheads="1"/>
            </p:cNvSpPr>
            <p:nvPr/>
          </p:nvSpPr>
          <p:spPr bwMode="auto">
            <a:xfrm rot="1426593">
              <a:off x="4686" y="2063"/>
              <a:ext cx="35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031" name="Group 133"/>
          <p:cNvGrpSpPr>
            <a:grpSpLocks/>
          </p:cNvGrpSpPr>
          <p:nvPr>
            <p:custDataLst>
              <p:tags r:id="rId161"/>
            </p:custDataLst>
          </p:nvPr>
        </p:nvGrpSpPr>
        <p:grpSpPr bwMode="auto">
          <a:xfrm>
            <a:off x="7691438" y="3227388"/>
            <a:ext cx="622300" cy="809625"/>
            <a:chOff x="4468" y="2040"/>
            <a:chExt cx="392" cy="510"/>
          </a:xfrm>
        </p:grpSpPr>
        <p:sp>
          <p:nvSpPr>
            <p:cNvPr id="20093" name="Freeform 134"/>
            <p:cNvSpPr>
              <a:spLocks/>
            </p:cNvSpPr>
            <p:nvPr/>
          </p:nvSpPr>
          <p:spPr bwMode="auto">
            <a:xfrm rot="-9373407">
              <a:off x="4468" y="2084"/>
              <a:ext cx="247" cy="123"/>
            </a:xfrm>
            <a:custGeom>
              <a:avLst/>
              <a:gdLst>
                <a:gd name="T0" fmla="*/ 2102 w 120"/>
                <a:gd name="T1" fmla="*/ 1517 h 60"/>
                <a:gd name="T2" fmla="*/ 3427 w 120"/>
                <a:gd name="T3" fmla="*/ 1312 h 60"/>
                <a:gd name="T4" fmla="*/ 2338 w 120"/>
                <a:gd name="T5" fmla="*/ 0 h 60"/>
                <a:gd name="T6" fmla="*/ 1665 w 120"/>
                <a:gd name="T7" fmla="*/ 2173 h 60"/>
                <a:gd name="T8" fmla="*/ 2102 w 120"/>
                <a:gd name="T9" fmla="*/ 151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94" name="Freeform 135"/>
            <p:cNvSpPr>
              <a:spLocks/>
            </p:cNvSpPr>
            <p:nvPr/>
          </p:nvSpPr>
          <p:spPr bwMode="auto">
            <a:xfrm rot="-9373407">
              <a:off x="4488" y="2294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95" name="Freeform 136"/>
            <p:cNvSpPr>
              <a:spLocks/>
            </p:cNvSpPr>
            <p:nvPr/>
          </p:nvSpPr>
          <p:spPr bwMode="auto">
            <a:xfrm rot="-9373407">
              <a:off x="4578" y="2399"/>
              <a:ext cx="247" cy="123"/>
            </a:xfrm>
            <a:custGeom>
              <a:avLst/>
              <a:gdLst>
                <a:gd name="T0" fmla="*/ 2102 w 120"/>
                <a:gd name="T1" fmla="*/ 1517 h 60"/>
                <a:gd name="T2" fmla="*/ 3427 w 120"/>
                <a:gd name="T3" fmla="*/ 1312 h 60"/>
                <a:gd name="T4" fmla="*/ 2338 w 120"/>
                <a:gd name="T5" fmla="*/ 0 h 60"/>
                <a:gd name="T6" fmla="*/ 1665 w 120"/>
                <a:gd name="T7" fmla="*/ 2173 h 60"/>
                <a:gd name="T8" fmla="*/ 2102 w 120"/>
                <a:gd name="T9" fmla="*/ 151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96" name="Freeform 137"/>
            <p:cNvSpPr>
              <a:spLocks/>
            </p:cNvSpPr>
            <p:nvPr/>
          </p:nvSpPr>
          <p:spPr bwMode="auto">
            <a:xfrm rot="-9373407">
              <a:off x="4602" y="2301"/>
              <a:ext cx="161" cy="121"/>
            </a:xfrm>
            <a:custGeom>
              <a:avLst/>
              <a:gdLst>
                <a:gd name="T0" fmla="*/ 0 w 66"/>
                <a:gd name="T1" fmla="*/ 2507 h 50"/>
                <a:gd name="T2" fmla="*/ 4671 w 66"/>
                <a:gd name="T3" fmla="*/ 3502 h 50"/>
                <a:gd name="T4" fmla="*/ 2088 w 66"/>
                <a:gd name="T5" fmla="*/ 990 h 50"/>
                <a:gd name="T6" fmla="*/ 537 w 66"/>
                <a:gd name="T7" fmla="*/ 511 h 50"/>
                <a:gd name="T8" fmla="*/ 0 w 66"/>
                <a:gd name="T9" fmla="*/ 250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97" name="Freeform 138"/>
            <p:cNvSpPr>
              <a:spLocks/>
            </p:cNvSpPr>
            <p:nvPr/>
          </p:nvSpPr>
          <p:spPr bwMode="auto">
            <a:xfrm rot="-9373407">
              <a:off x="4503" y="2422"/>
              <a:ext cx="187" cy="128"/>
            </a:xfrm>
            <a:custGeom>
              <a:avLst/>
              <a:gdLst>
                <a:gd name="T0" fmla="*/ 1570 w 91"/>
                <a:gd name="T1" fmla="*/ 1869 h 63"/>
                <a:gd name="T2" fmla="*/ 3331 w 91"/>
                <a:gd name="T3" fmla="*/ 1040 h 63"/>
                <a:gd name="T4" fmla="*/ 3126 w 91"/>
                <a:gd name="T5" fmla="*/ 412 h 63"/>
                <a:gd name="T6" fmla="*/ 1802 w 91"/>
                <a:gd name="T7" fmla="*/ 0 h 63"/>
                <a:gd name="T8" fmla="*/ 2014 w 91"/>
                <a:gd name="T9" fmla="*/ 2081 h 63"/>
                <a:gd name="T10" fmla="*/ 1570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98" name="Freeform 139"/>
            <p:cNvSpPr>
              <a:spLocks/>
            </p:cNvSpPr>
            <p:nvPr/>
          </p:nvSpPr>
          <p:spPr bwMode="auto">
            <a:xfrm rot="-9373407">
              <a:off x="4515" y="2182"/>
              <a:ext cx="172" cy="139"/>
            </a:xfrm>
            <a:custGeom>
              <a:avLst/>
              <a:gdLst>
                <a:gd name="T0" fmla="*/ 1728 w 84"/>
                <a:gd name="T1" fmla="*/ 1709 h 68"/>
                <a:gd name="T2" fmla="*/ 2582 w 84"/>
                <a:gd name="T3" fmla="*/ 1504 h 68"/>
                <a:gd name="T4" fmla="*/ 1728 w 84"/>
                <a:gd name="T5" fmla="*/ 0 h 68"/>
                <a:gd name="T6" fmla="*/ 860 w 84"/>
                <a:gd name="T7" fmla="*/ 2357 h 68"/>
                <a:gd name="T8" fmla="*/ 1728 w 84"/>
                <a:gd name="T9" fmla="*/ 1709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99" name="Oval 140"/>
            <p:cNvSpPr>
              <a:spLocks noChangeArrowheads="1"/>
            </p:cNvSpPr>
            <p:nvPr/>
          </p:nvSpPr>
          <p:spPr bwMode="auto">
            <a:xfrm rot="1426593">
              <a:off x="4696" y="2456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100" name="Oval 141"/>
            <p:cNvSpPr>
              <a:spLocks noChangeArrowheads="1"/>
            </p:cNvSpPr>
            <p:nvPr/>
          </p:nvSpPr>
          <p:spPr bwMode="auto">
            <a:xfrm rot="1426593">
              <a:off x="4553" y="2484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101" name="Oval 142"/>
            <p:cNvSpPr>
              <a:spLocks noChangeArrowheads="1"/>
            </p:cNvSpPr>
            <p:nvPr/>
          </p:nvSpPr>
          <p:spPr bwMode="auto">
            <a:xfrm rot="1426593">
              <a:off x="4669" y="2343"/>
              <a:ext cx="34" cy="3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102" name="Oval 143"/>
            <p:cNvSpPr>
              <a:spLocks noChangeArrowheads="1"/>
            </p:cNvSpPr>
            <p:nvPr/>
          </p:nvSpPr>
          <p:spPr bwMode="auto">
            <a:xfrm rot="1426593">
              <a:off x="4572" y="2367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103" name="Oval 144"/>
            <p:cNvSpPr>
              <a:spLocks noChangeArrowheads="1"/>
            </p:cNvSpPr>
            <p:nvPr/>
          </p:nvSpPr>
          <p:spPr bwMode="auto">
            <a:xfrm rot="1426593">
              <a:off x="4553" y="2040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104" name="Oval 145"/>
            <p:cNvSpPr>
              <a:spLocks noChangeArrowheads="1"/>
            </p:cNvSpPr>
            <p:nvPr/>
          </p:nvSpPr>
          <p:spPr bwMode="auto">
            <a:xfrm rot="1426593">
              <a:off x="4565" y="2238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105" name="Oval 146"/>
            <p:cNvSpPr>
              <a:spLocks noChangeArrowheads="1"/>
            </p:cNvSpPr>
            <p:nvPr/>
          </p:nvSpPr>
          <p:spPr bwMode="auto">
            <a:xfrm rot="1426593">
              <a:off x="4568" y="2131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0032" name="Group 147"/>
            <p:cNvGrpSpPr>
              <a:grpSpLocks/>
            </p:cNvGrpSpPr>
            <p:nvPr/>
          </p:nvGrpSpPr>
          <p:grpSpPr bwMode="auto">
            <a:xfrm>
              <a:off x="4650" y="2112"/>
              <a:ext cx="210" cy="136"/>
              <a:chOff x="4650" y="2112"/>
              <a:chExt cx="210" cy="136"/>
            </a:xfrm>
          </p:grpSpPr>
          <p:sp>
            <p:nvSpPr>
              <p:cNvPr id="20110" name="Freeform 148"/>
              <p:cNvSpPr>
                <a:spLocks/>
              </p:cNvSpPr>
              <p:nvPr/>
            </p:nvSpPr>
            <p:spPr bwMode="auto">
              <a:xfrm rot="-9373407">
                <a:off x="4650" y="2112"/>
                <a:ext cx="210" cy="136"/>
              </a:xfrm>
              <a:custGeom>
                <a:avLst/>
                <a:gdLst>
                  <a:gd name="T0" fmla="*/ 2339 w 101"/>
                  <a:gd name="T1" fmla="*/ 1444 h 66"/>
                  <a:gd name="T2" fmla="*/ 2564 w 101"/>
                  <a:gd name="T3" fmla="*/ 107 h 66"/>
                  <a:gd name="T4" fmla="*/ 934 w 101"/>
                  <a:gd name="T5" fmla="*/ 340 h 66"/>
                  <a:gd name="T6" fmla="*/ 2339 w 101"/>
                  <a:gd name="T7" fmla="*/ 144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11" name="Oval 149"/>
              <p:cNvSpPr>
                <a:spLocks noChangeArrowheads="1"/>
              </p:cNvSpPr>
              <p:nvPr/>
            </p:nvSpPr>
            <p:spPr bwMode="auto">
              <a:xfrm rot="1426593">
                <a:off x="4733" y="2183"/>
                <a:ext cx="31" cy="35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grpSp>
          <p:nvGrpSpPr>
            <p:cNvPr id="20047" name="Group 150"/>
            <p:cNvGrpSpPr>
              <a:grpSpLocks/>
            </p:cNvGrpSpPr>
            <p:nvPr/>
          </p:nvGrpSpPr>
          <p:grpSpPr bwMode="auto">
            <a:xfrm>
              <a:off x="4598" y="2214"/>
              <a:ext cx="188" cy="128"/>
              <a:chOff x="4598" y="2214"/>
              <a:chExt cx="188" cy="128"/>
            </a:xfrm>
          </p:grpSpPr>
          <p:sp>
            <p:nvSpPr>
              <p:cNvPr id="20108" name="Freeform 151"/>
              <p:cNvSpPr>
                <a:spLocks/>
              </p:cNvSpPr>
              <p:nvPr/>
            </p:nvSpPr>
            <p:spPr bwMode="auto">
              <a:xfrm rot="1426593">
                <a:off x="4598" y="2214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109" name="Oval 152"/>
              <p:cNvSpPr>
                <a:spLocks noChangeArrowheads="1"/>
              </p:cNvSpPr>
              <p:nvPr/>
            </p:nvSpPr>
            <p:spPr bwMode="auto">
              <a:xfrm rot="1426593">
                <a:off x="4713" y="2262"/>
                <a:ext cx="30" cy="3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grpSp>
        <p:nvGrpSpPr>
          <p:cNvPr id="20062" name="Group 153"/>
          <p:cNvGrpSpPr>
            <a:grpSpLocks/>
          </p:cNvGrpSpPr>
          <p:nvPr>
            <p:custDataLst>
              <p:tags r:id="rId162"/>
            </p:custDataLst>
          </p:nvPr>
        </p:nvGrpSpPr>
        <p:grpSpPr bwMode="auto">
          <a:xfrm>
            <a:off x="7775575" y="3013075"/>
            <a:ext cx="317500" cy="219075"/>
            <a:chOff x="4521" y="1905"/>
            <a:chExt cx="200" cy="138"/>
          </a:xfrm>
        </p:grpSpPr>
        <p:sp>
          <p:nvSpPr>
            <p:cNvPr id="20091" name="Freeform 154"/>
            <p:cNvSpPr>
              <a:spLocks/>
            </p:cNvSpPr>
            <p:nvPr/>
          </p:nvSpPr>
          <p:spPr bwMode="auto">
            <a:xfrm rot="-9373407">
              <a:off x="4521" y="1905"/>
              <a:ext cx="200" cy="138"/>
            </a:xfrm>
            <a:custGeom>
              <a:avLst/>
              <a:gdLst>
                <a:gd name="T0" fmla="*/ 3657 w 84"/>
                <a:gd name="T1" fmla="*/ 1648 h 68"/>
                <a:gd name="T2" fmla="*/ 5493 w 84"/>
                <a:gd name="T3" fmla="*/ 1445 h 68"/>
                <a:gd name="T4" fmla="*/ 3657 w 84"/>
                <a:gd name="T5" fmla="*/ 0 h 68"/>
                <a:gd name="T6" fmla="*/ 1836 w 84"/>
                <a:gd name="T7" fmla="*/ 2273 h 68"/>
                <a:gd name="T8" fmla="*/ 3657 w 84"/>
                <a:gd name="T9" fmla="*/ 164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92" name="Oval 155"/>
            <p:cNvSpPr>
              <a:spLocks noChangeArrowheads="1"/>
            </p:cNvSpPr>
            <p:nvPr/>
          </p:nvSpPr>
          <p:spPr bwMode="auto">
            <a:xfrm rot="1426593">
              <a:off x="4592" y="1965"/>
              <a:ext cx="35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063" name="Group 156"/>
          <p:cNvGrpSpPr>
            <a:grpSpLocks/>
          </p:cNvGrpSpPr>
          <p:nvPr>
            <p:custDataLst>
              <p:tags r:id="rId163"/>
            </p:custDataLst>
          </p:nvPr>
        </p:nvGrpSpPr>
        <p:grpSpPr bwMode="auto">
          <a:xfrm>
            <a:off x="7959725" y="2951163"/>
            <a:ext cx="244475" cy="201612"/>
            <a:chOff x="4637" y="1866"/>
            <a:chExt cx="154" cy="127"/>
          </a:xfrm>
        </p:grpSpPr>
        <p:sp>
          <p:nvSpPr>
            <p:cNvPr id="20089" name="Freeform 157"/>
            <p:cNvSpPr>
              <a:spLocks/>
            </p:cNvSpPr>
            <p:nvPr/>
          </p:nvSpPr>
          <p:spPr bwMode="auto">
            <a:xfrm rot="-9373407">
              <a:off x="4637" y="1866"/>
              <a:ext cx="154" cy="127"/>
            </a:xfrm>
            <a:custGeom>
              <a:avLst/>
              <a:gdLst>
                <a:gd name="T0" fmla="*/ 0 w 66"/>
                <a:gd name="T1" fmla="*/ 3162 h 50"/>
                <a:gd name="T2" fmla="*/ 3736 w 66"/>
                <a:gd name="T3" fmla="*/ 4458 h 50"/>
                <a:gd name="T4" fmla="*/ 1666 w 66"/>
                <a:gd name="T5" fmla="*/ 1245 h 50"/>
                <a:gd name="T6" fmla="*/ 420 w 66"/>
                <a:gd name="T7" fmla="*/ 625 h 50"/>
                <a:gd name="T8" fmla="*/ 0 w 66"/>
                <a:gd name="T9" fmla="*/ 316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90" name="Oval 158"/>
            <p:cNvSpPr>
              <a:spLocks noChangeArrowheads="1"/>
            </p:cNvSpPr>
            <p:nvPr/>
          </p:nvSpPr>
          <p:spPr bwMode="auto">
            <a:xfrm rot="1426593">
              <a:off x="4704" y="1905"/>
              <a:ext cx="35" cy="4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075" name="Group 159"/>
          <p:cNvGrpSpPr>
            <a:grpSpLocks/>
          </p:cNvGrpSpPr>
          <p:nvPr>
            <p:custDataLst>
              <p:tags r:id="rId164"/>
            </p:custDataLst>
          </p:nvPr>
        </p:nvGrpSpPr>
        <p:grpSpPr bwMode="auto">
          <a:xfrm>
            <a:off x="7488238" y="2043113"/>
            <a:ext cx="242887" cy="201612"/>
            <a:chOff x="4340" y="1294"/>
            <a:chExt cx="153" cy="127"/>
          </a:xfrm>
        </p:grpSpPr>
        <p:sp>
          <p:nvSpPr>
            <p:cNvPr id="20087" name="Freeform 160"/>
            <p:cNvSpPr>
              <a:spLocks/>
            </p:cNvSpPr>
            <p:nvPr/>
          </p:nvSpPr>
          <p:spPr bwMode="auto">
            <a:xfrm rot="-9373407">
              <a:off x="4340" y="1294"/>
              <a:ext cx="153" cy="127"/>
            </a:xfrm>
            <a:custGeom>
              <a:avLst/>
              <a:gdLst>
                <a:gd name="T0" fmla="*/ 0 w 66"/>
                <a:gd name="T1" fmla="*/ 3162 h 50"/>
                <a:gd name="T2" fmla="*/ 3612 w 66"/>
                <a:gd name="T3" fmla="*/ 4458 h 50"/>
                <a:gd name="T4" fmla="*/ 1618 w 66"/>
                <a:gd name="T5" fmla="*/ 1245 h 50"/>
                <a:gd name="T6" fmla="*/ 399 w 66"/>
                <a:gd name="T7" fmla="*/ 625 h 50"/>
                <a:gd name="T8" fmla="*/ 0 w 66"/>
                <a:gd name="T9" fmla="*/ 316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88" name="Oval 161"/>
            <p:cNvSpPr>
              <a:spLocks noChangeArrowheads="1"/>
            </p:cNvSpPr>
            <p:nvPr/>
          </p:nvSpPr>
          <p:spPr bwMode="auto">
            <a:xfrm rot="1426593">
              <a:off x="4407" y="1333"/>
              <a:ext cx="34" cy="4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621" name="Freeform 162"/>
          <p:cNvSpPr>
            <a:spLocks/>
          </p:cNvSpPr>
          <p:nvPr>
            <p:custDataLst>
              <p:tags r:id="rId165"/>
            </p:custDataLst>
          </p:nvPr>
        </p:nvSpPr>
        <p:spPr bwMode="auto">
          <a:xfrm rot="-9373407">
            <a:off x="7600950" y="2232025"/>
            <a:ext cx="392113" cy="195263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0106" name="Group 163"/>
          <p:cNvGrpSpPr>
            <a:grpSpLocks/>
          </p:cNvGrpSpPr>
          <p:nvPr>
            <p:custDataLst>
              <p:tags r:id="rId166"/>
            </p:custDataLst>
          </p:nvPr>
        </p:nvGrpSpPr>
        <p:grpSpPr bwMode="auto">
          <a:xfrm>
            <a:off x="7661275" y="1985963"/>
            <a:ext cx="592138" cy="1114425"/>
            <a:chOff x="4449" y="1258"/>
            <a:chExt cx="373" cy="702"/>
          </a:xfrm>
        </p:grpSpPr>
        <p:sp>
          <p:nvSpPr>
            <p:cNvPr id="20068" name="Oval 164"/>
            <p:cNvSpPr>
              <a:spLocks noChangeArrowheads="1"/>
            </p:cNvSpPr>
            <p:nvPr/>
          </p:nvSpPr>
          <p:spPr bwMode="auto">
            <a:xfrm rot="1426593">
              <a:off x="4511" y="1825"/>
              <a:ext cx="42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69" name="Oval 165"/>
            <p:cNvSpPr>
              <a:spLocks noChangeArrowheads="1"/>
            </p:cNvSpPr>
            <p:nvPr/>
          </p:nvSpPr>
          <p:spPr bwMode="auto">
            <a:xfrm rot="1426593">
              <a:off x="4484" y="1714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70" name="Oval 166"/>
            <p:cNvSpPr>
              <a:spLocks noChangeArrowheads="1"/>
            </p:cNvSpPr>
            <p:nvPr/>
          </p:nvSpPr>
          <p:spPr bwMode="auto">
            <a:xfrm rot="1426593">
              <a:off x="4465" y="1928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71" name="Freeform 167"/>
            <p:cNvSpPr>
              <a:spLocks/>
            </p:cNvSpPr>
            <p:nvPr/>
          </p:nvSpPr>
          <p:spPr bwMode="auto">
            <a:xfrm rot="-9373407">
              <a:off x="4575" y="1745"/>
              <a:ext cx="247" cy="123"/>
            </a:xfrm>
            <a:custGeom>
              <a:avLst/>
              <a:gdLst>
                <a:gd name="T0" fmla="*/ 2102 w 120"/>
                <a:gd name="T1" fmla="*/ 1517 h 60"/>
                <a:gd name="T2" fmla="*/ 3427 w 120"/>
                <a:gd name="T3" fmla="*/ 1312 h 60"/>
                <a:gd name="T4" fmla="*/ 2338 w 120"/>
                <a:gd name="T5" fmla="*/ 0 h 60"/>
                <a:gd name="T6" fmla="*/ 1665 w 120"/>
                <a:gd name="T7" fmla="*/ 2173 h 60"/>
                <a:gd name="T8" fmla="*/ 2102 w 120"/>
                <a:gd name="T9" fmla="*/ 151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72" name="Oval 168"/>
            <p:cNvSpPr>
              <a:spLocks noChangeArrowheads="1"/>
            </p:cNvSpPr>
            <p:nvPr/>
          </p:nvSpPr>
          <p:spPr bwMode="auto">
            <a:xfrm rot="1426593">
              <a:off x="4675" y="1792"/>
              <a:ext cx="30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73" name="Freeform 169"/>
            <p:cNvSpPr>
              <a:spLocks/>
            </p:cNvSpPr>
            <p:nvPr/>
          </p:nvSpPr>
          <p:spPr bwMode="auto">
            <a:xfrm rot="-9373407">
              <a:off x="4454" y="1648"/>
              <a:ext cx="321" cy="122"/>
            </a:xfrm>
            <a:custGeom>
              <a:avLst/>
              <a:gdLst>
                <a:gd name="T0" fmla="*/ 7792 w 120"/>
                <a:gd name="T1" fmla="*/ 1456 h 60"/>
                <a:gd name="T2" fmla="*/ 12752 w 120"/>
                <a:gd name="T3" fmla="*/ 1244 h 60"/>
                <a:gd name="T4" fmla="*/ 8651 w 120"/>
                <a:gd name="T5" fmla="*/ 0 h 60"/>
                <a:gd name="T6" fmla="*/ 6147 w 120"/>
                <a:gd name="T7" fmla="*/ 2084 h 60"/>
                <a:gd name="T8" fmla="*/ 779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74" name="Oval 170"/>
            <p:cNvSpPr>
              <a:spLocks noChangeArrowheads="1"/>
            </p:cNvSpPr>
            <p:nvPr/>
          </p:nvSpPr>
          <p:spPr bwMode="auto">
            <a:xfrm rot="1426593">
              <a:off x="4575" y="1692"/>
              <a:ext cx="4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0107" name="Group 171"/>
            <p:cNvGrpSpPr>
              <a:grpSpLocks/>
            </p:cNvGrpSpPr>
            <p:nvPr/>
          </p:nvGrpSpPr>
          <p:grpSpPr bwMode="auto">
            <a:xfrm>
              <a:off x="4451" y="1531"/>
              <a:ext cx="199" cy="139"/>
              <a:chOff x="4451" y="1531"/>
              <a:chExt cx="199" cy="139"/>
            </a:xfrm>
          </p:grpSpPr>
          <p:sp>
            <p:nvSpPr>
              <p:cNvPr id="20085" name="Freeform 172"/>
              <p:cNvSpPr>
                <a:spLocks/>
              </p:cNvSpPr>
              <p:nvPr/>
            </p:nvSpPr>
            <p:spPr bwMode="auto">
              <a:xfrm rot="-9373407">
                <a:off x="4451" y="1531"/>
                <a:ext cx="199" cy="139"/>
              </a:xfrm>
              <a:custGeom>
                <a:avLst/>
                <a:gdLst>
                  <a:gd name="T0" fmla="*/ 3591 w 84"/>
                  <a:gd name="T1" fmla="*/ 1709 h 68"/>
                  <a:gd name="T2" fmla="*/ 5382 w 84"/>
                  <a:gd name="T3" fmla="*/ 1504 h 68"/>
                  <a:gd name="T4" fmla="*/ 3591 w 84"/>
                  <a:gd name="T5" fmla="*/ 0 h 68"/>
                  <a:gd name="T6" fmla="*/ 1796 w 84"/>
                  <a:gd name="T7" fmla="*/ 2357 h 68"/>
                  <a:gd name="T8" fmla="*/ 3591 w 84"/>
                  <a:gd name="T9" fmla="*/ 1709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086" name="Oval 173"/>
              <p:cNvSpPr>
                <a:spLocks noChangeArrowheads="1"/>
              </p:cNvSpPr>
              <p:nvPr/>
            </p:nvSpPr>
            <p:spPr bwMode="auto">
              <a:xfrm rot="1426593">
                <a:off x="4522" y="1591"/>
                <a:ext cx="35" cy="3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0076" name="Oval 174"/>
            <p:cNvSpPr>
              <a:spLocks noChangeArrowheads="1"/>
            </p:cNvSpPr>
            <p:nvPr/>
          </p:nvSpPr>
          <p:spPr bwMode="auto">
            <a:xfrm rot="1426593">
              <a:off x="4511" y="1460"/>
              <a:ext cx="30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77" name="Freeform 175"/>
            <p:cNvSpPr>
              <a:spLocks/>
            </p:cNvSpPr>
            <p:nvPr/>
          </p:nvSpPr>
          <p:spPr bwMode="auto">
            <a:xfrm rot="-9373407">
              <a:off x="4589" y="1546"/>
              <a:ext cx="221" cy="155"/>
            </a:xfrm>
            <a:custGeom>
              <a:avLst/>
              <a:gdLst>
                <a:gd name="T0" fmla="*/ 3006 w 101"/>
                <a:gd name="T1" fmla="*/ 2797 h 66"/>
                <a:gd name="T2" fmla="*/ 3300 w 101"/>
                <a:gd name="T3" fmla="*/ 209 h 66"/>
                <a:gd name="T4" fmla="*/ 1217 w 101"/>
                <a:gd name="T5" fmla="*/ 634 h 66"/>
                <a:gd name="T6" fmla="*/ 3006 w 101"/>
                <a:gd name="T7" fmla="*/ 2797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78" name="Oval 176"/>
            <p:cNvSpPr>
              <a:spLocks noChangeArrowheads="1"/>
            </p:cNvSpPr>
            <p:nvPr/>
          </p:nvSpPr>
          <p:spPr bwMode="auto">
            <a:xfrm rot="1426593">
              <a:off x="4676" y="1616"/>
              <a:ext cx="32" cy="3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79" name="Freeform 177"/>
            <p:cNvSpPr>
              <a:spLocks/>
            </p:cNvSpPr>
            <p:nvPr/>
          </p:nvSpPr>
          <p:spPr bwMode="auto">
            <a:xfrm rot="-9373407">
              <a:off x="4449" y="1258"/>
              <a:ext cx="221" cy="155"/>
            </a:xfrm>
            <a:custGeom>
              <a:avLst/>
              <a:gdLst>
                <a:gd name="T0" fmla="*/ 3006 w 101"/>
                <a:gd name="T1" fmla="*/ 2797 h 66"/>
                <a:gd name="T2" fmla="*/ 3300 w 101"/>
                <a:gd name="T3" fmla="*/ 209 h 66"/>
                <a:gd name="T4" fmla="*/ 1217 w 101"/>
                <a:gd name="T5" fmla="*/ 634 h 66"/>
                <a:gd name="T6" fmla="*/ 3006 w 101"/>
                <a:gd name="T7" fmla="*/ 2797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80" name="Oval 178"/>
            <p:cNvSpPr>
              <a:spLocks noChangeArrowheads="1"/>
            </p:cNvSpPr>
            <p:nvPr/>
          </p:nvSpPr>
          <p:spPr bwMode="auto">
            <a:xfrm rot="1426593">
              <a:off x="4535" y="1328"/>
              <a:ext cx="33" cy="37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81" name="Freeform 179"/>
            <p:cNvSpPr>
              <a:spLocks/>
            </p:cNvSpPr>
            <p:nvPr/>
          </p:nvSpPr>
          <p:spPr bwMode="auto">
            <a:xfrm rot="1426593">
              <a:off x="4591" y="1455"/>
              <a:ext cx="172" cy="136"/>
            </a:xfrm>
            <a:custGeom>
              <a:avLst/>
              <a:gdLst>
                <a:gd name="T0" fmla="*/ 1728 w 84"/>
                <a:gd name="T1" fmla="*/ 1536 h 68"/>
                <a:gd name="T2" fmla="*/ 2582 w 84"/>
                <a:gd name="T3" fmla="*/ 1344 h 68"/>
                <a:gd name="T4" fmla="*/ 1728 w 84"/>
                <a:gd name="T5" fmla="*/ 0 h 68"/>
                <a:gd name="T6" fmla="*/ 860 w 84"/>
                <a:gd name="T7" fmla="*/ 2112 h 68"/>
                <a:gd name="T8" fmla="*/ 1728 w 84"/>
                <a:gd name="T9" fmla="*/ 153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82" name="Oval 180"/>
            <p:cNvSpPr>
              <a:spLocks noChangeArrowheads="1"/>
            </p:cNvSpPr>
            <p:nvPr/>
          </p:nvSpPr>
          <p:spPr bwMode="auto">
            <a:xfrm rot="1426593">
              <a:off x="4658" y="1494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83" name="Freeform 181"/>
            <p:cNvSpPr>
              <a:spLocks/>
            </p:cNvSpPr>
            <p:nvPr/>
          </p:nvSpPr>
          <p:spPr bwMode="auto">
            <a:xfrm rot="1426593">
              <a:off x="4556" y="1286"/>
              <a:ext cx="187" cy="169"/>
            </a:xfrm>
            <a:custGeom>
              <a:avLst/>
              <a:gdLst>
                <a:gd name="T0" fmla="*/ 1570 w 91"/>
                <a:gd name="T1" fmla="*/ 7514 h 63"/>
                <a:gd name="T2" fmla="*/ 3331 w 91"/>
                <a:gd name="T3" fmla="*/ 4153 h 63"/>
                <a:gd name="T4" fmla="*/ 3126 w 91"/>
                <a:gd name="T5" fmla="*/ 1663 h 63"/>
                <a:gd name="T6" fmla="*/ 1802 w 91"/>
                <a:gd name="T7" fmla="*/ 0 h 63"/>
                <a:gd name="T8" fmla="*/ 2014 w 91"/>
                <a:gd name="T9" fmla="*/ 8340 h 63"/>
                <a:gd name="T10" fmla="*/ 1570 w 91"/>
                <a:gd name="T11" fmla="*/ 7514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84" name="Oval 182"/>
            <p:cNvSpPr>
              <a:spLocks noChangeArrowheads="1"/>
            </p:cNvSpPr>
            <p:nvPr/>
          </p:nvSpPr>
          <p:spPr bwMode="auto">
            <a:xfrm rot="1426593">
              <a:off x="4659" y="1374"/>
              <a:ext cx="31" cy="4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129" name="Group 183"/>
          <p:cNvGrpSpPr>
            <a:grpSpLocks/>
          </p:cNvGrpSpPr>
          <p:nvPr>
            <p:custDataLst>
              <p:tags r:id="rId167"/>
            </p:custDataLst>
          </p:nvPr>
        </p:nvGrpSpPr>
        <p:grpSpPr bwMode="auto">
          <a:xfrm>
            <a:off x="2068513" y="3479800"/>
            <a:ext cx="728662" cy="633413"/>
            <a:chOff x="926" y="2199"/>
            <a:chExt cx="459" cy="399"/>
          </a:xfrm>
        </p:grpSpPr>
        <p:sp>
          <p:nvSpPr>
            <p:cNvPr id="20050" name="Freeform 184"/>
            <p:cNvSpPr>
              <a:spLocks/>
            </p:cNvSpPr>
            <p:nvPr/>
          </p:nvSpPr>
          <p:spPr bwMode="auto">
            <a:xfrm rot="6679657">
              <a:off x="860" y="2413"/>
              <a:ext cx="251" cy="120"/>
            </a:xfrm>
            <a:custGeom>
              <a:avLst/>
              <a:gdLst>
                <a:gd name="T0" fmla="*/ 2280 w 120"/>
                <a:gd name="T1" fmla="*/ 1344 h 60"/>
                <a:gd name="T2" fmla="*/ 3732 w 120"/>
                <a:gd name="T3" fmla="*/ 1152 h 60"/>
                <a:gd name="T4" fmla="*/ 2525 w 120"/>
                <a:gd name="T5" fmla="*/ 0 h 60"/>
                <a:gd name="T6" fmla="*/ 1803 w 120"/>
                <a:gd name="T7" fmla="*/ 1920 h 60"/>
                <a:gd name="T8" fmla="*/ 2280 w 120"/>
                <a:gd name="T9" fmla="*/ 134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51" name="Freeform 185"/>
            <p:cNvSpPr>
              <a:spLocks/>
            </p:cNvSpPr>
            <p:nvPr/>
          </p:nvSpPr>
          <p:spPr bwMode="auto">
            <a:xfrm rot="6679657">
              <a:off x="1094" y="2396"/>
              <a:ext cx="212" cy="132"/>
            </a:xfrm>
            <a:custGeom>
              <a:avLst/>
              <a:gdLst>
                <a:gd name="T0" fmla="*/ 2441 w 101"/>
                <a:gd name="T1" fmla="*/ 1248 h 66"/>
                <a:gd name="T2" fmla="*/ 2701 w 101"/>
                <a:gd name="T3" fmla="*/ 96 h 66"/>
                <a:gd name="T4" fmla="*/ 970 w 101"/>
                <a:gd name="T5" fmla="*/ 288 h 66"/>
                <a:gd name="T6" fmla="*/ 2441 w 101"/>
                <a:gd name="T7" fmla="*/ 1248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52" name="Freeform 186"/>
            <p:cNvSpPr>
              <a:spLocks/>
            </p:cNvSpPr>
            <p:nvPr/>
          </p:nvSpPr>
          <p:spPr bwMode="auto">
            <a:xfrm rot="6679657">
              <a:off x="1167" y="2287"/>
              <a:ext cx="250" cy="120"/>
            </a:xfrm>
            <a:custGeom>
              <a:avLst/>
              <a:gdLst>
                <a:gd name="T0" fmla="*/ 2244 w 120"/>
                <a:gd name="T1" fmla="*/ 1344 h 60"/>
                <a:gd name="T2" fmla="*/ 3654 w 120"/>
                <a:gd name="T3" fmla="*/ 1152 h 60"/>
                <a:gd name="T4" fmla="*/ 2469 w 120"/>
                <a:gd name="T5" fmla="*/ 0 h 60"/>
                <a:gd name="T6" fmla="*/ 1771 w 120"/>
                <a:gd name="T7" fmla="*/ 1920 h 60"/>
                <a:gd name="T8" fmla="*/ 2244 w 120"/>
                <a:gd name="T9" fmla="*/ 134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53" name="Freeform 187"/>
            <p:cNvSpPr>
              <a:spLocks/>
            </p:cNvSpPr>
            <p:nvPr/>
          </p:nvSpPr>
          <p:spPr bwMode="auto">
            <a:xfrm rot="6679657">
              <a:off x="1115" y="2311"/>
              <a:ext cx="163" cy="119"/>
            </a:xfrm>
            <a:custGeom>
              <a:avLst/>
              <a:gdLst>
                <a:gd name="T0" fmla="*/ 0 w 66"/>
                <a:gd name="T1" fmla="*/ 2278 h 50"/>
                <a:gd name="T2" fmla="*/ 4939 w 66"/>
                <a:gd name="T3" fmla="*/ 3206 h 50"/>
                <a:gd name="T4" fmla="*/ 2203 w 66"/>
                <a:gd name="T5" fmla="*/ 928 h 50"/>
                <a:gd name="T6" fmla="*/ 556 w 66"/>
                <a:gd name="T7" fmla="*/ 447 h 50"/>
                <a:gd name="T8" fmla="*/ 0 w 66"/>
                <a:gd name="T9" fmla="*/ 2278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54" name="Freeform 188"/>
            <p:cNvSpPr>
              <a:spLocks/>
            </p:cNvSpPr>
            <p:nvPr/>
          </p:nvSpPr>
          <p:spPr bwMode="auto">
            <a:xfrm rot="6679657">
              <a:off x="1226" y="2391"/>
              <a:ext cx="191" cy="126"/>
            </a:xfrm>
            <a:custGeom>
              <a:avLst/>
              <a:gdLst>
                <a:gd name="T0" fmla="*/ 1748 w 91"/>
                <a:gd name="T1" fmla="*/ 1728 h 63"/>
                <a:gd name="T2" fmla="*/ 3709 w 91"/>
                <a:gd name="T3" fmla="*/ 960 h 63"/>
                <a:gd name="T4" fmla="*/ 3459 w 91"/>
                <a:gd name="T5" fmla="*/ 384 h 63"/>
                <a:gd name="T6" fmla="*/ 1996 w 91"/>
                <a:gd name="T7" fmla="*/ 0 h 63"/>
                <a:gd name="T8" fmla="*/ 2229 w 91"/>
                <a:gd name="T9" fmla="*/ 1920 h 63"/>
                <a:gd name="T10" fmla="*/ 1748 w 91"/>
                <a:gd name="T11" fmla="*/ 1728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55" name="Freeform 189"/>
            <p:cNvSpPr>
              <a:spLocks/>
            </p:cNvSpPr>
            <p:nvPr/>
          </p:nvSpPr>
          <p:spPr bwMode="auto">
            <a:xfrm rot="6679657">
              <a:off x="1003" y="2390"/>
              <a:ext cx="175" cy="136"/>
            </a:xfrm>
            <a:custGeom>
              <a:avLst/>
              <a:gdLst>
                <a:gd name="T0" fmla="*/ 1879 w 84"/>
                <a:gd name="T1" fmla="*/ 1536 h 68"/>
                <a:gd name="T2" fmla="*/ 2829 w 84"/>
                <a:gd name="T3" fmla="*/ 1344 h 68"/>
                <a:gd name="T4" fmla="*/ 1879 w 84"/>
                <a:gd name="T5" fmla="*/ 0 h 68"/>
                <a:gd name="T6" fmla="*/ 942 w 84"/>
                <a:gd name="T7" fmla="*/ 2112 h 68"/>
                <a:gd name="T8" fmla="*/ 1879 w 84"/>
                <a:gd name="T9" fmla="*/ 153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56" name="Oval 190"/>
            <p:cNvSpPr>
              <a:spLocks noChangeArrowheads="1"/>
            </p:cNvSpPr>
            <p:nvPr/>
          </p:nvSpPr>
          <p:spPr bwMode="auto">
            <a:xfrm rot="-4120343">
              <a:off x="1290" y="2320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57" name="Oval 191"/>
            <p:cNvSpPr>
              <a:spLocks noChangeArrowheads="1"/>
            </p:cNvSpPr>
            <p:nvPr/>
          </p:nvSpPr>
          <p:spPr bwMode="auto">
            <a:xfrm rot="-4120343">
              <a:off x="1323" y="2465"/>
              <a:ext cx="30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58" name="Oval 192"/>
            <p:cNvSpPr>
              <a:spLocks noChangeArrowheads="1"/>
            </p:cNvSpPr>
            <p:nvPr/>
          </p:nvSpPr>
          <p:spPr bwMode="auto">
            <a:xfrm rot="-4120343">
              <a:off x="1180" y="2347"/>
              <a:ext cx="34" cy="3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59" name="Oval 193"/>
            <p:cNvSpPr>
              <a:spLocks noChangeArrowheads="1"/>
            </p:cNvSpPr>
            <p:nvPr/>
          </p:nvSpPr>
          <p:spPr bwMode="auto">
            <a:xfrm rot="-4120343">
              <a:off x="1205" y="2451"/>
              <a:ext cx="31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60" name="Oval 194"/>
            <p:cNvSpPr>
              <a:spLocks noChangeArrowheads="1"/>
            </p:cNvSpPr>
            <p:nvPr/>
          </p:nvSpPr>
          <p:spPr bwMode="auto">
            <a:xfrm rot="-4120343">
              <a:off x="1080" y="246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61" name="Oval 195"/>
            <p:cNvSpPr>
              <a:spLocks noChangeArrowheads="1"/>
            </p:cNvSpPr>
            <p:nvPr/>
          </p:nvSpPr>
          <p:spPr bwMode="auto">
            <a:xfrm rot="-4120343">
              <a:off x="974" y="2465"/>
              <a:ext cx="30" cy="3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0130" name="Group 196"/>
            <p:cNvGrpSpPr>
              <a:grpSpLocks/>
            </p:cNvGrpSpPr>
            <p:nvPr/>
          </p:nvGrpSpPr>
          <p:grpSpPr bwMode="auto">
            <a:xfrm>
              <a:off x="947" y="2199"/>
              <a:ext cx="134" cy="213"/>
              <a:chOff x="947" y="2199"/>
              <a:chExt cx="134" cy="213"/>
            </a:xfrm>
          </p:grpSpPr>
          <p:sp>
            <p:nvSpPr>
              <p:cNvPr id="20066" name="Freeform 197"/>
              <p:cNvSpPr>
                <a:spLocks/>
              </p:cNvSpPr>
              <p:nvPr/>
            </p:nvSpPr>
            <p:spPr bwMode="auto">
              <a:xfrm rot="6679657">
                <a:off x="907" y="2239"/>
                <a:ext cx="213" cy="134"/>
              </a:xfrm>
              <a:custGeom>
                <a:avLst/>
                <a:gdLst>
                  <a:gd name="T0" fmla="*/ 2514 w 101"/>
                  <a:gd name="T1" fmla="*/ 1340 h 66"/>
                  <a:gd name="T2" fmla="*/ 2748 w 101"/>
                  <a:gd name="T3" fmla="*/ 99 h 66"/>
                  <a:gd name="T4" fmla="*/ 1014 w 101"/>
                  <a:gd name="T5" fmla="*/ 309 h 66"/>
                  <a:gd name="T6" fmla="*/ 2514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067" name="Oval 198"/>
              <p:cNvSpPr>
                <a:spLocks noChangeArrowheads="1"/>
              </p:cNvSpPr>
              <p:nvPr/>
            </p:nvSpPr>
            <p:spPr bwMode="auto">
              <a:xfrm rot="-4120343">
                <a:off x="1019" y="2296"/>
                <a:ext cx="31" cy="33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grpSp>
          <p:nvGrpSpPr>
            <p:cNvPr id="20131" name="Group 199"/>
            <p:cNvGrpSpPr>
              <a:grpSpLocks/>
            </p:cNvGrpSpPr>
            <p:nvPr/>
          </p:nvGrpSpPr>
          <p:grpSpPr bwMode="auto">
            <a:xfrm>
              <a:off x="1050" y="2270"/>
              <a:ext cx="125" cy="190"/>
              <a:chOff x="1050" y="2270"/>
              <a:chExt cx="125" cy="190"/>
            </a:xfrm>
          </p:grpSpPr>
          <p:sp>
            <p:nvSpPr>
              <p:cNvPr id="20064" name="Freeform 200"/>
              <p:cNvSpPr>
                <a:spLocks/>
              </p:cNvSpPr>
              <p:nvPr/>
            </p:nvSpPr>
            <p:spPr bwMode="auto">
              <a:xfrm rot="-4120343">
                <a:off x="1018" y="2302"/>
                <a:ext cx="190" cy="125"/>
              </a:xfrm>
              <a:custGeom>
                <a:avLst/>
                <a:gdLst>
                  <a:gd name="T0" fmla="*/ 1714 w 91"/>
                  <a:gd name="T1" fmla="*/ 1657 h 63"/>
                  <a:gd name="T2" fmla="*/ 3614 w 91"/>
                  <a:gd name="T3" fmla="*/ 929 h 63"/>
                  <a:gd name="T4" fmla="*/ 3370 w 91"/>
                  <a:gd name="T5" fmla="*/ 373 h 63"/>
                  <a:gd name="T6" fmla="*/ 1940 w 91"/>
                  <a:gd name="T7" fmla="*/ 0 h 63"/>
                  <a:gd name="T8" fmla="*/ 2184 w 91"/>
                  <a:gd name="T9" fmla="*/ 1843 h 63"/>
                  <a:gd name="T10" fmla="*/ 1714 w 91"/>
                  <a:gd name="T11" fmla="*/ 1657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065" name="Oval 201"/>
              <p:cNvSpPr>
                <a:spLocks noChangeArrowheads="1"/>
              </p:cNvSpPr>
              <p:nvPr/>
            </p:nvSpPr>
            <p:spPr bwMode="auto">
              <a:xfrm rot="-4120343">
                <a:off x="1097" y="2311"/>
                <a:ext cx="30" cy="31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grpSp>
        <p:nvGrpSpPr>
          <p:cNvPr id="20132" name="Group 202"/>
          <p:cNvGrpSpPr>
            <a:grpSpLocks/>
          </p:cNvGrpSpPr>
          <p:nvPr>
            <p:custDataLst>
              <p:tags r:id="rId168"/>
            </p:custDataLst>
          </p:nvPr>
        </p:nvGrpSpPr>
        <p:grpSpPr bwMode="auto">
          <a:xfrm>
            <a:off x="2084388" y="3106738"/>
            <a:ext cx="574675" cy="549275"/>
            <a:chOff x="936" y="1964"/>
            <a:chExt cx="362" cy="346"/>
          </a:xfrm>
        </p:grpSpPr>
        <p:sp>
          <p:nvSpPr>
            <p:cNvPr id="20037" name="Freeform 203"/>
            <p:cNvSpPr>
              <a:spLocks/>
            </p:cNvSpPr>
            <p:nvPr/>
          </p:nvSpPr>
          <p:spPr bwMode="auto">
            <a:xfrm rot="6679657">
              <a:off x="1007" y="2137"/>
              <a:ext cx="212" cy="133"/>
            </a:xfrm>
            <a:custGeom>
              <a:avLst/>
              <a:gdLst>
                <a:gd name="T0" fmla="*/ 2441 w 101"/>
                <a:gd name="T1" fmla="*/ 1300 h 66"/>
                <a:gd name="T2" fmla="*/ 2701 w 101"/>
                <a:gd name="T3" fmla="*/ 97 h 66"/>
                <a:gd name="T4" fmla="*/ 970 w 101"/>
                <a:gd name="T5" fmla="*/ 296 h 66"/>
                <a:gd name="T6" fmla="*/ 2441 w 101"/>
                <a:gd name="T7" fmla="*/ 130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38" name="Freeform 204"/>
            <p:cNvSpPr>
              <a:spLocks/>
            </p:cNvSpPr>
            <p:nvPr/>
          </p:nvSpPr>
          <p:spPr bwMode="auto">
            <a:xfrm rot="6679657">
              <a:off x="1079" y="2030"/>
              <a:ext cx="251" cy="120"/>
            </a:xfrm>
            <a:custGeom>
              <a:avLst/>
              <a:gdLst>
                <a:gd name="T0" fmla="*/ 2280 w 120"/>
                <a:gd name="T1" fmla="*/ 1344 h 60"/>
                <a:gd name="T2" fmla="*/ 3732 w 120"/>
                <a:gd name="T3" fmla="*/ 1152 h 60"/>
                <a:gd name="T4" fmla="*/ 2525 w 120"/>
                <a:gd name="T5" fmla="*/ 0 h 60"/>
                <a:gd name="T6" fmla="*/ 1803 w 120"/>
                <a:gd name="T7" fmla="*/ 1920 h 60"/>
                <a:gd name="T8" fmla="*/ 2280 w 120"/>
                <a:gd name="T9" fmla="*/ 134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39" name="Freeform 205"/>
            <p:cNvSpPr>
              <a:spLocks/>
            </p:cNvSpPr>
            <p:nvPr/>
          </p:nvSpPr>
          <p:spPr bwMode="auto">
            <a:xfrm rot="6679657">
              <a:off x="1028" y="2054"/>
              <a:ext cx="163" cy="119"/>
            </a:xfrm>
            <a:custGeom>
              <a:avLst/>
              <a:gdLst>
                <a:gd name="T0" fmla="*/ 0 w 66"/>
                <a:gd name="T1" fmla="*/ 2278 h 50"/>
                <a:gd name="T2" fmla="*/ 4939 w 66"/>
                <a:gd name="T3" fmla="*/ 3206 h 50"/>
                <a:gd name="T4" fmla="*/ 2203 w 66"/>
                <a:gd name="T5" fmla="*/ 928 h 50"/>
                <a:gd name="T6" fmla="*/ 556 w 66"/>
                <a:gd name="T7" fmla="*/ 447 h 50"/>
                <a:gd name="T8" fmla="*/ 0 w 66"/>
                <a:gd name="T9" fmla="*/ 2278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40" name="Freeform 206"/>
            <p:cNvSpPr>
              <a:spLocks/>
            </p:cNvSpPr>
            <p:nvPr/>
          </p:nvSpPr>
          <p:spPr bwMode="auto">
            <a:xfrm rot="6679657">
              <a:off x="1139" y="2133"/>
              <a:ext cx="191" cy="126"/>
            </a:xfrm>
            <a:custGeom>
              <a:avLst/>
              <a:gdLst>
                <a:gd name="T0" fmla="*/ 1748 w 91"/>
                <a:gd name="T1" fmla="*/ 1728 h 63"/>
                <a:gd name="T2" fmla="*/ 3709 w 91"/>
                <a:gd name="T3" fmla="*/ 960 h 63"/>
                <a:gd name="T4" fmla="*/ 3459 w 91"/>
                <a:gd name="T5" fmla="*/ 384 h 63"/>
                <a:gd name="T6" fmla="*/ 1996 w 91"/>
                <a:gd name="T7" fmla="*/ 0 h 63"/>
                <a:gd name="T8" fmla="*/ 2229 w 91"/>
                <a:gd name="T9" fmla="*/ 1920 h 63"/>
                <a:gd name="T10" fmla="*/ 1748 w 91"/>
                <a:gd name="T11" fmla="*/ 1728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41" name="Freeform 207"/>
            <p:cNvSpPr>
              <a:spLocks/>
            </p:cNvSpPr>
            <p:nvPr/>
          </p:nvSpPr>
          <p:spPr bwMode="auto">
            <a:xfrm rot="6679657">
              <a:off x="916" y="2132"/>
              <a:ext cx="175" cy="136"/>
            </a:xfrm>
            <a:custGeom>
              <a:avLst/>
              <a:gdLst>
                <a:gd name="T0" fmla="*/ 1879 w 84"/>
                <a:gd name="T1" fmla="*/ 1536 h 68"/>
                <a:gd name="T2" fmla="*/ 2829 w 84"/>
                <a:gd name="T3" fmla="*/ 1344 h 68"/>
                <a:gd name="T4" fmla="*/ 1879 w 84"/>
                <a:gd name="T5" fmla="*/ 0 h 68"/>
                <a:gd name="T6" fmla="*/ 942 w 84"/>
                <a:gd name="T7" fmla="*/ 2112 h 68"/>
                <a:gd name="T8" fmla="*/ 1879 w 84"/>
                <a:gd name="T9" fmla="*/ 153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42" name="Oval 208"/>
            <p:cNvSpPr>
              <a:spLocks noChangeArrowheads="1"/>
            </p:cNvSpPr>
            <p:nvPr/>
          </p:nvSpPr>
          <p:spPr bwMode="auto">
            <a:xfrm rot="-4120343">
              <a:off x="1202" y="206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43" name="Oval 209"/>
            <p:cNvSpPr>
              <a:spLocks noChangeArrowheads="1"/>
            </p:cNvSpPr>
            <p:nvPr/>
          </p:nvSpPr>
          <p:spPr bwMode="auto">
            <a:xfrm rot="-4120343">
              <a:off x="1235" y="2208"/>
              <a:ext cx="31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44" name="Oval 210"/>
            <p:cNvSpPr>
              <a:spLocks noChangeArrowheads="1"/>
            </p:cNvSpPr>
            <p:nvPr/>
          </p:nvSpPr>
          <p:spPr bwMode="auto">
            <a:xfrm rot="-4120343">
              <a:off x="1092" y="2091"/>
              <a:ext cx="35" cy="3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45" name="Oval 211"/>
            <p:cNvSpPr>
              <a:spLocks noChangeArrowheads="1"/>
            </p:cNvSpPr>
            <p:nvPr/>
          </p:nvSpPr>
          <p:spPr bwMode="auto">
            <a:xfrm rot="-4120343">
              <a:off x="1119" y="219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46" name="Oval 212"/>
            <p:cNvSpPr>
              <a:spLocks noChangeArrowheads="1"/>
            </p:cNvSpPr>
            <p:nvPr/>
          </p:nvSpPr>
          <p:spPr bwMode="auto">
            <a:xfrm rot="-4120343">
              <a:off x="992" y="2206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0156" name="Group 213"/>
            <p:cNvGrpSpPr>
              <a:grpSpLocks/>
            </p:cNvGrpSpPr>
            <p:nvPr/>
          </p:nvGrpSpPr>
          <p:grpSpPr bwMode="auto">
            <a:xfrm>
              <a:off x="962" y="2012"/>
              <a:ext cx="127" cy="191"/>
              <a:chOff x="962" y="2012"/>
              <a:chExt cx="127" cy="191"/>
            </a:xfrm>
          </p:grpSpPr>
          <p:sp>
            <p:nvSpPr>
              <p:cNvPr id="20048" name="Freeform 214"/>
              <p:cNvSpPr>
                <a:spLocks/>
              </p:cNvSpPr>
              <p:nvPr/>
            </p:nvSpPr>
            <p:spPr bwMode="auto">
              <a:xfrm rot="-4120343">
                <a:off x="930" y="2044"/>
                <a:ext cx="191" cy="127"/>
              </a:xfrm>
              <a:custGeom>
                <a:avLst/>
                <a:gdLst>
                  <a:gd name="T0" fmla="*/ 1748 w 91"/>
                  <a:gd name="T1" fmla="*/ 1800 h 63"/>
                  <a:gd name="T2" fmla="*/ 3709 w 91"/>
                  <a:gd name="T3" fmla="*/ 992 h 63"/>
                  <a:gd name="T4" fmla="*/ 3459 w 91"/>
                  <a:gd name="T5" fmla="*/ 395 h 63"/>
                  <a:gd name="T6" fmla="*/ 1996 w 91"/>
                  <a:gd name="T7" fmla="*/ 0 h 63"/>
                  <a:gd name="T8" fmla="*/ 2229 w 91"/>
                  <a:gd name="T9" fmla="*/ 2000 h 63"/>
                  <a:gd name="T10" fmla="*/ 1748 w 91"/>
                  <a:gd name="T11" fmla="*/ 1800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049" name="Oval 215"/>
              <p:cNvSpPr>
                <a:spLocks noChangeArrowheads="1"/>
              </p:cNvSpPr>
              <p:nvPr/>
            </p:nvSpPr>
            <p:spPr bwMode="auto">
              <a:xfrm rot="-4120343">
                <a:off x="1010" y="2051"/>
                <a:ext cx="30" cy="33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grpSp>
        <p:nvGrpSpPr>
          <p:cNvPr id="20157" name="Group 216"/>
          <p:cNvGrpSpPr>
            <a:grpSpLocks/>
          </p:cNvGrpSpPr>
          <p:nvPr>
            <p:custDataLst>
              <p:tags r:id="rId169"/>
            </p:custDataLst>
          </p:nvPr>
        </p:nvGrpSpPr>
        <p:grpSpPr bwMode="auto">
          <a:xfrm>
            <a:off x="1931988" y="2482850"/>
            <a:ext cx="627062" cy="798513"/>
            <a:chOff x="840" y="1571"/>
            <a:chExt cx="395" cy="503"/>
          </a:xfrm>
        </p:grpSpPr>
        <p:sp>
          <p:nvSpPr>
            <p:cNvPr id="20018" name="Freeform 217"/>
            <p:cNvSpPr>
              <a:spLocks/>
            </p:cNvSpPr>
            <p:nvPr/>
          </p:nvSpPr>
          <p:spPr bwMode="auto">
            <a:xfrm rot="-9740560">
              <a:off x="840" y="1612"/>
              <a:ext cx="247" cy="121"/>
            </a:xfrm>
            <a:custGeom>
              <a:avLst/>
              <a:gdLst>
                <a:gd name="T0" fmla="*/ 2102 w 120"/>
                <a:gd name="T1" fmla="*/ 1404 h 60"/>
                <a:gd name="T2" fmla="*/ 3427 w 120"/>
                <a:gd name="T3" fmla="*/ 1204 h 60"/>
                <a:gd name="T4" fmla="*/ 2338 w 120"/>
                <a:gd name="T5" fmla="*/ 0 h 60"/>
                <a:gd name="T6" fmla="*/ 1665 w 120"/>
                <a:gd name="T7" fmla="*/ 2001 h 60"/>
                <a:gd name="T8" fmla="*/ 2102 w 120"/>
                <a:gd name="T9" fmla="*/ 140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19" name="Freeform 218"/>
            <p:cNvSpPr>
              <a:spLocks/>
            </p:cNvSpPr>
            <p:nvPr/>
          </p:nvSpPr>
          <p:spPr bwMode="auto">
            <a:xfrm rot="-9740560">
              <a:off x="883" y="1820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20" name="Freeform 219"/>
            <p:cNvSpPr>
              <a:spLocks/>
            </p:cNvSpPr>
            <p:nvPr/>
          </p:nvSpPr>
          <p:spPr bwMode="auto">
            <a:xfrm rot="-9740560">
              <a:off x="983" y="1913"/>
              <a:ext cx="248" cy="121"/>
            </a:xfrm>
            <a:custGeom>
              <a:avLst/>
              <a:gdLst>
                <a:gd name="T0" fmla="*/ 2153 w 120"/>
                <a:gd name="T1" fmla="*/ 1404 h 60"/>
                <a:gd name="T2" fmla="*/ 3503 w 120"/>
                <a:gd name="T3" fmla="*/ 1204 h 60"/>
                <a:gd name="T4" fmla="*/ 2375 w 120"/>
                <a:gd name="T5" fmla="*/ 0 h 60"/>
                <a:gd name="T6" fmla="*/ 1695 w 120"/>
                <a:gd name="T7" fmla="*/ 2001 h 60"/>
                <a:gd name="T8" fmla="*/ 2153 w 120"/>
                <a:gd name="T9" fmla="*/ 140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21" name="Freeform 220"/>
            <p:cNvSpPr>
              <a:spLocks/>
            </p:cNvSpPr>
            <p:nvPr/>
          </p:nvSpPr>
          <p:spPr bwMode="auto">
            <a:xfrm rot="-9740560">
              <a:off x="998" y="1817"/>
              <a:ext cx="160" cy="121"/>
            </a:xfrm>
            <a:custGeom>
              <a:avLst/>
              <a:gdLst>
                <a:gd name="T0" fmla="*/ 0 w 66"/>
                <a:gd name="T1" fmla="*/ 2507 h 50"/>
                <a:gd name="T2" fmla="*/ 4531 w 66"/>
                <a:gd name="T3" fmla="*/ 3502 h 50"/>
                <a:gd name="T4" fmla="*/ 2010 w 66"/>
                <a:gd name="T5" fmla="*/ 990 h 50"/>
                <a:gd name="T6" fmla="*/ 512 w 66"/>
                <a:gd name="T7" fmla="*/ 511 h 50"/>
                <a:gd name="T8" fmla="*/ 0 w 66"/>
                <a:gd name="T9" fmla="*/ 250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22" name="Freeform 221"/>
            <p:cNvSpPr>
              <a:spLocks/>
            </p:cNvSpPr>
            <p:nvPr/>
          </p:nvSpPr>
          <p:spPr bwMode="auto">
            <a:xfrm rot="-9740560">
              <a:off x="910" y="1946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23" name="Freeform 222"/>
            <p:cNvSpPr>
              <a:spLocks/>
            </p:cNvSpPr>
            <p:nvPr/>
          </p:nvSpPr>
          <p:spPr bwMode="auto">
            <a:xfrm rot="-9740560">
              <a:off x="898" y="1709"/>
              <a:ext cx="173" cy="137"/>
            </a:xfrm>
            <a:custGeom>
              <a:avLst/>
              <a:gdLst>
                <a:gd name="T0" fmla="*/ 1781 w 84"/>
                <a:gd name="T1" fmla="*/ 1596 h 68"/>
                <a:gd name="T2" fmla="*/ 2663 w 84"/>
                <a:gd name="T3" fmla="*/ 1400 h 68"/>
                <a:gd name="T4" fmla="*/ 1781 w 84"/>
                <a:gd name="T5" fmla="*/ 0 h 68"/>
                <a:gd name="T6" fmla="*/ 881 w 84"/>
                <a:gd name="T7" fmla="*/ 2192 h 68"/>
                <a:gd name="T8" fmla="*/ 1781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24" name="Oval 223"/>
            <p:cNvSpPr>
              <a:spLocks noChangeArrowheads="1"/>
            </p:cNvSpPr>
            <p:nvPr/>
          </p:nvSpPr>
          <p:spPr bwMode="auto">
            <a:xfrm rot="1059440">
              <a:off x="1103" y="1968"/>
              <a:ext cx="29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25" name="Oval 224"/>
            <p:cNvSpPr>
              <a:spLocks noChangeArrowheads="1"/>
            </p:cNvSpPr>
            <p:nvPr/>
          </p:nvSpPr>
          <p:spPr bwMode="auto">
            <a:xfrm rot="1059440">
              <a:off x="961" y="2012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26" name="Oval 225"/>
            <p:cNvSpPr>
              <a:spLocks noChangeArrowheads="1"/>
            </p:cNvSpPr>
            <p:nvPr/>
          </p:nvSpPr>
          <p:spPr bwMode="auto">
            <a:xfrm rot="1059440">
              <a:off x="1063" y="1859"/>
              <a:ext cx="35" cy="3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27" name="Oval 226"/>
            <p:cNvSpPr>
              <a:spLocks noChangeArrowheads="1"/>
            </p:cNvSpPr>
            <p:nvPr/>
          </p:nvSpPr>
          <p:spPr bwMode="auto">
            <a:xfrm rot="1059440">
              <a:off x="968" y="1892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28" name="Oval 227"/>
            <p:cNvSpPr>
              <a:spLocks noChangeArrowheads="1"/>
            </p:cNvSpPr>
            <p:nvPr/>
          </p:nvSpPr>
          <p:spPr bwMode="auto">
            <a:xfrm rot="1059440">
              <a:off x="914" y="1571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29" name="Oval 228"/>
            <p:cNvSpPr>
              <a:spLocks noChangeArrowheads="1"/>
            </p:cNvSpPr>
            <p:nvPr/>
          </p:nvSpPr>
          <p:spPr bwMode="auto">
            <a:xfrm rot="1059440">
              <a:off x="948" y="1767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0030" name="Oval 229"/>
            <p:cNvSpPr>
              <a:spLocks noChangeArrowheads="1"/>
            </p:cNvSpPr>
            <p:nvPr/>
          </p:nvSpPr>
          <p:spPr bwMode="auto">
            <a:xfrm rot="1059440">
              <a:off x="941" y="1660"/>
              <a:ext cx="29" cy="3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0158" name="Group 230"/>
            <p:cNvGrpSpPr>
              <a:grpSpLocks/>
            </p:cNvGrpSpPr>
            <p:nvPr/>
          </p:nvGrpSpPr>
          <p:grpSpPr bwMode="auto">
            <a:xfrm>
              <a:off x="1025" y="1622"/>
              <a:ext cx="210" cy="135"/>
              <a:chOff x="1025" y="1622"/>
              <a:chExt cx="210" cy="135"/>
            </a:xfrm>
          </p:grpSpPr>
          <p:sp>
            <p:nvSpPr>
              <p:cNvPr id="20035" name="Freeform 231"/>
              <p:cNvSpPr>
                <a:spLocks/>
              </p:cNvSpPr>
              <p:nvPr/>
            </p:nvSpPr>
            <p:spPr bwMode="auto">
              <a:xfrm rot="-9740560">
                <a:off x="1025" y="1622"/>
                <a:ext cx="210" cy="135"/>
              </a:xfrm>
              <a:custGeom>
                <a:avLst/>
                <a:gdLst>
                  <a:gd name="T0" fmla="*/ 2339 w 101"/>
                  <a:gd name="T1" fmla="*/ 1401 h 66"/>
                  <a:gd name="T2" fmla="*/ 2564 w 101"/>
                  <a:gd name="T3" fmla="*/ 104 h 66"/>
                  <a:gd name="T4" fmla="*/ 934 w 101"/>
                  <a:gd name="T5" fmla="*/ 317 h 66"/>
                  <a:gd name="T6" fmla="*/ 2339 w 101"/>
                  <a:gd name="T7" fmla="*/ 1401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036" name="Oval 232"/>
              <p:cNvSpPr>
                <a:spLocks noChangeArrowheads="1"/>
              </p:cNvSpPr>
              <p:nvPr/>
            </p:nvSpPr>
            <p:spPr bwMode="auto">
              <a:xfrm rot="1059440">
                <a:off x="1110" y="1693"/>
                <a:ext cx="31" cy="3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grpSp>
          <p:nvGrpSpPr>
            <p:cNvPr id="20159" name="Group 233"/>
            <p:cNvGrpSpPr>
              <a:grpSpLocks/>
            </p:cNvGrpSpPr>
            <p:nvPr/>
          </p:nvGrpSpPr>
          <p:grpSpPr bwMode="auto">
            <a:xfrm>
              <a:off x="984" y="1730"/>
              <a:ext cx="188" cy="128"/>
              <a:chOff x="984" y="1730"/>
              <a:chExt cx="188" cy="128"/>
            </a:xfrm>
          </p:grpSpPr>
          <p:sp>
            <p:nvSpPr>
              <p:cNvPr id="20033" name="Freeform 234"/>
              <p:cNvSpPr>
                <a:spLocks/>
              </p:cNvSpPr>
              <p:nvPr/>
            </p:nvSpPr>
            <p:spPr bwMode="auto">
              <a:xfrm rot="1059440">
                <a:off x="984" y="1730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034" name="Oval 235"/>
              <p:cNvSpPr>
                <a:spLocks noChangeArrowheads="1"/>
              </p:cNvSpPr>
              <p:nvPr/>
            </p:nvSpPr>
            <p:spPr bwMode="auto">
              <a:xfrm rot="1059440">
                <a:off x="1098" y="1774"/>
                <a:ext cx="30" cy="3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grpSp>
        <p:nvGrpSpPr>
          <p:cNvPr id="20180" name="Group 236"/>
          <p:cNvGrpSpPr>
            <a:grpSpLocks/>
          </p:cNvGrpSpPr>
          <p:nvPr>
            <p:custDataLst>
              <p:tags r:id="rId170"/>
            </p:custDataLst>
          </p:nvPr>
        </p:nvGrpSpPr>
        <p:grpSpPr bwMode="auto">
          <a:xfrm>
            <a:off x="2038350" y="2400300"/>
            <a:ext cx="298450" cy="203200"/>
            <a:chOff x="907" y="1519"/>
            <a:chExt cx="188" cy="128"/>
          </a:xfrm>
        </p:grpSpPr>
        <p:sp>
          <p:nvSpPr>
            <p:cNvPr id="20016" name="Freeform 237"/>
            <p:cNvSpPr>
              <a:spLocks/>
            </p:cNvSpPr>
            <p:nvPr/>
          </p:nvSpPr>
          <p:spPr bwMode="auto">
            <a:xfrm rot="1059440">
              <a:off x="907" y="1519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17" name="Oval 238"/>
            <p:cNvSpPr>
              <a:spLocks noChangeArrowheads="1"/>
            </p:cNvSpPr>
            <p:nvPr/>
          </p:nvSpPr>
          <p:spPr bwMode="auto">
            <a:xfrm rot="1059440">
              <a:off x="1021" y="1563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627" name="Freeform 239"/>
          <p:cNvSpPr>
            <a:spLocks/>
          </p:cNvSpPr>
          <p:nvPr>
            <p:custDataLst>
              <p:tags r:id="rId171"/>
            </p:custDataLst>
          </p:nvPr>
        </p:nvSpPr>
        <p:spPr bwMode="auto">
          <a:xfrm rot="-9740560">
            <a:off x="2128838" y="2228850"/>
            <a:ext cx="296862" cy="203200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28" name="Oval 240"/>
          <p:cNvSpPr>
            <a:spLocks noChangeArrowheads="1"/>
          </p:cNvSpPr>
          <p:nvPr>
            <p:custDataLst>
              <p:tags r:id="rId172"/>
            </p:custDataLst>
          </p:nvPr>
        </p:nvSpPr>
        <p:spPr bwMode="auto">
          <a:xfrm rot="1059440">
            <a:off x="2225675" y="230663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29" name="Freeform 241"/>
          <p:cNvSpPr>
            <a:spLocks/>
          </p:cNvSpPr>
          <p:nvPr>
            <p:custDataLst>
              <p:tags r:id="rId173"/>
            </p:custDataLst>
          </p:nvPr>
        </p:nvSpPr>
        <p:spPr bwMode="auto">
          <a:xfrm rot="-5789811">
            <a:off x="1934368" y="2021682"/>
            <a:ext cx="398463" cy="190500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30" name="Oval 242"/>
          <p:cNvSpPr>
            <a:spLocks noChangeArrowheads="1"/>
          </p:cNvSpPr>
          <p:nvPr>
            <p:custDataLst>
              <p:tags r:id="rId174"/>
            </p:custDataLst>
          </p:nvPr>
        </p:nvSpPr>
        <p:spPr bwMode="auto">
          <a:xfrm rot="5058799">
            <a:off x="2096294" y="2097882"/>
            <a:ext cx="47625" cy="4603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31" name="Freeform 243"/>
          <p:cNvSpPr>
            <a:spLocks/>
          </p:cNvSpPr>
          <p:nvPr>
            <p:custDataLst>
              <p:tags r:id="rId175"/>
            </p:custDataLst>
          </p:nvPr>
        </p:nvSpPr>
        <p:spPr bwMode="auto">
          <a:xfrm rot="4694084">
            <a:off x="1955006" y="2374107"/>
            <a:ext cx="257175" cy="188912"/>
          </a:xfrm>
          <a:custGeom>
            <a:avLst/>
            <a:gdLst>
              <a:gd name="T0" fmla="*/ 0 w 66"/>
              <a:gd name="T1" fmla="*/ 2147483647 h 50"/>
              <a:gd name="T2" fmla="*/ 2147483647 w 66"/>
              <a:gd name="T3" fmla="*/ 2147483647 h 50"/>
              <a:gd name="T4" fmla="*/ 2147483647 w 66"/>
              <a:gd name="T5" fmla="*/ 2147483647 h 50"/>
              <a:gd name="T6" fmla="*/ 2147483647 w 66"/>
              <a:gd name="T7" fmla="*/ 2147483647 h 50"/>
              <a:gd name="T8" fmla="*/ 0 w 66"/>
              <a:gd name="T9" fmla="*/ 2147483647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0"/>
              <a:gd name="T17" fmla="*/ 66 w 66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0">
                <a:moveTo>
                  <a:pt x="0" y="30"/>
                </a:moveTo>
                <a:cubicBezTo>
                  <a:pt x="21" y="44"/>
                  <a:pt x="29" y="50"/>
                  <a:pt x="54" y="42"/>
                </a:cubicBezTo>
                <a:cubicBezTo>
                  <a:pt x="64" y="12"/>
                  <a:pt x="66" y="26"/>
                  <a:pt x="24" y="12"/>
                </a:cubicBezTo>
                <a:cubicBezTo>
                  <a:pt x="18" y="10"/>
                  <a:pt x="8" y="0"/>
                  <a:pt x="6" y="6"/>
                </a:cubicBezTo>
                <a:cubicBezTo>
                  <a:pt x="4" y="14"/>
                  <a:pt x="2" y="22"/>
                  <a:pt x="0" y="30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32" name="Oval 244"/>
          <p:cNvSpPr>
            <a:spLocks noChangeArrowheads="1"/>
          </p:cNvSpPr>
          <p:nvPr>
            <p:custDataLst>
              <p:tags r:id="rId176"/>
            </p:custDataLst>
          </p:nvPr>
        </p:nvSpPr>
        <p:spPr bwMode="auto">
          <a:xfrm rot="-6148461">
            <a:off x="2056607" y="2431256"/>
            <a:ext cx="55562" cy="6032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0181" name="Group 245"/>
          <p:cNvGrpSpPr>
            <a:grpSpLocks/>
          </p:cNvGrpSpPr>
          <p:nvPr>
            <p:custDataLst>
              <p:tags r:id="rId177"/>
            </p:custDataLst>
          </p:nvPr>
        </p:nvGrpSpPr>
        <p:grpSpPr bwMode="auto">
          <a:xfrm>
            <a:off x="2363788" y="5529263"/>
            <a:ext cx="1181100" cy="184150"/>
            <a:chOff x="1112" y="3490"/>
            <a:chExt cx="744" cy="116"/>
          </a:xfrm>
        </p:grpSpPr>
        <p:sp>
          <p:nvSpPr>
            <p:cNvPr id="20014" name="Freeform 246"/>
            <p:cNvSpPr>
              <a:spLocks/>
            </p:cNvSpPr>
            <p:nvPr/>
          </p:nvSpPr>
          <p:spPr bwMode="auto">
            <a:xfrm rot="435797">
              <a:off x="1112" y="3490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15" name="Oval 247"/>
            <p:cNvSpPr>
              <a:spLocks noChangeArrowheads="1"/>
            </p:cNvSpPr>
            <p:nvPr/>
          </p:nvSpPr>
          <p:spPr bwMode="auto">
            <a:xfrm rot="435797">
              <a:off x="1311" y="3542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182" name="Group 248"/>
          <p:cNvGrpSpPr>
            <a:grpSpLocks/>
          </p:cNvGrpSpPr>
          <p:nvPr>
            <p:custDataLst>
              <p:tags r:id="rId178"/>
            </p:custDataLst>
          </p:nvPr>
        </p:nvGrpSpPr>
        <p:grpSpPr bwMode="auto">
          <a:xfrm>
            <a:off x="7102475" y="5319713"/>
            <a:ext cx="1181100" cy="184150"/>
            <a:chOff x="4097" y="3358"/>
            <a:chExt cx="744" cy="116"/>
          </a:xfrm>
        </p:grpSpPr>
        <p:sp>
          <p:nvSpPr>
            <p:cNvPr id="20012" name="Freeform 249"/>
            <p:cNvSpPr>
              <a:spLocks/>
            </p:cNvSpPr>
            <p:nvPr/>
          </p:nvSpPr>
          <p:spPr bwMode="auto">
            <a:xfrm rot="661160">
              <a:off x="4097" y="3358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13" name="Oval 250"/>
            <p:cNvSpPr>
              <a:spLocks noChangeArrowheads="1"/>
            </p:cNvSpPr>
            <p:nvPr/>
          </p:nvSpPr>
          <p:spPr bwMode="auto">
            <a:xfrm rot="661160">
              <a:off x="4296" y="3404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635" name="Freeform 251"/>
          <p:cNvSpPr>
            <a:spLocks/>
          </p:cNvSpPr>
          <p:nvPr>
            <p:custDataLst>
              <p:tags r:id="rId179"/>
            </p:custDataLst>
          </p:nvPr>
        </p:nvSpPr>
        <p:spPr bwMode="auto">
          <a:xfrm rot="108416">
            <a:off x="4635500" y="5483225"/>
            <a:ext cx="942975" cy="141288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36" name="Freeform 252"/>
          <p:cNvSpPr>
            <a:spLocks/>
          </p:cNvSpPr>
          <p:nvPr>
            <p:custDataLst>
              <p:tags r:id="rId180"/>
            </p:custDataLst>
          </p:nvPr>
        </p:nvSpPr>
        <p:spPr bwMode="auto">
          <a:xfrm rot="108416">
            <a:off x="5340350" y="5429250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37" name="Oval 253"/>
          <p:cNvSpPr>
            <a:spLocks noChangeArrowheads="1"/>
          </p:cNvSpPr>
          <p:nvPr>
            <p:custDataLst>
              <p:tags r:id="rId181"/>
            </p:custDataLst>
          </p:nvPr>
        </p:nvSpPr>
        <p:spPr bwMode="auto">
          <a:xfrm rot="108416">
            <a:off x="5043488" y="5414963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38" name="Oval 254"/>
          <p:cNvSpPr>
            <a:spLocks noChangeArrowheads="1"/>
          </p:cNvSpPr>
          <p:nvPr>
            <p:custDataLst>
              <p:tags r:id="rId182"/>
            </p:custDataLst>
          </p:nvPr>
        </p:nvSpPr>
        <p:spPr bwMode="auto">
          <a:xfrm rot="108416">
            <a:off x="5045075" y="5529263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39" name="Oval 255"/>
          <p:cNvSpPr>
            <a:spLocks noChangeArrowheads="1"/>
          </p:cNvSpPr>
          <p:nvPr>
            <p:custDataLst>
              <p:tags r:id="rId183"/>
            </p:custDataLst>
          </p:nvPr>
        </p:nvSpPr>
        <p:spPr bwMode="auto">
          <a:xfrm rot="108416">
            <a:off x="5840413" y="5395913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40" name="Oval 256"/>
          <p:cNvSpPr>
            <a:spLocks noChangeArrowheads="1"/>
          </p:cNvSpPr>
          <p:nvPr>
            <p:custDataLst>
              <p:tags r:id="rId184"/>
            </p:custDataLst>
          </p:nvPr>
        </p:nvSpPr>
        <p:spPr bwMode="auto">
          <a:xfrm rot="108416">
            <a:off x="5659438" y="5529263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41" name="Freeform 257"/>
          <p:cNvSpPr>
            <a:spLocks/>
          </p:cNvSpPr>
          <p:nvPr>
            <p:custDataLst>
              <p:tags r:id="rId185"/>
            </p:custDataLst>
          </p:nvPr>
        </p:nvSpPr>
        <p:spPr bwMode="auto">
          <a:xfrm rot="545957" flipH="1">
            <a:off x="6435725" y="5362575"/>
            <a:ext cx="1009650" cy="131763"/>
          </a:xfrm>
          <a:custGeom>
            <a:avLst/>
            <a:gdLst>
              <a:gd name="T0" fmla="*/ 2147483647 w 559"/>
              <a:gd name="T1" fmla="*/ 2147483647 h 97"/>
              <a:gd name="T2" fmla="*/ 2147483647 w 559"/>
              <a:gd name="T3" fmla="*/ 2147483647 h 97"/>
              <a:gd name="T4" fmla="*/ 2147483647 w 559"/>
              <a:gd name="T5" fmla="*/ 2147483647 h 97"/>
              <a:gd name="T6" fmla="*/ 2147483647 w 559"/>
              <a:gd name="T7" fmla="*/ 2147483647 h 97"/>
              <a:gd name="T8" fmla="*/ 2147483647 w 559"/>
              <a:gd name="T9" fmla="*/ 2147483647 h 97"/>
              <a:gd name="T10" fmla="*/ 2147483647 w 559"/>
              <a:gd name="T11" fmla="*/ 2147483647 h 97"/>
              <a:gd name="T12" fmla="*/ 0 w 559"/>
              <a:gd name="T13" fmla="*/ 2147483647 h 97"/>
              <a:gd name="T14" fmla="*/ 2147483647 w 559"/>
              <a:gd name="T15" fmla="*/ 2147483647 h 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59"/>
              <a:gd name="T25" fmla="*/ 0 h 97"/>
              <a:gd name="T26" fmla="*/ 559 w 559"/>
              <a:gd name="T27" fmla="*/ 97 h 9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59" h="97">
                <a:moveTo>
                  <a:pt x="96" y="73"/>
                </a:moveTo>
                <a:cubicBezTo>
                  <a:pt x="166" y="96"/>
                  <a:pt x="219" y="93"/>
                  <a:pt x="300" y="97"/>
                </a:cubicBezTo>
                <a:cubicBezTo>
                  <a:pt x="368" y="95"/>
                  <a:pt x="436" y="96"/>
                  <a:pt x="504" y="91"/>
                </a:cubicBezTo>
                <a:cubicBezTo>
                  <a:pt x="517" y="90"/>
                  <a:pt x="540" y="79"/>
                  <a:pt x="540" y="79"/>
                </a:cubicBezTo>
                <a:cubicBezTo>
                  <a:pt x="559" y="23"/>
                  <a:pt x="470" y="20"/>
                  <a:pt x="432" y="19"/>
                </a:cubicBezTo>
                <a:cubicBezTo>
                  <a:pt x="334" y="16"/>
                  <a:pt x="236" y="15"/>
                  <a:pt x="138" y="13"/>
                </a:cubicBezTo>
                <a:cubicBezTo>
                  <a:pt x="112" y="15"/>
                  <a:pt x="14" y="0"/>
                  <a:pt x="0" y="43"/>
                </a:cubicBezTo>
                <a:cubicBezTo>
                  <a:pt x="19" y="72"/>
                  <a:pt x="63" y="84"/>
                  <a:pt x="96" y="73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42" name="Freeform 258"/>
          <p:cNvSpPr>
            <a:spLocks/>
          </p:cNvSpPr>
          <p:nvPr>
            <p:custDataLst>
              <p:tags r:id="rId186"/>
            </p:custDataLst>
          </p:nvPr>
        </p:nvSpPr>
        <p:spPr bwMode="auto">
          <a:xfrm rot="205950" flipH="1">
            <a:off x="7346950" y="5592763"/>
            <a:ext cx="942975" cy="141287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43" name="Freeform 259"/>
          <p:cNvSpPr>
            <a:spLocks/>
          </p:cNvSpPr>
          <p:nvPr>
            <p:custDataLst>
              <p:tags r:id="rId187"/>
            </p:custDataLst>
          </p:nvPr>
        </p:nvSpPr>
        <p:spPr bwMode="auto">
          <a:xfrm rot="205950" flipH="1">
            <a:off x="6407150" y="5476875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44" name="Oval 260"/>
          <p:cNvSpPr>
            <a:spLocks noChangeArrowheads="1"/>
          </p:cNvSpPr>
          <p:nvPr>
            <p:custDataLst>
              <p:tags r:id="rId188"/>
            </p:custDataLst>
          </p:nvPr>
        </p:nvSpPr>
        <p:spPr bwMode="auto">
          <a:xfrm rot="205950" flipH="1">
            <a:off x="7640638" y="5518150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45" name="Oval 261"/>
          <p:cNvSpPr>
            <a:spLocks noChangeArrowheads="1"/>
          </p:cNvSpPr>
          <p:nvPr>
            <p:custDataLst>
              <p:tags r:id="rId189"/>
            </p:custDataLst>
          </p:nvPr>
        </p:nvSpPr>
        <p:spPr bwMode="auto">
          <a:xfrm rot="205950" flipH="1">
            <a:off x="7627938" y="5632450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46" name="Oval 262"/>
          <p:cNvSpPr>
            <a:spLocks noChangeArrowheads="1"/>
          </p:cNvSpPr>
          <p:nvPr>
            <p:custDataLst>
              <p:tags r:id="rId190"/>
            </p:custDataLst>
          </p:nvPr>
        </p:nvSpPr>
        <p:spPr bwMode="auto">
          <a:xfrm rot="205950" flipH="1">
            <a:off x="6848475" y="5427663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47" name="Oval 263"/>
          <p:cNvSpPr>
            <a:spLocks noChangeArrowheads="1"/>
          </p:cNvSpPr>
          <p:nvPr>
            <p:custDataLst>
              <p:tags r:id="rId191"/>
            </p:custDataLst>
          </p:nvPr>
        </p:nvSpPr>
        <p:spPr bwMode="auto">
          <a:xfrm rot="205950" flipH="1">
            <a:off x="7015163" y="5594350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0183" name="Group 264"/>
          <p:cNvGrpSpPr>
            <a:grpSpLocks/>
          </p:cNvGrpSpPr>
          <p:nvPr>
            <p:custDataLst>
              <p:tags r:id="rId192"/>
            </p:custDataLst>
          </p:nvPr>
        </p:nvGrpSpPr>
        <p:grpSpPr bwMode="auto">
          <a:xfrm>
            <a:off x="5492750" y="5576888"/>
            <a:ext cx="1181100" cy="185737"/>
            <a:chOff x="3083" y="3520"/>
            <a:chExt cx="744" cy="117"/>
          </a:xfrm>
        </p:grpSpPr>
        <p:sp>
          <p:nvSpPr>
            <p:cNvPr id="20010" name="Freeform 265"/>
            <p:cNvSpPr>
              <a:spLocks/>
            </p:cNvSpPr>
            <p:nvPr/>
          </p:nvSpPr>
          <p:spPr bwMode="auto">
            <a:xfrm rot="108416">
              <a:off x="3083" y="3520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11" name="Oval 266"/>
            <p:cNvSpPr>
              <a:spLocks noChangeArrowheads="1"/>
            </p:cNvSpPr>
            <p:nvPr/>
          </p:nvSpPr>
          <p:spPr bwMode="auto">
            <a:xfrm rot="108416">
              <a:off x="3284" y="358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202" name="Group 267"/>
          <p:cNvGrpSpPr>
            <a:grpSpLocks/>
          </p:cNvGrpSpPr>
          <p:nvPr>
            <p:custDataLst>
              <p:tags r:id="rId193"/>
            </p:custDataLst>
          </p:nvPr>
        </p:nvGrpSpPr>
        <p:grpSpPr bwMode="auto">
          <a:xfrm>
            <a:off x="6592888" y="5614988"/>
            <a:ext cx="1181100" cy="184150"/>
            <a:chOff x="3776" y="3544"/>
            <a:chExt cx="744" cy="116"/>
          </a:xfrm>
        </p:grpSpPr>
        <p:sp>
          <p:nvSpPr>
            <p:cNvPr id="20008" name="Freeform 268"/>
            <p:cNvSpPr>
              <a:spLocks/>
            </p:cNvSpPr>
            <p:nvPr/>
          </p:nvSpPr>
          <p:spPr bwMode="auto">
            <a:xfrm rot="435797">
              <a:off x="3776" y="354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09" name="Oval 269"/>
            <p:cNvSpPr>
              <a:spLocks noChangeArrowheads="1"/>
            </p:cNvSpPr>
            <p:nvPr/>
          </p:nvSpPr>
          <p:spPr bwMode="auto">
            <a:xfrm rot="435797">
              <a:off x="3975" y="359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242" name="Group 270"/>
          <p:cNvGrpSpPr>
            <a:grpSpLocks/>
          </p:cNvGrpSpPr>
          <p:nvPr>
            <p:custDataLst>
              <p:tags r:id="rId194"/>
            </p:custDataLst>
          </p:nvPr>
        </p:nvGrpSpPr>
        <p:grpSpPr bwMode="auto">
          <a:xfrm>
            <a:off x="4464050" y="5591175"/>
            <a:ext cx="1181100" cy="184150"/>
            <a:chOff x="2435" y="3529"/>
            <a:chExt cx="744" cy="116"/>
          </a:xfrm>
        </p:grpSpPr>
        <p:sp>
          <p:nvSpPr>
            <p:cNvPr id="20006" name="Freeform 271"/>
            <p:cNvSpPr>
              <a:spLocks/>
            </p:cNvSpPr>
            <p:nvPr/>
          </p:nvSpPr>
          <p:spPr bwMode="auto">
            <a:xfrm rot="435797">
              <a:off x="2435" y="352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07" name="Oval 272"/>
            <p:cNvSpPr>
              <a:spLocks noChangeArrowheads="1"/>
            </p:cNvSpPr>
            <p:nvPr/>
          </p:nvSpPr>
          <p:spPr bwMode="auto">
            <a:xfrm rot="435797">
              <a:off x="2634" y="358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651" name="Freeform 273"/>
          <p:cNvSpPr>
            <a:spLocks/>
          </p:cNvSpPr>
          <p:nvPr>
            <p:custDataLst>
              <p:tags r:id="rId195"/>
            </p:custDataLst>
          </p:nvPr>
        </p:nvSpPr>
        <p:spPr bwMode="auto">
          <a:xfrm rot="108416">
            <a:off x="2263775" y="5340350"/>
            <a:ext cx="942975" cy="141288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52" name="Freeform 274"/>
          <p:cNvSpPr>
            <a:spLocks/>
          </p:cNvSpPr>
          <p:nvPr>
            <p:custDataLst>
              <p:tags r:id="rId196"/>
            </p:custDataLst>
          </p:nvPr>
        </p:nvSpPr>
        <p:spPr bwMode="auto">
          <a:xfrm rot="108416">
            <a:off x="2968625" y="5286375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53" name="Oval 275"/>
          <p:cNvSpPr>
            <a:spLocks noChangeArrowheads="1"/>
          </p:cNvSpPr>
          <p:nvPr>
            <p:custDataLst>
              <p:tags r:id="rId197"/>
            </p:custDataLst>
          </p:nvPr>
        </p:nvSpPr>
        <p:spPr bwMode="auto">
          <a:xfrm rot="108416">
            <a:off x="2671763" y="5272088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54" name="Oval 276"/>
          <p:cNvSpPr>
            <a:spLocks noChangeArrowheads="1"/>
          </p:cNvSpPr>
          <p:nvPr>
            <p:custDataLst>
              <p:tags r:id="rId198"/>
            </p:custDataLst>
          </p:nvPr>
        </p:nvSpPr>
        <p:spPr bwMode="auto">
          <a:xfrm rot="108416">
            <a:off x="2673350" y="5386388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55" name="Oval 277"/>
          <p:cNvSpPr>
            <a:spLocks noChangeArrowheads="1"/>
          </p:cNvSpPr>
          <p:nvPr>
            <p:custDataLst>
              <p:tags r:id="rId199"/>
            </p:custDataLst>
          </p:nvPr>
        </p:nvSpPr>
        <p:spPr bwMode="auto">
          <a:xfrm rot="108416">
            <a:off x="3287713" y="5386388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56" name="Freeform 278"/>
          <p:cNvSpPr>
            <a:spLocks/>
          </p:cNvSpPr>
          <p:nvPr>
            <p:custDataLst>
              <p:tags r:id="rId200"/>
            </p:custDataLst>
          </p:nvPr>
        </p:nvSpPr>
        <p:spPr bwMode="auto">
          <a:xfrm rot="205950" flipH="1">
            <a:off x="4867275" y="5316538"/>
            <a:ext cx="1176338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57" name="Freeform 279"/>
          <p:cNvSpPr>
            <a:spLocks/>
          </p:cNvSpPr>
          <p:nvPr>
            <p:custDataLst>
              <p:tags r:id="rId201"/>
            </p:custDataLst>
          </p:nvPr>
        </p:nvSpPr>
        <p:spPr bwMode="auto">
          <a:xfrm rot="205950" flipH="1">
            <a:off x="4035425" y="5334000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58" name="Oval 280"/>
          <p:cNvSpPr>
            <a:spLocks noChangeArrowheads="1"/>
          </p:cNvSpPr>
          <p:nvPr>
            <p:custDataLst>
              <p:tags r:id="rId202"/>
            </p:custDataLst>
          </p:nvPr>
        </p:nvSpPr>
        <p:spPr bwMode="auto">
          <a:xfrm rot="205950" flipH="1">
            <a:off x="5268913" y="5375275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59" name="Oval 281"/>
          <p:cNvSpPr>
            <a:spLocks noChangeArrowheads="1"/>
          </p:cNvSpPr>
          <p:nvPr>
            <p:custDataLst>
              <p:tags r:id="rId203"/>
            </p:custDataLst>
          </p:nvPr>
        </p:nvSpPr>
        <p:spPr bwMode="auto">
          <a:xfrm rot="205950" flipH="1">
            <a:off x="4476750" y="5284788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60" name="Oval 282"/>
          <p:cNvSpPr>
            <a:spLocks noChangeArrowheads="1"/>
          </p:cNvSpPr>
          <p:nvPr>
            <p:custDataLst>
              <p:tags r:id="rId204"/>
            </p:custDataLst>
          </p:nvPr>
        </p:nvSpPr>
        <p:spPr bwMode="auto">
          <a:xfrm rot="205950" flipH="1">
            <a:off x="4643438" y="5451475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0243" name="Group 283"/>
          <p:cNvGrpSpPr>
            <a:grpSpLocks/>
          </p:cNvGrpSpPr>
          <p:nvPr>
            <p:custDataLst>
              <p:tags r:id="rId205"/>
            </p:custDataLst>
          </p:nvPr>
        </p:nvGrpSpPr>
        <p:grpSpPr bwMode="auto">
          <a:xfrm>
            <a:off x="3121025" y="5434013"/>
            <a:ext cx="1181100" cy="185737"/>
            <a:chOff x="1589" y="3430"/>
            <a:chExt cx="744" cy="117"/>
          </a:xfrm>
        </p:grpSpPr>
        <p:sp>
          <p:nvSpPr>
            <p:cNvPr id="20004" name="Freeform 284"/>
            <p:cNvSpPr>
              <a:spLocks/>
            </p:cNvSpPr>
            <p:nvPr/>
          </p:nvSpPr>
          <p:spPr bwMode="auto">
            <a:xfrm rot="108416">
              <a:off x="1589" y="3430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05" name="Oval 285"/>
            <p:cNvSpPr>
              <a:spLocks noChangeArrowheads="1"/>
            </p:cNvSpPr>
            <p:nvPr/>
          </p:nvSpPr>
          <p:spPr bwMode="auto">
            <a:xfrm rot="108416">
              <a:off x="1790" y="349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244" name="Group 286"/>
          <p:cNvGrpSpPr>
            <a:grpSpLocks/>
          </p:cNvGrpSpPr>
          <p:nvPr>
            <p:custDataLst>
              <p:tags r:id="rId206"/>
            </p:custDataLst>
          </p:nvPr>
        </p:nvGrpSpPr>
        <p:grpSpPr bwMode="auto">
          <a:xfrm>
            <a:off x="4221163" y="5472113"/>
            <a:ext cx="1181100" cy="184150"/>
            <a:chOff x="2282" y="3454"/>
            <a:chExt cx="744" cy="116"/>
          </a:xfrm>
        </p:grpSpPr>
        <p:sp>
          <p:nvSpPr>
            <p:cNvPr id="20002" name="Freeform 287"/>
            <p:cNvSpPr>
              <a:spLocks/>
            </p:cNvSpPr>
            <p:nvPr/>
          </p:nvSpPr>
          <p:spPr bwMode="auto">
            <a:xfrm rot="435797">
              <a:off x="2282" y="345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03" name="Oval 288"/>
            <p:cNvSpPr>
              <a:spLocks noChangeArrowheads="1"/>
            </p:cNvSpPr>
            <p:nvPr/>
          </p:nvSpPr>
          <p:spPr bwMode="auto">
            <a:xfrm rot="435797">
              <a:off x="2481" y="350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245" name="Group 289"/>
          <p:cNvGrpSpPr>
            <a:grpSpLocks/>
          </p:cNvGrpSpPr>
          <p:nvPr>
            <p:custDataLst>
              <p:tags r:id="rId207"/>
            </p:custDataLst>
          </p:nvPr>
        </p:nvGrpSpPr>
        <p:grpSpPr bwMode="auto">
          <a:xfrm>
            <a:off x="2092325" y="5410200"/>
            <a:ext cx="1181100" cy="184150"/>
            <a:chOff x="941" y="3415"/>
            <a:chExt cx="744" cy="116"/>
          </a:xfrm>
        </p:grpSpPr>
        <p:sp>
          <p:nvSpPr>
            <p:cNvPr id="20000" name="Freeform 290"/>
            <p:cNvSpPr>
              <a:spLocks/>
            </p:cNvSpPr>
            <p:nvPr/>
          </p:nvSpPr>
          <p:spPr bwMode="auto">
            <a:xfrm rot="435797">
              <a:off x="941" y="3415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001" name="Oval 291"/>
            <p:cNvSpPr>
              <a:spLocks noChangeArrowheads="1"/>
            </p:cNvSpPr>
            <p:nvPr/>
          </p:nvSpPr>
          <p:spPr bwMode="auto">
            <a:xfrm rot="435797">
              <a:off x="1140" y="3467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246" name="Group 292"/>
          <p:cNvGrpSpPr>
            <a:grpSpLocks/>
          </p:cNvGrpSpPr>
          <p:nvPr>
            <p:custDataLst>
              <p:tags r:id="rId208"/>
            </p:custDataLst>
          </p:nvPr>
        </p:nvGrpSpPr>
        <p:grpSpPr bwMode="auto">
          <a:xfrm>
            <a:off x="5464175" y="5305425"/>
            <a:ext cx="1181100" cy="184150"/>
            <a:chOff x="3065" y="3349"/>
            <a:chExt cx="744" cy="116"/>
          </a:xfrm>
        </p:grpSpPr>
        <p:sp>
          <p:nvSpPr>
            <p:cNvPr id="19998" name="Freeform 293"/>
            <p:cNvSpPr>
              <a:spLocks/>
            </p:cNvSpPr>
            <p:nvPr/>
          </p:nvSpPr>
          <p:spPr bwMode="auto">
            <a:xfrm rot="435797">
              <a:off x="3065" y="334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99" name="Oval 294"/>
            <p:cNvSpPr>
              <a:spLocks noChangeArrowheads="1"/>
            </p:cNvSpPr>
            <p:nvPr/>
          </p:nvSpPr>
          <p:spPr bwMode="auto">
            <a:xfrm rot="435797">
              <a:off x="3264" y="340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247" name="Group 295"/>
          <p:cNvGrpSpPr>
            <a:grpSpLocks/>
          </p:cNvGrpSpPr>
          <p:nvPr>
            <p:custDataLst>
              <p:tags r:id="rId209"/>
            </p:custDataLst>
          </p:nvPr>
        </p:nvGrpSpPr>
        <p:grpSpPr bwMode="auto">
          <a:xfrm>
            <a:off x="3340100" y="5543550"/>
            <a:ext cx="1181100" cy="184150"/>
            <a:chOff x="1727" y="3499"/>
            <a:chExt cx="744" cy="116"/>
          </a:xfrm>
        </p:grpSpPr>
        <p:sp>
          <p:nvSpPr>
            <p:cNvPr id="19996" name="Freeform 296"/>
            <p:cNvSpPr>
              <a:spLocks/>
            </p:cNvSpPr>
            <p:nvPr/>
          </p:nvSpPr>
          <p:spPr bwMode="auto">
            <a:xfrm rot="-31921">
              <a:off x="1727" y="349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97" name="Oval 297"/>
            <p:cNvSpPr>
              <a:spLocks noChangeArrowheads="1"/>
            </p:cNvSpPr>
            <p:nvPr/>
          </p:nvSpPr>
          <p:spPr bwMode="auto">
            <a:xfrm rot="-31921">
              <a:off x="1928" y="3563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56" name="Group 298"/>
          <p:cNvGrpSpPr>
            <a:grpSpLocks/>
          </p:cNvGrpSpPr>
          <p:nvPr>
            <p:custDataLst>
              <p:tags r:id="rId210"/>
            </p:custDataLst>
          </p:nvPr>
        </p:nvGrpSpPr>
        <p:grpSpPr bwMode="auto">
          <a:xfrm>
            <a:off x="2332038" y="5203825"/>
            <a:ext cx="1181100" cy="184150"/>
            <a:chOff x="1092" y="3285"/>
            <a:chExt cx="744" cy="116"/>
          </a:xfrm>
        </p:grpSpPr>
        <p:sp>
          <p:nvSpPr>
            <p:cNvPr id="19994" name="Freeform 299"/>
            <p:cNvSpPr>
              <a:spLocks/>
            </p:cNvSpPr>
            <p:nvPr/>
          </p:nvSpPr>
          <p:spPr bwMode="auto">
            <a:xfrm rot="435797">
              <a:off x="1092" y="3285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95" name="Oval 300"/>
            <p:cNvSpPr>
              <a:spLocks noChangeArrowheads="1"/>
            </p:cNvSpPr>
            <p:nvPr/>
          </p:nvSpPr>
          <p:spPr bwMode="auto">
            <a:xfrm rot="435797">
              <a:off x="1291" y="3337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57" name="Group 301"/>
          <p:cNvGrpSpPr>
            <a:grpSpLocks/>
          </p:cNvGrpSpPr>
          <p:nvPr>
            <p:custDataLst>
              <p:tags r:id="rId211"/>
            </p:custDataLst>
          </p:nvPr>
        </p:nvGrpSpPr>
        <p:grpSpPr bwMode="auto">
          <a:xfrm>
            <a:off x="7070725" y="4994275"/>
            <a:ext cx="1181100" cy="184150"/>
            <a:chOff x="4077" y="3153"/>
            <a:chExt cx="744" cy="116"/>
          </a:xfrm>
        </p:grpSpPr>
        <p:sp>
          <p:nvSpPr>
            <p:cNvPr id="19992" name="Freeform 302"/>
            <p:cNvSpPr>
              <a:spLocks/>
            </p:cNvSpPr>
            <p:nvPr/>
          </p:nvSpPr>
          <p:spPr bwMode="auto">
            <a:xfrm rot="661160">
              <a:off x="4077" y="3153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93" name="Oval 303"/>
            <p:cNvSpPr>
              <a:spLocks noChangeArrowheads="1"/>
            </p:cNvSpPr>
            <p:nvPr/>
          </p:nvSpPr>
          <p:spPr bwMode="auto">
            <a:xfrm rot="661160">
              <a:off x="4276" y="3199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668" name="Freeform 304"/>
          <p:cNvSpPr>
            <a:spLocks/>
          </p:cNvSpPr>
          <p:nvPr>
            <p:custDataLst>
              <p:tags r:id="rId212"/>
            </p:custDataLst>
          </p:nvPr>
        </p:nvSpPr>
        <p:spPr bwMode="auto">
          <a:xfrm rot="108416">
            <a:off x="4603750" y="5157788"/>
            <a:ext cx="942975" cy="141287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69" name="Freeform 305"/>
          <p:cNvSpPr>
            <a:spLocks/>
          </p:cNvSpPr>
          <p:nvPr>
            <p:custDataLst>
              <p:tags r:id="rId213"/>
            </p:custDataLst>
          </p:nvPr>
        </p:nvSpPr>
        <p:spPr bwMode="auto">
          <a:xfrm rot="108416">
            <a:off x="5308600" y="5103813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70" name="Oval 306"/>
          <p:cNvSpPr>
            <a:spLocks noChangeArrowheads="1"/>
          </p:cNvSpPr>
          <p:nvPr>
            <p:custDataLst>
              <p:tags r:id="rId214"/>
            </p:custDataLst>
          </p:nvPr>
        </p:nvSpPr>
        <p:spPr bwMode="auto">
          <a:xfrm rot="108416">
            <a:off x="5011738" y="5089525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71" name="Oval 307"/>
          <p:cNvSpPr>
            <a:spLocks noChangeArrowheads="1"/>
          </p:cNvSpPr>
          <p:nvPr>
            <p:custDataLst>
              <p:tags r:id="rId215"/>
            </p:custDataLst>
          </p:nvPr>
        </p:nvSpPr>
        <p:spPr bwMode="auto">
          <a:xfrm rot="108416">
            <a:off x="5013325" y="5203825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72" name="Oval 308"/>
          <p:cNvSpPr>
            <a:spLocks noChangeArrowheads="1"/>
          </p:cNvSpPr>
          <p:nvPr>
            <p:custDataLst>
              <p:tags r:id="rId216"/>
            </p:custDataLst>
          </p:nvPr>
        </p:nvSpPr>
        <p:spPr bwMode="auto">
          <a:xfrm rot="108416">
            <a:off x="5808663" y="5070475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73" name="Oval 309"/>
          <p:cNvSpPr>
            <a:spLocks noChangeArrowheads="1"/>
          </p:cNvSpPr>
          <p:nvPr>
            <p:custDataLst>
              <p:tags r:id="rId217"/>
            </p:custDataLst>
          </p:nvPr>
        </p:nvSpPr>
        <p:spPr bwMode="auto">
          <a:xfrm rot="108416">
            <a:off x="5627688" y="5203825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74" name="Freeform 310"/>
          <p:cNvSpPr>
            <a:spLocks/>
          </p:cNvSpPr>
          <p:nvPr>
            <p:custDataLst>
              <p:tags r:id="rId218"/>
            </p:custDataLst>
          </p:nvPr>
        </p:nvSpPr>
        <p:spPr bwMode="auto">
          <a:xfrm rot="545957" flipH="1">
            <a:off x="6403975" y="5037138"/>
            <a:ext cx="1009650" cy="131762"/>
          </a:xfrm>
          <a:custGeom>
            <a:avLst/>
            <a:gdLst>
              <a:gd name="T0" fmla="*/ 2147483647 w 559"/>
              <a:gd name="T1" fmla="*/ 2147483647 h 97"/>
              <a:gd name="T2" fmla="*/ 2147483647 w 559"/>
              <a:gd name="T3" fmla="*/ 2147483647 h 97"/>
              <a:gd name="T4" fmla="*/ 2147483647 w 559"/>
              <a:gd name="T5" fmla="*/ 2147483647 h 97"/>
              <a:gd name="T6" fmla="*/ 2147483647 w 559"/>
              <a:gd name="T7" fmla="*/ 2147483647 h 97"/>
              <a:gd name="T8" fmla="*/ 2147483647 w 559"/>
              <a:gd name="T9" fmla="*/ 2147483647 h 97"/>
              <a:gd name="T10" fmla="*/ 2147483647 w 559"/>
              <a:gd name="T11" fmla="*/ 2147483647 h 97"/>
              <a:gd name="T12" fmla="*/ 0 w 559"/>
              <a:gd name="T13" fmla="*/ 2147483647 h 97"/>
              <a:gd name="T14" fmla="*/ 2147483647 w 559"/>
              <a:gd name="T15" fmla="*/ 2147483647 h 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59"/>
              <a:gd name="T25" fmla="*/ 0 h 97"/>
              <a:gd name="T26" fmla="*/ 559 w 559"/>
              <a:gd name="T27" fmla="*/ 97 h 9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59" h="97">
                <a:moveTo>
                  <a:pt x="96" y="73"/>
                </a:moveTo>
                <a:cubicBezTo>
                  <a:pt x="166" y="96"/>
                  <a:pt x="219" y="93"/>
                  <a:pt x="300" y="97"/>
                </a:cubicBezTo>
                <a:cubicBezTo>
                  <a:pt x="368" y="95"/>
                  <a:pt x="436" y="96"/>
                  <a:pt x="504" y="91"/>
                </a:cubicBezTo>
                <a:cubicBezTo>
                  <a:pt x="517" y="90"/>
                  <a:pt x="540" y="79"/>
                  <a:pt x="540" y="79"/>
                </a:cubicBezTo>
                <a:cubicBezTo>
                  <a:pt x="559" y="23"/>
                  <a:pt x="470" y="20"/>
                  <a:pt x="432" y="19"/>
                </a:cubicBezTo>
                <a:cubicBezTo>
                  <a:pt x="334" y="16"/>
                  <a:pt x="236" y="15"/>
                  <a:pt x="138" y="13"/>
                </a:cubicBezTo>
                <a:cubicBezTo>
                  <a:pt x="112" y="15"/>
                  <a:pt x="14" y="0"/>
                  <a:pt x="0" y="43"/>
                </a:cubicBezTo>
                <a:cubicBezTo>
                  <a:pt x="19" y="72"/>
                  <a:pt x="63" y="84"/>
                  <a:pt x="96" y="73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75" name="Freeform 311"/>
          <p:cNvSpPr>
            <a:spLocks/>
          </p:cNvSpPr>
          <p:nvPr>
            <p:custDataLst>
              <p:tags r:id="rId219"/>
            </p:custDataLst>
          </p:nvPr>
        </p:nvSpPr>
        <p:spPr bwMode="auto">
          <a:xfrm rot="205950" flipH="1">
            <a:off x="7315200" y="5267325"/>
            <a:ext cx="942975" cy="141288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76" name="Freeform 312"/>
          <p:cNvSpPr>
            <a:spLocks/>
          </p:cNvSpPr>
          <p:nvPr>
            <p:custDataLst>
              <p:tags r:id="rId220"/>
            </p:custDataLst>
          </p:nvPr>
        </p:nvSpPr>
        <p:spPr bwMode="auto">
          <a:xfrm rot="205950" flipH="1">
            <a:off x="7207250" y="5133975"/>
            <a:ext cx="1176338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77" name="Freeform 313"/>
          <p:cNvSpPr>
            <a:spLocks/>
          </p:cNvSpPr>
          <p:nvPr>
            <p:custDataLst>
              <p:tags r:id="rId221"/>
            </p:custDataLst>
          </p:nvPr>
        </p:nvSpPr>
        <p:spPr bwMode="auto">
          <a:xfrm rot="205950" flipH="1">
            <a:off x="6375400" y="5151438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78" name="Oval 314"/>
          <p:cNvSpPr>
            <a:spLocks noChangeArrowheads="1"/>
          </p:cNvSpPr>
          <p:nvPr>
            <p:custDataLst>
              <p:tags r:id="rId222"/>
            </p:custDataLst>
          </p:nvPr>
        </p:nvSpPr>
        <p:spPr bwMode="auto">
          <a:xfrm rot="205950" flipH="1">
            <a:off x="7608888" y="5192713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79" name="Oval 315"/>
          <p:cNvSpPr>
            <a:spLocks noChangeArrowheads="1"/>
          </p:cNvSpPr>
          <p:nvPr>
            <p:custDataLst>
              <p:tags r:id="rId223"/>
            </p:custDataLst>
          </p:nvPr>
        </p:nvSpPr>
        <p:spPr bwMode="auto">
          <a:xfrm rot="205950" flipH="1">
            <a:off x="7596188" y="5307013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80" name="Oval 316"/>
          <p:cNvSpPr>
            <a:spLocks noChangeArrowheads="1"/>
          </p:cNvSpPr>
          <p:nvPr>
            <p:custDataLst>
              <p:tags r:id="rId224"/>
            </p:custDataLst>
          </p:nvPr>
        </p:nvSpPr>
        <p:spPr bwMode="auto">
          <a:xfrm rot="205950" flipH="1">
            <a:off x="6816725" y="5102225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81" name="Oval 317"/>
          <p:cNvSpPr>
            <a:spLocks noChangeArrowheads="1"/>
          </p:cNvSpPr>
          <p:nvPr>
            <p:custDataLst>
              <p:tags r:id="rId225"/>
            </p:custDataLst>
          </p:nvPr>
        </p:nvSpPr>
        <p:spPr bwMode="auto">
          <a:xfrm rot="205950" flipH="1">
            <a:off x="6983413" y="5268913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49858" name="Group 318"/>
          <p:cNvGrpSpPr>
            <a:grpSpLocks/>
          </p:cNvGrpSpPr>
          <p:nvPr>
            <p:custDataLst>
              <p:tags r:id="rId226"/>
            </p:custDataLst>
          </p:nvPr>
        </p:nvGrpSpPr>
        <p:grpSpPr bwMode="auto">
          <a:xfrm>
            <a:off x="5461000" y="5251450"/>
            <a:ext cx="1181100" cy="185738"/>
            <a:chOff x="3063" y="3315"/>
            <a:chExt cx="744" cy="117"/>
          </a:xfrm>
        </p:grpSpPr>
        <p:sp>
          <p:nvSpPr>
            <p:cNvPr id="19990" name="Freeform 319"/>
            <p:cNvSpPr>
              <a:spLocks/>
            </p:cNvSpPr>
            <p:nvPr/>
          </p:nvSpPr>
          <p:spPr bwMode="auto">
            <a:xfrm rot="108416">
              <a:off x="3063" y="3315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91" name="Oval 320"/>
            <p:cNvSpPr>
              <a:spLocks noChangeArrowheads="1"/>
            </p:cNvSpPr>
            <p:nvPr/>
          </p:nvSpPr>
          <p:spPr bwMode="auto">
            <a:xfrm rot="108416">
              <a:off x="3264" y="337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59" name="Group 321"/>
          <p:cNvGrpSpPr>
            <a:grpSpLocks/>
          </p:cNvGrpSpPr>
          <p:nvPr>
            <p:custDataLst>
              <p:tags r:id="rId227"/>
            </p:custDataLst>
          </p:nvPr>
        </p:nvGrpSpPr>
        <p:grpSpPr bwMode="auto">
          <a:xfrm>
            <a:off x="6561138" y="5289550"/>
            <a:ext cx="1181100" cy="184150"/>
            <a:chOff x="3756" y="3339"/>
            <a:chExt cx="744" cy="116"/>
          </a:xfrm>
        </p:grpSpPr>
        <p:sp>
          <p:nvSpPr>
            <p:cNvPr id="19988" name="Freeform 322"/>
            <p:cNvSpPr>
              <a:spLocks/>
            </p:cNvSpPr>
            <p:nvPr/>
          </p:nvSpPr>
          <p:spPr bwMode="auto">
            <a:xfrm rot="435797">
              <a:off x="3756" y="333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89" name="Oval 323"/>
            <p:cNvSpPr>
              <a:spLocks noChangeArrowheads="1"/>
            </p:cNvSpPr>
            <p:nvPr/>
          </p:nvSpPr>
          <p:spPr bwMode="auto">
            <a:xfrm rot="435797">
              <a:off x="3955" y="339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60" name="Group 324"/>
          <p:cNvGrpSpPr>
            <a:grpSpLocks/>
          </p:cNvGrpSpPr>
          <p:nvPr>
            <p:custDataLst>
              <p:tags r:id="rId228"/>
            </p:custDataLst>
          </p:nvPr>
        </p:nvGrpSpPr>
        <p:grpSpPr bwMode="auto">
          <a:xfrm>
            <a:off x="4432300" y="5265738"/>
            <a:ext cx="1181100" cy="184150"/>
            <a:chOff x="2415" y="3324"/>
            <a:chExt cx="744" cy="116"/>
          </a:xfrm>
        </p:grpSpPr>
        <p:sp>
          <p:nvSpPr>
            <p:cNvPr id="19986" name="Freeform 325"/>
            <p:cNvSpPr>
              <a:spLocks/>
            </p:cNvSpPr>
            <p:nvPr/>
          </p:nvSpPr>
          <p:spPr bwMode="auto">
            <a:xfrm rot="435797">
              <a:off x="2415" y="332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87" name="Oval 326"/>
            <p:cNvSpPr>
              <a:spLocks noChangeArrowheads="1"/>
            </p:cNvSpPr>
            <p:nvPr/>
          </p:nvSpPr>
          <p:spPr bwMode="auto">
            <a:xfrm rot="435797">
              <a:off x="2614" y="337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685" name="Freeform 327"/>
          <p:cNvSpPr>
            <a:spLocks/>
          </p:cNvSpPr>
          <p:nvPr>
            <p:custDataLst>
              <p:tags r:id="rId229"/>
            </p:custDataLst>
          </p:nvPr>
        </p:nvSpPr>
        <p:spPr bwMode="auto">
          <a:xfrm rot="108416">
            <a:off x="2232025" y="5014913"/>
            <a:ext cx="942975" cy="141287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86" name="Freeform 328"/>
          <p:cNvSpPr>
            <a:spLocks/>
          </p:cNvSpPr>
          <p:nvPr>
            <p:custDataLst>
              <p:tags r:id="rId230"/>
            </p:custDataLst>
          </p:nvPr>
        </p:nvSpPr>
        <p:spPr bwMode="auto">
          <a:xfrm rot="108416">
            <a:off x="2936875" y="4960938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87" name="Oval 329"/>
          <p:cNvSpPr>
            <a:spLocks noChangeArrowheads="1"/>
          </p:cNvSpPr>
          <p:nvPr>
            <p:custDataLst>
              <p:tags r:id="rId231"/>
            </p:custDataLst>
          </p:nvPr>
        </p:nvSpPr>
        <p:spPr bwMode="auto">
          <a:xfrm rot="108416">
            <a:off x="2640013" y="4946650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88" name="Oval 330"/>
          <p:cNvSpPr>
            <a:spLocks noChangeArrowheads="1"/>
          </p:cNvSpPr>
          <p:nvPr>
            <p:custDataLst>
              <p:tags r:id="rId232"/>
            </p:custDataLst>
          </p:nvPr>
        </p:nvSpPr>
        <p:spPr bwMode="auto">
          <a:xfrm rot="108416">
            <a:off x="2641600" y="5060950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89" name="Oval 331"/>
          <p:cNvSpPr>
            <a:spLocks noChangeArrowheads="1"/>
          </p:cNvSpPr>
          <p:nvPr>
            <p:custDataLst>
              <p:tags r:id="rId233"/>
            </p:custDataLst>
          </p:nvPr>
        </p:nvSpPr>
        <p:spPr bwMode="auto">
          <a:xfrm rot="108416">
            <a:off x="3255963" y="5060950"/>
            <a:ext cx="252412" cy="42863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90" name="Freeform 332"/>
          <p:cNvSpPr>
            <a:spLocks/>
          </p:cNvSpPr>
          <p:nvPr>
            <p:custDataLst>
              <p:tags r:id="rId234"/>
            </p:custDataLst>
          </p:nvPr>
        </p:nvSpPr>
        <p:spPr bwMode="auto">
          <a:xfrm rot="205950" flipH="1">
            <a:off x="4835525" y="4991100"/>
            <a:ext cx="1176338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91" name="Freeform 333"/>
          <p:cNvSpPr>
            <a:spLocks/>
          </p:cNvSpPr>
          <p:nvPr>
            <p:custDataLst>
              <p:tags r:id="rId235"/>
            </p:custDataLst>
          </p:nvPr>
        </p:nvSpPr>
        <p:spPr bwMode="auto">
          <a:xfrm rot="205950" flipH="1">
            <a:off x="4003675" y="5008563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692" name="Oval 334"/>
          <p:cNvSpPr>
            <a:spLocks noChangeArrowheads="1"/>
          </p:cNvSpPr>
          <p:nvPr>
            <p:custDataLst>
              <p:tags r:id="rId236"/>
            </p:custDataLst>
          </p:nvPr>
        </p:nvSpPr>
        <p:spPr bwMode="auto">
          <a:xfrm rot="205950" flipH="1">
            <a:off x="5237163" y="5049838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93" name="Oval 335"/>
          <p:cNvSpPr>
            <a:spLocks noChangeArrowheads="1"/>
          </p:cNvSpPr>
          <p:nvPr>
            <p:custDataLst>
              <p:tags r:id="rId237"/>
            </p:custDataLst>
          </p:nvPr>
        </p:nvSpPr>
        <p:spPr bwMode="auto">
          <a:xfrm rot="205950" flipH="1">
            <a:off x="4445000" y="4959350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694" name="Oval 336"/>
          <p:cNvSpPr>
            <a:spLocks noChangeArrowheads="1"/>
          </p:cNvSpPr>
          <p:nvPr>
            <p:custDataLst>
              <p:tags r:id="rId238"/>
            </p:custDataLst>
          </p:nvPr>
        </p:nvSpPr>
        <p:spPr bwMode="auto">
          <a:xfrm rot="205950" flipH="1">
            <a:off x="4611688" y="5126038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49861" name="Group 337"/>
          <p:cNvGrpSpPr>
            <a:grpSpLocks/>
          </p:cNvGrpSpPr>
          <p:nvPr>
            <p:custDataLst>
              <p:tags r:id="rId239"/>
            </p:custDataLst>
          </p:nvPr>
        </p:nvGrpSpPr>
        <p:grpSpPr bwMode="auto">
          <a:xfrm>
            <a:off x="3089275" y="5108575"/>
            <a:ext cx="1181100" cy="185738"/>
            <a:chOff x="1569" y="3225"/>
            <a:chExt cx="744" cy="117"/>
          </a:xfrm>
        </p:grpSpPr>
        <p:sp>
          <p:nvSpPr>
            <p:cNvPr id="19984" name="Freeform 338"/>
            <p:cNvSpPr>
              <a:spLocks/>
            </p:cNvSpPr>
            <p:nvPr/>
          </p:nvSpPr>
          <p:spPr bwMode="auto">
            <a:xfrm rot="108416">
              <a:off x="1569" y="3225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85" name="Oval 339"/>
            <p:cNvSpPr>
              <a:spLocks noChangeArrowheads="1"/>
            </p:cNvSpPr>
            <p:nvPr/>
          </p:nvSpPr>
          <p:spPr bwMode="auto">
            <a:xfrm rot="108416">
              <a:off x="1770" y="328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62" name="Group 340"/>
          <p:cNvGrpSpPr>
            <a:grpSpLocks/>
          </p:cNvGrpSpPr>
          <p:nvPr>
            <p:custDataLst>
              <p:tags r:id="rId240"/>
            </p:custDataLst>
          </p:nvPr>
        </p:nvGrpSpPr>
        <p:grpSpPr bwMode="auto">
          <a:xfrm>
            <a:off x="4189413" y="5146675"/>
            <a:ext cx="1181100" cy="184150"/>
            <a:chOff x="2262" y="3249"/>
            <a:chExt cx="744" cy="116"/>
          </a:xfrm>
        </p:grpSpPr>
        <p:sp>
          <p:nvSpPr>
            <p:cNvPr id="19982" name="Freeform 341"/>
            <p:cNvSpPr>
              <a:spLocks/>
            </p:cNvSpPr>
            <p:nvPr/>
          </p:nvSpPr>
          <p:spPr bwMode="auto">
            <a:xfrm rot="435797">
              <a:off x="2262" y="324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83" name="Oval 342"/>
            <p:cNvSpPr>
              <a:spLocks noChangeArrowheads="1"/>
            </p:cNvSpPr>
            <p:nvPr/>
          </p:nvSpPr>
          <p:spPr bwMode="auto">
            <a:xfrm rot="435797">
              <a:off x="2461" y="330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63" name="Group 343"/>
          <p:cNvGrpSpPr>
            <a:grpSpLocks/>
          </p:cNvGrpSpPr>
          <p:nvPr>
            <p:custDataLst>
              <p:tags r:id="rId241"/>
            </p:custDataLst>
          </p:nvPr>
        </p:nvGrpSpPr>
        <p:grpSpPr bwMode="auto">
          <a:xfrm>
            <a:off x="2060575" y="5084763"/>
            <a:ext cx="1181100" cy="184150"/>
            <a:chOff x="921" y="3210"/>
            <a:chExt cx="744" cy="116"/>
          </a:xfrm>
        </p:grpSpPr>
        <p:sp>
          <p:nvSpPr>
            <p:cNvPr id="19980" name="Freeform 344"/>
            <p:cNvSpPr>
              <a:spLocks/>
            </p:cNvSpPr>
            <p:nvPr/>
          </p:nvSpPr>
          <p:spPr bwMode="auto">
            <a:xfrm rot="435797">
              <a:off x="921" y="3210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81" name="Oval 345"/>
            <p:cNvSpPr>
              <a:spLocks noChangeArrowheads="1"/>
            </p:cNvSpPr>
            <p:nvPr/>
          </p:nvSpPr>
          <p:spPr bwMode="auto">
            <a:xfrm rot="435797">
              <a:off x="1120" y="3262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64" name="Group 346"/>
          <p:cNvGrpSpPr>
            <a:grpSpLocks/>
          </p:cNvGrpSpPr>
          <p:nvPr>
            <p:custDataLst>
              <p:tags r:id="rId242"/>
            </p:custDataLst>
          </p:nvPr>
        </p:nvGrpSpPr>
        <p:grpSpPr bwMode="auto">
          <a:xfrm>
            <a:off x="5432425" y="4979988"/>
            <a:ext cx="1181100" cy="184150"/>
            <a:chOff x="3045" y="3144"/>
            <a:chExt cx="744" cy="116"/>
          </a:xfrm>
        </p:grpSpPr>
        <p:sp>
          <p:nvSpPr>
            <p:cNvPr id="19978" name="Freeform 347"/>
            <p:cNvSpPr>
              <a:spLocks/>
            </p:cNvSpPr>
            <p:nvPr/>
          </p:nvSpPr>
          <p:spPr bwMode="auto">
            <a:xfrm rot="435797">
              <a:off x="3045" y="314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79" name="Oval 348"/>
            <p:cNvSpPr>
              <a:spLocks noChangeArrowheads="1"/>
            </p:cNvSpPr>
            <p:nvPr/>
          </p:nvSpPr>
          <p:spPr bwMode="auto">
            <a:xfrm rot="435797">
              <a:off x="3244" y="319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65" name="Group 349"/>
          <p:cNvGrpSpPr>
            <a:grpSpLocks/>
          </p:cNvGrpSpPr>
          <p:nvPr>
            <p:custDataLst>
              <p:tags r:id="rId243"/>
            </p:custDataLst>
          </p:nvPr>
        </p:nvGrpSpPr>
        <p:grpSpPr bwMode="auto">
          <a:xfrm>
            <a:off x="3308350" y="5218113"/>
            <a:ext cx="1181100" cy="184150"/>
            <a:chOff x="1707" y="3294"/>
            <a:chExt cx="744" cy="116"/>
          </a:xfrm>
        </p:grpSpPr>
        <p:sp>
          <p:nvSpPr>
            <p:cNvPr id="19976" name="Freeform 350"/>
            <p:cNvSpPr>
              <a:spLocks/>
            </p:cNvSpPr>
            <p:nvPr/>
          </p:nvSpPr>
          <p:spPr bwMode="auto">
            <a:xfrm rot="-31921">
              <a:off x="1707" y="329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77" name="Oval 351"/>
            <p:cNvSpPr>
              <a:spLocks noChangeArrowheads="1"/>
            </p:cNvSpPr>
            <p:nvPr/>
          </p:nvSpPr>
          <p:spPr bwMode="auto">
            <a:xfrm rot="-31921">
              <a:off x="1908" y="3358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66" name="Group 352"/>
          <p:cNvGrpSpPr>
            <a:grpSpLocks/>
          </p:cNvGrpSpPr>
          <p:nvPr>
            <p:custDataLst>
              <p:tags r:id="rId244"/>
            </p:custDataLst>
          </p:nvPr>
        </p:nvGrpSpPr>
        <p:grpSpPr bwMode="auto">
          <a:xfrm>
            <a:off x="2314575" y="4916488"/>
            <a:ext cx="1181100" cy="184150"/>
            <a:chOff x="1081" y="3104"/>
            <a:chExt cx="744" cy="116"/>
          </a:xfrm>
        </p:grpSpPr>
        <p:sp>
          <p:nvSpPr>
            <p:cNvPr id="19974" name="Freeform 353"/>
            <p:cNvSpPr>
              <a:spLocks/>
            </p:cNvSpPr>
            <p:nvPr/>
          </p:nvSpPr>
          <p:spPr bwMode="auto">
            <a:xfrm rot="435797">
              <a:off x="1081" y="310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75" name="Oval 354"/>
            <p:cNvSpPr>
              <a:spLocks noChangeArrowheads="1"/>
            </p:cNvSpPr>
            <p:nvPr/>
          </p:nvSpPr>
          <p:spPr bwMode="auto">
            <a:xfrm rot="435797">
              <a:off x="1280" y="315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67" name="Group 355"/>
          <p:cNvGrpSpPr>
            <a:grpSpLocks/>
          </p:cNvGrpSpPr>
          <p:nvPr>
            <p:custDataLst>
              <p:tags r:id="rId245"/>
            </p:custDataLst>
          </p:nvPr>
        </p:nvGrpSpPr>
        <p:grpSpPr bwMode="auto">
          <a:xfrm>
            <a:off x="7053263" y="4706938"/>
            <a:ext cx="1181100" cy="184150"/>
            <a:chOff x="4066" y="2972"/>
            <a:chExt cx="744" cy="116"/>
          </a:xfrm>
        </p:grpSpPr>
        <p:sp>
          <p:nvSpPr>
            <p:cNvPr id="19972" name="Freeform 356"/>
            <p:cNvSpPr>
              <a:spLocks/>
            </p:cNvSpPr>
            <p:nvPr/>
          </p:nvSpPr>
          <p:spPr bwMode="auto">
            <a:xfrm rot="661160">
              <a:off x="4066" y="2972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73" name="Oval 357"/>
            <p:cNvSpPr>
              <a:spLocks noChangeArrowheads="1"/>
            </p:cNvSpPr>
            <p:nvPr/>
          </p:nvSpPr>
          <p:spPr bwMode="auto">
            <a:xfrm rot="661160">
              <a:off x="4265" y="3018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68" name="Group 358"/>
          <p:cNvGrpSpPr>
            <a:grpSpLocks/>
          </p:cNvGrpSpPr>
          <p:nvPr>
            <p:custDataLst>
              <p:tags r:id="rId246"/>
            </p:custDataLst>
          </p:nvPr>
        </p:nvGrpSpPr>
        <p:grpSpPr bwMode="auto">
          <a:xfrm>
            <a:off x="7112000" y="4389438"/>
            <a:ext cx="1181100" cy="398462"/>
            <a:chOff x="4103" y="2772"/>
            <a:chExt cx="744" cy="251"/>
          </a:xfrm>
        </p:grpSpPr>
        <p:sp>
          <p:nvSpPr>
            <p:cNvPr id="19965" name="Freeform 359"/>
            <p:cNvSpPr>
              <a:spLocks/>
            </p:cNvSpPr>
            <p:nvPr/>
          </p:nvSpPr>
          <p:spPr bwMode="auto">
            <a:xfrm rot="257327">
              <a:off x="4137" y="2772"/>
              <a:ext cx="636" cy="83"/>
            </a:xfrm>
            <a:custGeom>
              <a:avLst/>
              <a:gdLst>
                <a:gd name="T0" fmla="*/ 182 w 559"/>
                <a:gd name="T1" fmla="*/ 33 h 97"/>
                <a:gd name="T2" fmla="*/ 571 w 559"/>
                <a:gd name="T3" fmla="*/ 44 h 97"/>
                <a:gd name="T4" fmla="*/ 960 w 559"/>
                <a:gd name="T5" fmla="*/ 42 h 97"/>
                <a:gd name="T6" fmla="*/ 1030 w 559"/>
                <a:gd name="T7" fmla="*/ 37 h 97"/>
                <a:gd name="T8" fmla="*/ 825 w 559"/>
                <a:gd name="T9" fmla="*/ 9 h 97"/>
                <a:gd name="T10" fmla="*/ 264 w 559"/>
                <a:gd name="T11" fmla="*/ 6 h 97"/>
                <a:gd name="T12" fmla="*/ 0 w 559"/>
                <a:gd name="T13" fmla="*/ 20 h 97"/>
                <a:gd name="T14" fmla="*/ 182 w 559"/>
                <a:gd name="T15" fmla="*/ 33 h 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59"/>
                <a:gd name="T25" fmla="*/ 0 h 97"/>
                <a:gd name="T26" fmla="*/ 559 w 559"/>
                <a:gd name="T27" fmla="*/ 97 h 9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59" h="97">
                  <a:moveTo>
                    <a:pt x="96" y="73"/>
                  </a:moveTo>
                  <a:cubicBezTo>
                    <a:pt x="166" y="96"/>
                    <a:pt x="219" y="93"/>
                    <a:pt x="300" y="97"/>
                  </a:cubicBezTo>
                  <a:cubicBezTo>
                    <a:pt x="368" y="95"/>
                    <a:pt x="436" y="96"/>
                    <a:pt x="504" y="91"/>
                  </a:cubicBezTo>
                  <a:cubicBezTo>
                    <a:pt x="517" y="90"/>
                    <a:pt x="540" y="79"/>
                    <a:pt x="540" y="79"/>
                  </a:cubicBezTo>
                  <a:cubicBezTo>
                    <a:pt x="559" y="23"/>
                    <a:pt x="470" y="20"/>
                    <a:pt x="432" y="19"/>
                  </a:cubicBezTo>
                  <a:cubicBezTo>
                    <a:pt x="334" y="16"/>
                    <a:pt x="236" y="15"/>
                    <a:pt x="138" y="13"/>
                  </a:cubicBezTo>
                  <a:cubicBezTo>
                    <a:pt x="112" y="15"/>
                    <a:pt x="14" y="0"/>
                    <a:pt x="0" y="43"/>
                  </a:cubicBezTo>
                  <a:cubicBezTo>
                    <a:pt x="19" y="72"/>
                    <a:pt x="63" y="84"/>
                    <a:pt x="96" y="73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66" name="Freeform 360"/>
            <p:cNvSpPr>
              <a:spLocks/>
            </p:cNvSpPr>
            <p:nvPr/>
          </p:nvSpPr>
          <p:spPr bwMode="auto">
            <a:xfrm rot="597335">
              <a:off x="4103" y="282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67" name="Oval 361"/>
            <p:cNvSpPr>
              <a:spLocks noChangeArrowheads="1"/>
            </p:cNvSpPr>
            <p:nvPr/>
          </p:nvSpPr>
          <p:spPr bwMode="auto">
            <a:xfrm rot="597335">
              <a:off x="4394" y="2818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68" name="Oval 362"/>
            <p:cNvSpPr>
              <a:spLocks noChangeArrowheads="1"/>
            </p:cNvSpPr>
            <p:nvPr/>
          </p:nvSpPr>
          <p:spPr bwMode="auto">
            <a:xfrm rot="597335">
              <a:off x="4483" y="2895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49869" name="Group 363"/>
            <p:cNvGrpSpPr>
              <a:grpSpLocks/>
            </p:cNvGrpSpPr>
            <p:nvPr/>
          </p:nvGrpSpPr>
          <p:grpSpPr bwMode="auto">
            <a:xfrm>
              <a:off x="4172" y="2907"/>
              <a:ext cx="645" cy="116"/>
              <a:chOff x="4172" y="2907"/>
              <a:chExt cx="645" cy="116"/>
            </a:xfrm>
          </p:grpSpPr>
          <p:sp>
            <p:nvSpPr>
              <p:cNvPr id="19970" name="Freeform 364"/>
              <p:cNvSpPr>
                <a:spLocks/>
              </p:cNvSpPr>
              <p:nvPr/>
            </p:nvSpPr>
            <p:spPr bwMode="auto">
              <a:xfrm rot="367487" flipH="1">
                <a:off x="4172" y="2907"/>
                <a:ext cx="645" cy="116"/>
              </a:xfrm>
              <a:custGeom>
                <a:avLst/>
                <a:gdLst>
                  <a:gd name="T0" fmla="*/ 17 w 744"/>
                  <a:gd name="T1" fmla="*/ 59 h 126"/>
                  <a:gd name="T2" fmla="*/ 53 w 744"/>
                  <a:gd name="T3" fmla="*/ 75 h 126"/>
                  <a:gd name="T4" fmla="*/ 94 w 744"/>
                  <a:gd name="T5" fmla="*/ 84 h 126"/>
                  <a:gd name="T6" fmla="*/ 227 w 744"/>
                  <a:gd name="T7" fmla="*/ 71 h 126"/>
                  <a:gd name="T8" fmla="*/ 347 w 744"/>
                  <a:gd name="T9" fmla="*/ 55 h 126"/>
                  <a:gd name="T10" fmla="*/ 308 w 744"/>
                  <a:gd name="T11" fmla="*/ 0 h 126"/>
                  <a:gd name="T12" fmla="*/ 176 w 744"/>
                  <a:gd name="T13" fmla="*/ 20 h 126"/>
                  <a:gd name="T14" fmla="*/ 17 w 744"/>
                  <a:gd name="T15" fmla="*/ 32 h 126"/>
                  <a:gd name="T16" fmla="*/ 17 w 744"/>
                  <a:gd name="T17" fmla="*/ 59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71" name="Oval 365"/>
              <p:cNvSpPr>
                <a:spLocks noChangeArrowheads="1"/>
              </p:cNvSpPr>
              <p:nvPr/>
            </p:nvSpPr>
            <p:spPr bwMode="auto">
              <a:xfrm rot="367487" flipH="1">
                <a:off x="4502" y="2978"/>
                <a:ext cx="138" cy="25"/>
              </a:xfrm>
              <a:prstGeom prst="ellipse">
                <a:avLst/>
              </a:prstGeom>
              <a:solidFill>
                <a:srgbClr val="B2B2B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sp>
        <p:nvSpPr>
          <p:cNvPr id="19703" name="Freeform 366"/>
          <p:cNvSpPr>
            <a:spLocks/>
          </p:cNvSpPr>
          <p:nvPr>
            <p:custDataLst>
              <p:tags r:id="rId247"/>
            </p:custDataLst>
          </p:nvPr>
        </p:nvSpPr>
        <p:spPr bwMode="auto">
          <a:xfrm rot="108416">
            <a:off x="4586288" y="4870450"/>
            <a:ext cx="942975" cy="141288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04" name="Freeform 367"/>
          <p:cNvSpPr>
            <a:spLocks/>
          </p:cNvSpPr>
          <p:nvPr>
            <p:custDataLst>
              <p:tags r:id="rId248"/>
            </p:custDataLst>
          </p:nvPr>
        </p:nvSpPr>
        <p:spPr bwMode="auto">
          <a:xfrm rot="108416">
            <a:off x="5291138" y="4816475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05" name="Oval 368"/>
          <p:cNvSpPr>
            <a:spLocks noChangeArrowheads="1"/>
          </p:cNvSpPr>
          <p:nvPr>
            <p:custDataLst>
              <p:tags r:id="rId249"/>
            </p:custDataLst>
          </p:nvPr>
        </p:nvSpPr>
        <p:spPr bwMode="auto">
          <a:xfrm rot="108416">
            <a:off x="4994275" y="4802188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06" name="Oval 369"/>
          <p:cNvSpPr>
            <a:spLocks noChangeArrowheads="1"/>
          </p:cNvSpPr>
          <p:nvPr>
            <p:custDataLst>
              <p:tags r:id="rId250"/>
            </p:custDataLst>
          </p:nvPr>
        </p:nvSpPr>
        <p:spPr bwMode="auto">
          <a:xfrm rot="108416">
            <a:off x="4995863" y="4916488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07" name="Oval 370"/>
          <p:cNvSpPr>
            <a:spLocks noChangeArrowheads="1"/>
          </p:cNvSpPr>
          <p:nvPr>
            <p:custDataLst>
              <p:tags r:id="rId251"/>
            </p:custDataLst>
          </p:nvPr>
        </p:nvSpPr>
        <p:spPr bwMode="auto">
          <a:xfrm rot="108416">
            <a:off x="5791200" y="4783138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08" name="Oval 371"/>
          <p:cNvSpPr>
            <a:spLocks noChangeArrowheads="1"/>
          </p:cNvSpPr>
          <p:nvPr>
            <p:custDataLst>
              <p:tags r:id="rId252"/>
            </p:custDataLst>
          </p:nvPr>
        </p:nvSpPr>
        <p:spPr bwMode="auto">
          <a:xfrm rot="108416">
            <a:off x="5610225" y="4916488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09" name="Freeform 372"/>
          <p:cNvSpPr>
            <a:spLocks/>
          </p:cNvSpPr>
          <p:nvPr>
            <p:custDataLst>
              <p:tags r:id="rId253"/>
            </p:custDataLst>
          </p:nvPr>
        </p:nvSpPr>
        <p:spPr bwMode="auto">
          <a:xfrm rot="545957" flipH="1">
            <a:off x="6386513" y="4749800"/>
            <a:ext cx="1009650" cy="131763"/>
          </a:xfrm>
          <a:custGeom>
            <a:avLst/>
            <a:gdLst>
              <a:gd name="T0" fmla="*/ 2147483647 w 559"/>
              <a:gd name="T1" fmla="*/ 2147483647 h 97"/>
              <a:gd name="T2" fmla="*/ 2147483647 w 559"/>
              <a:gd name="T3" fmla="*/ 2147483647 h 97"/>
              <a:gd name="T4" fmla="*/ 2147483647 w 559"/>
              <a:gd name="T5" fmla="*/ 2147483647 h 97"/>
              <a:gd name="T6" fmla="*/ 2147483647 w 559"/>
              <a:gd name="T7" fmla="*/ 2147483647 h 97"/>
              <a:gd name="T8" fmla="*/ 2147483647 w 559"/>
              <a:gd name="T9" fmla="*/ 2147483647 h 97"/>
              <a:gd name="T10" fmla="*/ 2147483647 w 559"/>
              <a:gd name="T11" fmla="*/ 2147483647 h 97"/>
              <a:gd name="T12" fmla="*/ 0 w 559"/>
              <a:gd name="T13" fmla="*/ 2147483647 h 97"/>
              <a:gd name="T14" fmla="*/ 2147483647 w 559"/>
              <a:gd name="T15" fmla="*/ 2147483647 h 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59"/>
              <a:gd name="T25" fmla="*/ 0 h 97"/>
              <a:gd name="T26" fmla="*/ 559 w 559"/>
              <a:gd name="T27" fmla="*/ 97 h 9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59" h="97">
                <a:moveTo>
                  <a:pt x="96" y="73"/>
                </a:moveTo>
                <a:cubicBezTo>
                  <a:pt x="166" y="96"/>
                  <a:pt x="219" y="93"/>
                  <a:pt x="300" y="97"/>
                </a:cubicBezTo>
                <a:cubicBezTo>
                  <a:pt x="368" y="95"/>
                  <a:pt x="436" y="96"/>
                  <a:pt x="504" y="91"/>
                </a:cubicBezTo>
                <a:cubicBezTo>
                  <a:pt x="517" y="90"/>
                  <a:pt x="540" y="79"/>
                  <a:pt x="540" y="79"/>
                </a:cubicBezTo>
                <a:cubicBezTo>
                  <a:pt x="559" y="23"/>
                  <a:pt x="470" y="20"/>
                  <a:pt x="432" y="19"/>
                </a:cubicBezTo>
                <a:cubicBezTo>
                  <a:pt x="334" y="16"/>
                  <a:pt x="236" y="15"/>
                  <a:pt x="138" y="13"/>
                </a:cubicBezTo>
                <a:cubicBezTo>
                  <a:pt x="112" y="15"/>
                  <a:pt x="14" y="0"/>
                  <a:pt x="0" y="43"/>
                </a:cubicBezTo>
                <a:cubicBezTo>
                  <a:pt x="19" y="72"/>
                  <a:pt x="63" y="84"/>
                  <a:pt x="96" y="73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10" name="Freeform 373"/>
          <p:cNvSpPr>
            <a:spLocks/>
          </p:cNvSpPr>
          <p:nvPr>
            <p:custDataLst>
              <p:tags r:id="rId254"/>
            </p:custDataLst>
          </p:nvPr>
        </p:nvSpPr>
        <p:spPr bwMode="auto">
          <a:xfrm rot="205950" flipH="1">
            <a:off x="7297738" y="4979988"/>
            <a:ext cx="942975" cy="141287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11" name="Freeform 374"/>
          <p:cNvSpPr>
            <a:spLocks/>
          </p:cNvSpPr>
          <p:nvPr>
            <p:custDataLst>
              <p:tags r:id="rId255"/>
            </p:custDataLst>
          </p:nvPr>
        </p:nvSpPr>
        <p:spPr bwMode="auto">
          <a:xfrm rot="205950" flipH="1">
            <a:off x="7189788" y="4846638"/>
            <a:ext cx="1176337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12" name="Freeform 375"/>
          <p:cNvSpPr>
            <a:spLocks/>
          </p:cNvSpPr>
          <p:nvPr>
            <p:custDataLst>
              <p:tags r:id="rId256"/>
            </p:custDataLst>
          </p:nvPr>
        </p:nvSpPr>
        <p:spPr bwMode="auto">
          <a:xfrm rot="205950" flipH="1">
            <a:off x="6357938" y="4864100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13" name="Oval 376"/>
          <p:cNvSpPr>
            <a:spLocks noChangeArrowheads="1"/>
          </p:cNvSpPr>
          <p:nvPr>
            <p:custDataLst>
              <p:tags r:id="rId257"/>
            </p:custDataLst>
          </p:nvPr>
        </p:nvSpPr>
        <p:spPr bwMode="auto">
          <a:xfrm rot="205950" flipH="1">
            <a:off x="7591425" y="4905375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14" name="Oval 377"/>
          <p:cNvSpPr>
            <a:spLocks noChangeArrowheads="1"/>
          </p:cNvSpPr>
          <p:nvPr>
            <p:custDataLst>
              <p:tags r:id="rId258"/>
            </p:custDataLst>
          </p:nvPr>
        </p:nvSpPr>
        <p:spPr bwMode="auto">
          <a:xfrm rot="205950" flipH="1">
            <a:off x="7578725" y="5019675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15" name="Oval 378"/>
          <p:cNvSpPr>
            <a:spLocks noChangeArrowheads="1"/>
          </p:cNvSpPr>
          <p:nvPr>
            <p:custDataLst>
              <p:tags r:id="rId259"/>
            </p:custDataLst>
          </p:nvPr>
        </p:nvSpPr>
        <p:spPr bwMode="auto">
          <a:xfrm rot="205950" flipH="1">
            <a:off x="6799263" y="4814888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16" name="Oval 379"/>
          <p:cNvSpPr>
            <a:spLocks noChangeArrowheads="1"/>
          </p:cNvSpPr>
          <p:nvPr>
            <p:custDataLst>
              <p:tags r:id="rId260"/>
            </p:custDataLst>
          </p:nvPr>
        </p:nvSpPr>
        <p:spPr bwMode="auto">
          <a:xfrm rot="205950" flipH="1">
            <a:off x="6965950" y="4981575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49870" name="Group 380"/>
          <p:cNvGrpSpPr>
            <a:grpSpLocks/>
          </p:cNvGrpSpPr>
          <p:nvPr>
            <p:custDataLst>
              <p:tags r:id="rId261"/>
            </p:custDataLst>
          </p:nvPr>
        </p:nvGrpSpPr>
        <p:grpSpPr bwMode="auto">
          <a:xfrm>
            <a:off x="5443538" y="4964113"/>
            <a:ext cx="1181100" cy="185737"/>
            <a:chOff x="3052" y="3134"/>
            <a:chExt cx="744" cy="117"/>
          </a:xfrm>
        </p:grpSpPr>
        <p:sp>
          <p:nvSpPr>
            <p:cNvPr id="19963" name="Freeform 381"/>
            <p:cNvSpPr>
              <a:spLocks/>
            </p:cNvSpPr>
            <p:nvPr/>
          </p:nvSpPr>
          <p:spPr bwMode="auto">
            <a:xfrm rot="108416">
              <a:off x="3052" y="3134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64" name="Oval 382"/>
            <p:cNvSpPr>
              <a:spLocks noChangeArrowheads="1"/>
            </p:cNvSpPr>
            <p:nvPr/>
          </p:nvSpPr>
          <p:spPr bwMode="auto">
            <a:xfrm rot="108416">
              <a:off x="3253" y="3195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71" name="Group 383"/>
          <p:cNvGrpSpPr>
            <a:grpSpLocks/>
          </p:cNvGrpSpPr>
          <p:nvPr>
            <p:custDataLst>
              <p:tags r:id="rId262"/>
            </p:custDataLst>
          </p:nvPr>
        </p:nvGrpSpPr>
        <p:grpSpPr bwMode="auto">
          <a:xfrm>
            <a:off x="6543675" y="5002213"/>
            <a:ext cx="1181100" cy="184150"/>
            <a:chOff x="3745" y="3158"/>
            <a:chExt cx="744" cy="116"/>
          </a:xfrm>
        </p:grpSpPr>
        <p:sp>
          <p:nvSpPr>
            <p:cNvPr id="19961" name="Freeform 384"/>
            <p:cNvSpPr>
              <a:spLocks/>
            </p:cNvSpPr>
            <p:nvPr/>
          </p:nvSpPr>
          <p:spPr bwMode="auto">
            <a:xfrm rot="435797">
              <a:off x="3745" y="3158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62" name="Oval 385"/>
            <p:cNvSpPr>
              <a:spLocks noChangeArrowheads="1"/>
            </p:cNvSpPr>
            <p:nvPr/>
          </p:nvSpPr>
          <p:spPr bwMode="auto">
            <a:xfrm rot="435797">
              <a:off x="3944" y="3210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73" name="Group 386"/>
          <p:cNvGrpSpPr>
            <a:grpSpLocks/>
          </p:cNvGrpSpPr>
          <p:nvPr>
            <p:custDataLst>
              <p:tags r:id="rId263"/>
            </p:custDataLst>
          </p:nvPr>
        </p:nvGrpSpPr>
        <p:grpSpPr bwMode="auto">
          <a:xfrm>
            <a:off x="4414838" y="4978400"/>
            <a:ext cx="1181100" cy="184150"/>
            <a:chOff x="2404" y="3143"/>
            <a:chExt cx="744" cy="116"/>
          </a:xfrm>
        </p:grpSpPr>
        <p:sp>
          <p:nvSpPr>
            <p:cNvPr id="19959" name="Freeform 387"/>
            <p:cNvSpPr>
              <a:spLocks/>
            </p:cNvSpPr>
            <p:nvPr/>
          </p:nvSpPr>
          <p:spPr bwMode="auto">
            <a:xfrm rot="435797">
              <a:off x="2404" y="3143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60" name="Oval 388"/>
            <p:cNvSpPr>
              <a:spLocks noChangeArrowheads="1"/>
            </p:cNvSpPr>
            <p:nvPr/>
          </p:nvSpPr>
          <p:spPr bwMode="auto">
            <a:xfrm rot="435797">
              <a:off x="2603" y="3195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720" name="Freeform 389"/>
          <p:cNvSpPr>
            <a:spLocks/>
          </p:cNvSpPr>
          <p:nvPr>
            <p:custDataLst>
              <p:tags r:id="rId264"/>
            </p:custDataLst>
          </p:nvPr>
        </p:nvSpPr>
        <p:spPr bwMode="auto">
          <a:xfrm rot="108416">
            <a:off x="2214563" y="4727575"/>
            <a:ext cx="942975" cy="141288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21" name="Freeform 390"/>
          <p:cNvSpPr>
            <a:spLocks/>
          </p:cNvSpPr>
          <p:nvPr>
            <p:custDataLst>
              <p:tags r:id="rId265"/>
            </p:custDataLst>
          </p:nvPr>
        </p:nvSpPr>
        <p:spPr bwMode="auto">
          <a:xfrm rot="108416">
            <a:off x="2919413" y="4673600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22" name="Oval 391"/>
          <p:cNvSpPr>
            <a:spLocks noChangeArrowheads="1"/>
          </p:cNvSpPr>
          <p:nvPr>
            <p:custDataLst>
              <p:tags r:id="rId266"/>
            </p:custDataLst>
          </p:nvPr>
        </p:nvSpPr>
        <p:spPr bwMode="auto">
          <a:xfrm rot="108416">
            <a:off x="2622550" y="4659313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23" name="Oval 392"/>
          <p:cNvSpPr>
            <a:spLocks noChangeArrowheads="1"/>
          </p:cNvSpPr>
          <p:nvPr>
            <p:custDataLst>
              <p:tags r:id="rId267"/>
            </p:custDataLst>
          </p:nvPr>
        </p:nvSpPr>
        <p:spPr bwMode="auto">
          <a:xfrm rot="108416">
            <a:off x="2624138" y="4773613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24" name="Oval 393"/>
          <p:cNvSpPr>
            <a:spLocks noChangeArrowheads="1"/>
          </p:cNvSpPr>
          <p:nvPr>
            <p:custDataLst>
              <p:tags r:id="rId268"/>
            </p:custDataLst>
          </p:nvPr>
        </p:nvSpPr>
        <p:spPr bwMode="auto">
          <a:xfrm rot="108416">
            <a:off x="3419475" y="4640263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25" name="Oval 394"/>
          <p:cNvSpPr>
            <a:spLocks noChangeArrowheads="1"/>
          </p:cNvSpPr>
          <p:nvPr>
            <p:custDataLst>
              <p:tags r:id="rId269"/>
            </p:custDataLst>
          </p:nvPr>
        </p:nvSpPr>
        <p:spPr bwMode="auto">
          <a:xfrm rot="108416">
            <a:off x="3238500" y="4773613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26" name="Freeform 395"/>
          <p:cNvSpPr>
            <a:spLocks/>
          </p:cNvSpPr>
          <p:nvPr>
            <p:custDataLst>
              <p:tags r:id="rId270"/>
            </p:custDataLst>
          </p:nvPr>
        </p:nvSpPr>
        <p:spPr bwMode="auto">
          <a:xfrm rot="545957" flipH="1">
            <a:off x="4014788" y="4606925"/>
            <a:ext cx="1009650" cy="131763"/>
          </a:xfrm>
          <a:custGeom>
            <a:avLst/>
            <a:gdLst>
              <a:gd name="T0" fmla="*/ 2147483647 w 559"/>
              <a:gd name="T1" fmla="*/ 2147483647 h 97"/>
              <a:gd name="T2" fmla="*/ 2147483647 w 559"/>
              <a:gd name="T3" fmla="*/ 2147483647 h 97"/>
              <a:gd name="T4" fmla="*/ 2147483647 w 559"/>
              <a:gd name="T5" fmla="*/ 2147483647 h 97"/>
              <a:gd name="T6" fmla="*/ 2147483647 w 559"/>
              <a:gd name="T7" fmla="*/ 2147483647 h 97"/>
              <a:gd name="T8" fmla="*/ 2147483647 w 559"/>
              <a:gd name="T9" fmla="*/ 2147483647 h 97"/>
              <a:gd name="T10" fmla="*/ 2147483647 w 559"/>
              <a:gd name="T11" fmla="*/ 2147483647 h 97"/>
              <a:gd name="T12" fmla="*/ 0 w 559"/>
              <a:gd name="T13" fmla="*/ 2147483647 h 97"/>
              <a:gd name="T14" fmla="*/ 2147483647 w 559"/>
              <a:gd name="T15" fmla="*/ 2147483647 h 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59"/>
              <a:gd name="T25" fmla="*/ 0 h 97"/>
              <a:gd name="T26" fmla="*/ 559 w 559"/>
              <a:gd name="T27" fmla="*/ 97 h 9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59" h="97">
                <a:moveTo>
                  <a:pt x="96" y="73"/>
                </a:moveTo>
                <a:cubicBezTo>
                  <a:pt x="166" y="96"/>
                  <a:pt x="219" y="93"/>
                  <a:pt x="300" y="97"/>
                </a:cubicBezTo>
                <a:cubicBezTo>
                  <a:pt x="368" y="95"/>
                  <a:pt x="436" y="96"/>
                  <a:pt x="504" y="91"/>
                </a:cubicBezTo>
                <a:cubicBezTo>
                  <a:pt x="517" y="90"/>
                  <a:pt x="540" y="79"/>
                  <a:pt x="540" y="79"/>
                </a:cubicBezTo>
                <a:cubicBezTo>
                  <a:pt x="559" y="23"/>
                  <a:pt x="470" y="20"/>
                  <a:pt x="432" y="19"/>
                </a:cubicBezTo>
                <a:cubicBezTo>
                  <a:pt x="334" y="16"/>
                  <a:pt x="236" y="15"/>
                  <a:pt x="138" y="13"/>
                </a:cubicBezTo>
                <a:cubicBezTo>
                  <a:pt x="112" y="15"/>
                  <a:pt x="14" y="0"/>
                  <a:pt x="0" y="43"/>
                </a:cubicBezTo>
                <a:cubicBezTo>
                  <a:pt x="19" y="72"/>
                  <a:pt x="63" y="84"/>
                  <a:pt x="96" y="73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27" name="Freeform 396"/>
          <p:cNvSpPr>
            <a:spLocks/>
          </p:cNvSpPr>
          <p:nvPr>
            <p:custDataLst>
              <p:tags r:id="rId271"/>
            </p:custDataLst>
          </p:nvPr>
        </p:nvSpPr>
        <p:spPr bwMode="auto">
          <a:xfrm rot="205950" flipH="1">
            <a:off x="4818063" y="4703763"/>
            <a:ext cx="1176337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28" name="Freeform 397"/>
          <p:cNvSpPr>
            <a:spLocks/>
          </p:cNvSpPr>
          <p:nvPr>
            <p:custDataLst>
              <p:tags r:id="rId272"/>
            </p:custDataLst>
          </p:nvPr>
        </p:nvSpPr>
        <p:spPr bwMode="auto">
          <a:xfrm rot="205950" flipH="1">
            <a:off x="3986213" y="4721225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29" name="Oval 398"/>
          <p:cNvSpPr>
            <a:spLocks noChangeArrowheads="1"/>
          </p:cNvSpPr>
          <p:nvPr>
            <p:custDataLst>
              <p:tags r:id="rId273"/>
            </p:custDataLst>
          </p:nvPr>
        </p:nvSpPr>
        <p:spPr bwMode="auto">
          <a:xfrm rot="205950" flipH="1">
            <a:off x="5219700" y="4762500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30" name="Oval 399"/>
          <p:cNvSpPr>
            <a:spLocks noChangeArrowheads="1"/>
          </p:cNvSpPr>
          <p:nvPr>
            <p:custDataLst>
              <p:tags r:id="rId274"/>
            </p:custDataLst>
          </p:nvPr>
        </p:nvSpPr>
        <p:spPr bwMode="auto">
          <a:xfrm rot="205950" flipH="1">
            <a:off x="4427538" y="4672013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31" name="Oval 400"/>
          <p:cNvSpPr>
            <a:spLocks noChangeArrowheads="1"/>
          </p:cNvSpPr>
          <p:nvPr>
            <p:custDataLst>
              <p:tags r:id="rId275"/>
            </p:custDataLst>
          </p:nvPr>
        </p:nvSpPr>
        <p:spPr bwMode="auto">
          <a:xfrm rot="205950" flipH="1">
            <a:off x="4594225" y="4838700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49874" name="Group 401"/>
          <p:cNvGrpSpPr>
            <a:grpSpLocks/>
          </p:cNvGrpSpPr>
          <p:nvPr>
            <p:custDataLst>
              <p:tags r:id="rId276"/>
            </p:custDataLst>
          </p:nvPr>
        </p:nvGrpSpPr>
        <p:grpSpPr bwMode="auto">
          <a:xfrm>
            <a:off x="3071813" y="4821238"/>
            <a:ext cx="1181100" cy="185737"/>
            <a:chOff x="1558" y="3044"/>
            <a:chExt cx="744" cy="117"/>
          </a:xfrm>
        </p:grpSpPr>
        <p:sp>
          <p:nvSpPr>
            <p:cNvPr id="19957" name="Freeform 402"/>
            <p:cNvSpPr>
              <a:spLocks/>
            </p:cNvSpPr>
            <p:nvPr/>
          </p:nvSpPr>
          <p:spPr bwMode="auto">
            <a:xfrm rot="108416">
              <a:off x="1558" y="3044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58" name="Oval 403"/>
            <p:cNvSpPr>
              <a:spLocks noChangeArrowheads="1"/>
            </p:cNvSpPr>
            <p:nvPr/>
          </p:nvSpPr>
          <p:spPr bwMode="auto">
            <a:xfrm rot="108416">
              <a:off x="1759" y="3105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75" name="Group 404"/>
          <p:cNvGrpSpPr>
            <a:grpSpLocks/>
          </p:cNvGrpSpPr>
          <p:nvPr>
            <p:custDataLst>
              <p:tags r:id="rId277"/>
            </p:custDataLst>
          </p:nvPr>
        </p:nvGrpSpPr>
        <p:grpSpPr bwMode="auto">
          <a:xfrm>
            <a:off x="4171950" y="4859338"/>
            <a:ext cx="1181100" cy="184150"/>
            <a:chOff x="2251" y="3068"/>
            <a:chExt cx="744" cy="116"/>
          </a:xfrm>
        </p:grpSpPr>
        <p:sp>
          <p:nvSpPr>
            <p:cNvPr id="19955" name="Freeform 405"/>
            <p:cNvSpPr>
              <a:spLocks/>
            </p:cNvSpPr>
            <p:nvPr/>
          </p:nvSpPr>
          <p:spPr bwMode="auto">
            <a:xfrm rot="435797">
              <a:off x="2251" y="3068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56" name="Oval 406"/>
            <p:cNvSpPr>
              <a:spLocks noChangeArrowheads="1"/>
            </p:cNvSpPr>
            <p:nvPr/>
          </p:nvSpPr>
          <p:spPr bwMode="auto">
            <a:xfrm rot="435797">
              <a:off x="2450" y="3120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76" name="Group 407"/>
          <p:cNvGrpSpPr>
            <a:grpSpLocks/>
          </p:cNvGrpSpPr>
          <p:nvPr>
            <p:custDataLst>
              <p:tags r:id="rId278"/>
            </p:custDataLst>
          </p:nvPr>
        </p:nvGrpSpPr>
        <p:grpSpPr bwMode="auto">
          <a:xfrm>
            <a:off x="2043113" y="4797425"/>
            <a:ext cx="1181100" cy="184150"/>
            <a:chOff x="910" y="3029"/>
            <a:chExt cx="744" cy="116"/>
          </a:xfrm>
        </p:grpSpPr>
        <p:sp>
          <p:nvSpPr>
            <p:cNvPr id="19953" name="Freeform 408"/>
            <p:cNvSpPr>
              <a:spLocks/>
            </p:cNvSpPr>
            <p:nvPr/>
          </p:nvSpPr>
          <p:spPr bwMode="auto">
            <a:xfrm rot="435797">
              <a:off x="910" y="302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54" name="Oval 409"/>
            <p:cNvSpPr>
              <a:spLocks noChangeArrowheads="1"/>
            </p:cNvSpPr>
            <p:nvPr/>
          </p:nvSpPr>
          <p:spPr bwMode="auto">
            <a:xfrm rot="435797">
              <a:off x="1109" y="308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735" name="Freeform 410"/>
          <p:cNvSpPr>
            <a:spLocks/>
          </p:cNvSpPr>
          <p:nvPr>
            <p:custDataLst>
              <p:tags r:id="rId279"/>
            </p:custDataLst>
          </p:nvPr>
        </p:nvSpPr>
        <p:spPr bwMode="auto">
          <a:xfrm rot="108416">
            <a:off x="7323138" y="4219575"/>
            <a:ext cx="904875" cy="119063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9877" name="Group 411"/>
          <p:cNvGrpSpPr>
            <a:grpSpLocks/>
          </p:cNvGrpSpPr>
          <p:nvPr>
            <p:custDataLst>
              <p:tags r:id="rId280"/>
            </p:custDataLst>
          </p:nvPr>
        </p:nvGrpSpPr>
        <p:grpSpPr bwMode="auto">
          <a:xfrm>
            <a:off x="2089150" y="4430713"/>
            <a:ext cx="1768475" cy="309562"/>
            <a:chOff x="939" y="2798"/>
            <a:chExt cx="1114" cy="195"/>
          </a:xfrm>
        </p:grpSpPr>
        <p:grpSp>
          <p:nvGrpSpPr>
            <p:cNvPr id="249878" name="Group 412"/>
            <p:cNvGrpSpPr>
              <a:grpSpLocks/>
            </p:cNvGrpSpPr>
            <p:nvPr/>
          </p:nvGrpSpPr>
          <p:grpSpPr bwMode="auto">
            <a:xfrm>
              <a:off x="939" y="2798"/>
              <a:ext cx="1114" cy="195"/>
              <a:chOff x="939" y="2798"/>
              <a:chExt cx="1114" cy="195"/>
            </a:xfrm>
          </p:grpSpPr>
          <p:sp>
            <p:nvSpPr>
              <p:cNvPr id="19949" name="Freeform 413"/>
              <p:cNvSpPr>
                <a:spLocks/>
              </p:cNvSpPr>
              <p:nvPr/>
            </p:nvSpPr>
            <p:spPr bwMode="auto">
              <a:xfrm rot="231592" flipH="1">
                <a:off x="948" y="2798"/>
                <a:ext cx="561" cy="90"/>
              </a:xfrm>
              <a:custGeom>
                <a:avLst/>
                <a:gdLst>
                  <a:gd name="T0" fmla="*/ 96 w 559"/>
                  <a:gd name="T1" fmla="*/ 50 h 97"/>
                  <a:gd name="T2" fmla="*/ 305 w 559"/>
                  <a:gd name="T3" fmla="*/ 67 h 97"/>
                  <a:gd name="T4" fmla="*/ 514 w 559"/>
                  <a:gd name="T5" fmla="*/ 62 h 97"/>
                  <a:gd name="T6" fmla="*/ 550 w 559"/>
                  <a:gd name="T7" fmla="*/ 54 h 97"/>
                  <a:gd name="T8" fmla="*/ 442 w 559"/>
                  <a:gd name="T9" fmla="*/ 14 h 97"/>
                  <a:gd name="T10" fmla="*/ 138 w 559"/>
                  <a:gd name="T11" fmla="*/ 8 h 97"/>
                  <a:gd name="T12" fmla="*/ 0 w 559"/>
                  <a:gd name="T13" fmla="*/ 30 h 97"/>
                  <a:gd name="T14" fmla="*/ 96 w 559"/>
                  <a:gd name="T15" fmla="*/ 50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50" name="Freeform 414"/>
              <p:cNvSpPr>
                <a:spLocks/>
              </p:cNvSpPr>
              <p:nvPr/>
            </p:nvSpPr>
            <p:spPr bwMode="auto">
              <a:xfrm rot="21491584" flipH="1">
                <a:off x="1464" y="2894"/>
                <a:ext cx="525" cy="97"/>
              </a:xfrm>
              <a:custGeom>
                <a:avLst/>
                <a:gdLst>
                  <a:gd name="T0" fmla="*/ 87 w 594"/>
                  <a:gd name="T1" fmla="*/ 48 h 97"/>
                  <a:gd name="T2" fmla="*/ 129 w 594"/>
                  <a:gd name="T3" fmla="*/ 66 h 97"/>
                  <a:gd name="T4" fmla="*/ 175 w 594"/>
                  <a:gd name="T5" fmla="*/ 78 h 97"/>
                  <a:gd name="T6" fmla="*/ 320 w 594"/>
                  <a:gd name="T7" fmla="*/ 54 h 97"/>
                  <a:gd name="T8" fmla="*/ 211 w 594"/>
                  <a:gd name="T9" fmla="*/ 12 h 97"/>
                  <a:gd name="T10" fmla="*/ 124 w 594"/>
                  <a:gd name="T11" fmla="*/ 0 h 97"/>
                  <a:gd name="T12" fmla="*/ 19 w 594"/>
                  <a:gd name="T13" fmla="*/ 6 h 97"/>
                  <a:gd name="T14" fmla="*/ 0 w 594"/>
                  <a:gd name="T15" fmla="*/ 30 h 97"/>
                  <a:gd name="T16" fmla="*/ 29 w 594"/>
                  <a:gd name="T17" fmla="*/ 54 h 97"/>
                  <a:gd name="T18" fmla="*/ 39 w 594"/>
                  <a:gd name="T19" fmla="*/ 60 h 97"/>
                  <a:gd name="T20" fmla="*/ 87 w 594"/>
                  <a:gd name="T21" fmla="*/ 48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51" name="Freeform 415"/>
              <p:cNvSpPr>
                <a:spLocks/>
              </p:cNvSpPr>
              <p:nvPr/>
            </p:nvSpPr>
            <p:spPr bwMode="auto">
              <a:xfrm rot="21491584" flipH="1">
                <a:off x="1399" y="2810"/>
                <a:ext cx="654" cy="126"/>
              </a:xfrm>
              <a:custGeom>
                <a:avLst/>
                <a:gdLst>
                  <a:gd name="T0" fmla="*/ 49 w 741"/>
                  <a:gd name="T1" fmla="*/ 90 h 126"/>
                  <a:gd name="T2" fmla="*/ 381 w 741"/>
                  <a:gd name="T3" fmla="*/ 72 h 126"/>
                  <a:gd name="T4" fmla="*/ 362 w 741"/>
                  <a:gd name="T5" fmla="*/ 0 h 126"/>
                  <a:gd name="T6" fmla="*/ 166 w 741"/>
                  <a:gd name="T7" fmla="*/ 24 h 126"/>
                  <a:gd name="T8" fmla="*/ 24 w 741"/>
                  <a:gd name="T9" fmla="*/ 42 h 126"/>
                  <a:gd name="T10" fmla="*/ 4 w 741"/>
                  <a:gd name="T11" fmla="*/ 48 h 126"/>
                  <a:gd name="T12" fmla="*/ 4 w 741"/>
                  <a:gd name="T13" fmla="*/ 84 h 126"/>
                  <a:gd name="T14" fmla="*/ 49 w 741"/>
                  <a:gd name="T15" fmla="*/ 90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52" name="Freeform 416"/>
              <p:cNvSpPr>
                <a:spLocks/>
              </p:cNvSpPr>
              <p:nvPr/>
            </p:nvSpPr>
            <p:spPr bwMode="auto">
              <a:xfrm rot="21491584" flipH="1">
                <a:off x="939" y="2867"/>
                <a:ext cx="657" cy="126"/>
              </a:xfrm>
              <a:custGeom>
                <a:avLst/>
                <a:gdLst>
                  <a:gd name="T0" fmla="*/ 19 w 744"/>
                  <a:gd name="T1" fmla="*/ 90 h 126"/>
                  <a:gd name="T2" fmla="*/ 57 w 744"/>
                  <a:gd name="T3" fmla="*/ 114 h 126"/>
                  <a:gd name="T4" fmla="*/ 103 w 744"/>
                  <a:gd name="T5" fmla="*/ 126 h 126"/>
                  <a:gd name="T6" fmla="*/ 248 w 744"/>
                  <a:gd name="T7" fmla="*/ 108 h 126"/>
                  <a:gd name="T8" fmla="*/ 380 w 744"/>
                  <a:gd name="T9" fmla="*/ 84 h 126"/>
                  <a:gd name="T10" fmla="*/ 338 w 744"/>
                  <a:gd name="T11" fmla="*/ 0 h 126"/>
                  <a:gd name="T12" fmla="*/ 193 w 744"/>
                  <a:gd name="T13" fmla="*/ 30 h 126"/>
                  <a:gd name="T14" fmla="*/ 19 w 744"/>
                  <a:gd name="T15" fmla="*/ 48 h 126"/>
                  <a:gd name="T16" fmla="*/ 19 w 744"/>
                  <a:gd name="T17" fmla="*/ 90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9945" name="Oval 417"/>
            <p:cNvSpPr>
              <a:spLocks noChangeArrowheads="1"/>
            </p:cNvSpPr>
            <p:nvPr/>
          </p:nvSpPr>
          <p:spPr bwMode="auto">
            <a:xfrm rot="21491584" flipH="1">
              <a:off x="1621" y="2850"/>
              <a:ext cx="141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46" name="Oval 418"/>
            <p:cNvSpPr>
              <a:spLocks noChangeArrowheads="1"/>
            </p:cNvSpPr>
            <p:nvPr/>
          </p:nvSpPr>
          <p:spPr bwMode="auto">
            <a:xfrm rot="21491584" flipH="1">
              <a:off x="1621" y="2922"/>
              <a:ext cx="140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47" name="Oval 419"/>
            <p:cNvSpPr>
              <a:spLocks noChangeArrowheads="1"/>
            </p:cNvSpPr>
            <p:nvPr/>
          </p:nvSpPr>
          <p:spPr bwMode="auto">
            <a:xfrm rot="21491584" flipH="1">
              <a:off x="1178" y="2837"/>
              <a:ext cx="140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48" name="Oval 420"/>
            <p:cNvSpPr>
              <a:spLocks noChangeArrowheads="1"/>
            </p:cNvSpPr>
            <p:nvPr/>
          </p:nvSpPr>
          <p:spPr bwMode="auto">
            <a:xfrm rot="21491584" flipH="1">
              <a:off x="1279" y="2933"/>
              <a:ext cx="140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79" name="Group 421"/>
          <p:cNvGrpSpPr>
            <a:grpSpLocks/>
          </p:cNvGrpSpPr>
          <p:nvPr>
            <p:custDataLst>
              <p:tags r:id="rId281"/>
            </p:custDataLst>
          </p:nvPr>
        </p:nvGrpSpPr>
        <p:grpSpPr bwMode="auto">
          <a:xfrm>
            <a:off x="5411788" y="4227513"/>
            <a:ext cx="1987550" cy="361950"/>
            <a:chOff x="3032" y="2670"/>
            <a:chExt cx="1252" cy="228"/>
          </a:xfrm>
        </p:grpSpPr>
        <p:grpSp>
          <p:nvGrpSpPr>
            <p:cNvPr id="249880" name="Group 422"/>
            <p:cNvGrpSpPr>
              <a:grpSpLocks/>
            </p:cNvGrpSpPr>
            <p:nvPr/>
          </p:nvGrpSpPr>
          <p:grpSpPr bwMode="auto">
            <a:xfrm>
              <a:off x="3032" y="2670"/>
              <a:ext cx="1252" cy="228"/>
              <a:chOff x="3032" y="2670"/>
              <a:chExt cx="1252" cy="228"/>
            </a:xfrm>
          </p:grpSpPr>
          <p:sp>
            <p:nvSpPr>
              <p:cNvPr id="19940" name="Freeform 423"/>
              <p:cNvSpPr>
                <a:spLocks/>
              </p:cNvSpPr>
              <p:nvPr/>
            </p:nvSpPr>
            <p:spPr bwMode="auto">
              <a:xfrm rot="146629">
                <a:off x="3647" y="2724"/>
                <a:ext cx="636" cy="83"/>
              </a:xfrm>
              <a:custGeom>
                <a:avLst/>
                <a:gdLst>
                  <a:gd name="T0" fmla="*/ 182 w 559"/>
                  <a:gd name="T1" fmla="*/ 33 h 97"/>
                  <a:gd name="T2" fmla="*/ 571 w 559"/>
                  <a:gd name="T3" fmla="*/ 44 h 97"/>
                  <a:gd name="T4" fmla="*/ 960 w 559"/>
                  <a:gd name="T5" fmla="*/ 42 h 97"/>
                  <a:gd name="T6" fmla="*/ 1030 w 559"/>
                  <a:gd name="T7" fmla="*/ 37 h 97"/>
                  <a:gd name="T8" fmla="*/ 825 w 559"/>
                  <a:gd name="T9" fmla="*/ 9 h 97"/>
                  <a:gd name="T10" fmla="*/ 264 w 559"/>
                  <a:gd name="T11" fmla="*/ 6 h 97"/>
                  <a:gd name="T12" fmla="*/ 0 w 559"/>
                  <a:gd name="T13" fmla="*/ 20 h 97"/>
                  <a:gd name="T14" fmla="*/ 182 w 559"/>
                  <a:gd name="T15" fmla="*/ 33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41" name="Freeform 424"/>
              <p:cNvSpPr>
                <a:spLocks/>
              </p:cNvSpPr>
              <p:nvPr/>
            </p:nvSpPr>
            <p:spPr bwMode="auto">
              <a:xfrm rot="486637">
                <a:off x="3098" y="2746"/>
                <a:ext cx="594" cy="90"/>
              </a:xfrm>
              <a:custGeom>
                <a:avLst/>
                <a:gdLst>
                  <a:gd name="T0" fmla="*/ 162 w 594"/>
                  <a:gd name="T1" fmla="*/ 33 h 97"/>
                  <a:gd name="T2" fmla="*/ 240 w 594"/>
                  <a:gd name="T3" fmla="*/ 45 h 97"/>
                  <a:gd name="T4" fmla="*/ 324 w 594"/>
                  <a:gd name="T5" fmla="*/ 54 h 97"/>
                  <a:gd name="T6" fmla="*/ 594 w 594"/>
                  <a:gd name="T7" fmla="*/ 37 h 97"/>
                  <a:gd name="T8" fmla="*/ 390 w 594"/>
                  <a:gd name="T9" fmla="*/ 7 h 97"/>
                  <a:gd name="T10" fmla="*/ 228 w 594"/>
                  <a:gd name="T11" fmla="*/ 0 h 97"/>
                  <a:gd name="T12" fmla="*/ 36 w 594"/>
                  <a:gd name="T13" fmla="*/ 6 h 97"/>
                  <a:gd name="T14" fmla="*/ 0 w 594"/>
                  <a:gd name="T15" fmla="*/ 20 h 97"/>
                  <a:gd name="T16" fmla="*/ 54 w 594"/>
                  <a:gd name="T17" fmla="*/ 37 h 97"/>
                  <a:gd name="T18" fmla="*/ 72 w 594"/>
                  <a:gd name="T19" fmla="*/ 42 h 97"/>
                  <a:gd name="T20" fmla="*/ 162 w 594"/>
                  <a:gd name="T21" fmla="*/ 33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42" name="Freeform 425"/>
              <p:cNvSpPr>
                <a:spLocks/>
              </p:cNvSpPr>
              <p:nvPr/>
            </p:nvSpPr>
            <p:spPr bwMode="auto">
              <a:xfrm rot="486637">
                <a:off x="3032" y="2670"/>
                <a:ext cx="741" cy="116"/>
              </a:xfrm>
              <a:custGeom>
                <a:avLst/>
                <a:gdLst>
                  <a:gd name="T0" fmla="*/ 93 w 741"/>
                  <a:gd name="T1" fmla="*/ 59 h 126"/>
                  <a:gd name="T2" fmla="*/ 711 w 741"/>
                  <a:gd name="T3" fmla="*/ 48 h 126"/>
                  <a:gd name="T4" fmla="*/ 675 w 741"/>
                  <a:gd name="T5" fmla="*/ 0 h 126"/>
                  <a:gd name="T6" fmla="*/ 309 w 741"/>
                  <a:gd name="T7" fmla="*/ 16 h 126"/>
                  <a:gd name="T8" fmla="*/ 45 w 741"/>
                  <a:gd name="T9" fmla="*/ 28 h 126"/>
                  <a:gd name="T10" fmla="*/ 9 w 741"/>
                  <a:gd name="T11" fmla="*/ 32 h 126"/>
                  <a:gd name="T12" fmla="*/ 9 w 741"/>
                  <a:gd name="T13" fmla="*/ 55 h 126"/>
                  <a:gd name="T14" fmla="*/ 93 w 741"/>
                  <a:gd name="T15" fmla="*/ 59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43" name="Freeform 426"/>
              <p:cNvSpPr>
                <a:spLocks/>
              </p:cNvSpPr>
              <p:nvPr/>
            </p:nvSpPr>
            <p:spPr bwMode="auto">
              <a:xfrm rot="486637">
                <a:off x="3540" y="2782"/>
                <a:ext cx="744" cy="116"/>
              </a:xfrm>
              <a:custGeom>
                <a:avLst/>
                <a:gdLst>
                  <a:gd name="T0" fmla="*/ 36 w 744"/>
                  <a:gd name="T1" fmla="*/ 59 h 126"/>
                  <a:gd name="T2" fmla="*/ 108 w 744"/>
                  <a:gd name="T3" fmla="*/ 75 h 126"/>
                  <a:gd name="T4" fmla="*/ 192 w 744"/>
                  <a:gd name="T5" fmla="*/ 84 h 126"/>
                  <a:gd name="T6" fmla="*/ 462 w 744"/>
                  <a:gd name="T7" fmla="*/ 71 h 126"/>
                  <a:gd name="T8" fmla="*/ 708 w 744"/>
                  <a:gd name="T9" fmla="*/ 55 h 126"/>
                  <a:gd name="T10" fmla="*/ 630 w 744"/>
                  <a:gd name="T11" fmla="*/ 0 h 126"/>
                  <a:gd name="T12" fmla="*/ 360 w 744"/>
                  <a:gd name="T13" fmla="*/ 20 h 126"/>
                  <a:gd name="T14" fmla="*/ 36 w 744"/>
                  <a:gd name="T15" fmla="*/ 32 h 126"/>
                  <a:gd name="T16" fmla="*/ 36 w 744"/>
                  <a:gd name="T17" fmla="*/ 59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9936" name="Oval 427"/>
            <p:cNvSpPr>
              <a:spLocks noChangeArrowheads="1"/>
            </p:cNvSpPr>
            <p:nvPr/>
          </p:nvSpPr>
          <p:spPr bwMode="auto">
            <a:xfrm rot="486637">
              <a:off x="3363" y="271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37" name="Oval 428"/>
            <p:cNvSpPr>
              <a:spLocks noChangeArrowheads="1"/>
            </p:cNvSpPr>
            <p:nvPr/>
          </p:nvSpPr>
          <p:spPr bwMode="auto">
            <a:xfrm rot="486637">
              <a:off x="3356" y="2777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38" name="Oval 429"/>
            <p:cNvSpPr>
              <a:spLocks noChangeArrowheads="1"/>
            </p:cNvSpPr>
            <p:nvPr/>
          </p:nvSpPr>
          <p:spPr bwMode="auto">
            <a:xfrm rot="486637">
              <a:off x="3862" y="2757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39" name="Oval 430"/>
            <p:cNvSpPr>
              <a:spLocks noChangeArrowheads="1"/>
            </p:cNvSpPr>
            <p:nvPr/>
          </p:nvSpPr>
          <p:spPr bwMode="auto">
            <a:xfrm rot="486637">
              <a:off x="3740" y="2832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738" name="Freeform 470"/>
          <p:cNvSpPr>
            <a:spLocks/>
          </p:cNvSpPr>
          <p:nvPr>
            <p:custDataLst>
              <p:tags r:id="rId282"/>
            </p:custDataLst>
          </p:nvPr>
        </p:nvSpPr>
        <p:spPr bwMode="auto">
          <a:xfrm>
            <a:off x="3325813" y="3860800"/>
            <a:ext cx="184150" cy="3159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39" name="Freeform 471"/>
          <p:cNvSpPr>
            <a:spLocks/>
          </p:cNvSpPr>
          <p:nvPr>
            <p:custDataLst>
              <p:tags r:id="rId283"/>
            </p:custDataLst>
          </p:nvPr>
        </p:nvSpPr>
        <p:spPr bwMode="auto">
          <a:xfrm>
            <a:off x="3478213" y="3903663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40" name="Freeform 472"/>
          <p:cNvSpPr>
            <a:spLocks/>
          </p:cNvSpPr>
          <p:nvPr>
            <p:custDataLst>
              <p:tags r:id="rId284"/>
            </p:custDataLst>
          </p:nvPr>
        </p:nvSpPr>
        <p:spPr bwMode="auto">
          <a:xfrm>
            <a:off x="3630613" y="3894138"/>
            <a:ext cx="184150" cy="306387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41" name="Freeform 473"/>
          <p:cNvSpPr>
            <a:spLocks/>
          </p:cNvSpPr>
          <p:nvPr>
            <p:custDataLst>
              <p:tags r:id="rId285"/>
            </p:custDataLst>
          </p:nvPr>
        </p:nvSpPr>
        <p:spPr bwMode="auto">
          <a:xfrm>
            <a:off x="3783013" y="3913188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42" name="Freeform 474"/>
          <p:cNvSpPr>
            <a:spLocks/>
          </p:cNvSpPr>
          <p:nvPr>
            <p:custDataLst>
              <p:tags r:id="rId286"/>
            </p:custDataLst>
          </p:nvPr>
        </p:nvSpPr>
        <p:spPr bwMode="auto">
          <a:xfrm>
            <a:off x="3935413" y="3879850"/>
            <a:ext cx="184150" cy="3159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43" name="Freeform 475"/>
          <p:cNvSpPr>
            <a:spLocks/>
          </p:cNvSpPr>
          <p:nvPr>
            <p:custDataLst>
              <p:tags r:id="rId287"/>
            </p:custDataLst>
          </p:nvPr>
        </p:nvSpPr>
        <p:spPr bwMode="auto">
          <a:xfrm>
            <a:off x="4087813" y="3870325"/>
            <a:ext cx="184150" cy="3159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44" name="Freeform 476"/>
          <p:cNvSpPr>
            <a:spLocks/>
          </p:cNvSpPr>
          <p:nvPr>
            <p:custDataLst>
              <p:tags r:id="rId288"/>
            </p:custDataLst>
          </p:nvPr>
        </p:nvSpPr>
        <p:spPr bwMode="auto">
          <a:xfrm>
            <a:off x="4240213" y="3851275"/>
            <a:ext cx="184150" cy="3159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45" name="Freeform 477"/>
          <p:cNvSpPr>
            <a:spLocks/>
          </p:cNvSpPr>
          <p:nvPr>
            <p:custDataLst>
              <p:tags r:id="rId289"/>
            </p:custDataLst>
          </p:nvPr>
        </p:nvSpPr>
        <p:spPr bwMode="auto">
          <a:xfrm>
            <a:off x="4392613" y="3898900"/>
            <a:ext cx="184150" cy="2778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46" name="Oval 478"/>
          <p:cNvSpPr>
            <a:spLocks noChangeArrowheads="1"/>
          </p:cNvSpPr>
          <p:nvPr>
            <p:custDataLst>
              <p:tags r:id="rId290"/>
            </p:custDataLst>
          </p:nvPr>
        </p:nvSpPr>
        <p:spPr bwMode="auto">
          <a:xfrm>
            <a:off x="3384550" y="394176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47" name="Oval 479"/>
          <p:cNvSpPr>
            <a:spLocks noChangeArrowheads="1"/>
          </p:cNvSpPr>
          <p:nvPr>
            <p:custDataLst>
              <p:tags r:id="rId291"/>
            </p:custDataLst>
          </p:nvPr>
        </p:nvSpPr>
        <p:spPr bwMode="auto">
          <a:xfrm>
            <a:off x="3536950" y="398462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48" name="Oval 480"/>
          <p:cNvSpPr>
            <a:spLocks noChangeArrowheads="1"/>
          </p:cNvSpPr>
          <p:nvPr>
            <p:custDataLst>
              <p:tags r:id="rId292"/>
            </p:custDataLst>
          </p:nvPr>
        </p:nvSpPr>
        <p:spPr bwMode="auto">
          <a:xfrm>
            <a:off x="3689350" y="397510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49" name="Oval 481"/>
          <p:cNvSpPr>
            <a:spLocks noChangeArrowheads="1"/>
          </p:cNvSpPr>
          <p:nvPr>
            <p:custDataLst>
              <p:tags r:id="rId293"/>
            </p:custDataLst>
          </p:nvPr>
        </p:nvSpPr>
        <p:spPr bwMode="auto">
          <a:xfrm>
            <a:off x="3841750" y="399415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50" name="Oval 482"/>
          <p:cNvSpPr>
            <a:spLocks noChangeArrowheads="1"/>
          </p:cNvSpPr>
          <p:nvPr>
            <p:custDataLst>
              <p:tags r:id="rId294"/>
            </p:custDataLst>
          </p:nvPr>
        </p:nvSpPr>
        <p:spPr bwMode="auto">
          <a:xfrm>
            <a:off x="3994150" y="396081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51" name="Oval 483"/>
          <p:cNvSpPr>
            <a:spLocks noChangeArrowheads="1"/>
          </p:cNvSpPr>
          <p:nvPr>
            <p:custDataLst>
              <p:tags r:id="rId295"/>
            </p:custDataLst>
          </p:nvPr>
        </p:nvSpPr>
        <p:spPr bwMode="auto">
          <a:xfrm>
            <a:off x="4146550" y="39512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52" name="Oval 484"/>
          <p:cNvSpPr>
            <a:spLocks noChangeArrowheads="1"/>
          </p:cNvSpPr>
          <p:nvPr>
            <p:custDataLst>
              <p:tags r:id="rId296"/>
            </p:custDataLst>
          </p:nvPr>
        </p:nvSpPr>
        <p:spPr bwMode="auto">
          <a:xfrm>
            <a:off x="4298950" y="393223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53" name="Oval 485"/>
          <p:cNvSpPr>
            <a:spLocks noChangeArrowheads="1"/>
          </p:cNvSpPr>
          <p:nvPr>
            <p:custDataLst>
              <p:tags r:id="rId297"/>
            </p:custDataLst>
          </p:nvPr>
        </p:nvSpPr>
        <p:spPr bwMode="auto">
          <a:xfrm>
            <a:off x="4456113" y="39893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54" name="Freeform 486"/>
          <p:cNvSpPr>
            <a:spLocks/>
          </p:cNvSpPr>
          <p:nvPr>
            <p:custDataLst>
              <p:tags r:id="rId298"/>
            </p:custDataLst>
          </p:nvPr>
        </p:nvSpPr>
        <p:spPr bwMode="auto">
          <a:xfrm>
            <a:off x="4545013" y="3856038"/>
            <a:ext cx="184150" cy="3206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55" name="Freeform 487"/>
          <p:cNvSpPr>
            <a:spLocks/>
          </p:cNvSpPr>
          <p:nvPr>
            <p:custDataLst>
              <p:tags r:id="rId299"/>
            </p:custDataLst>
          </p:nvPr>
        </p:nvSpPr>
        <p:spPr bwMode="auto">
          <a:xfrm>
            <a:off x="4697413" y="3889375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56" name="Freeform 488"/>
          <p:cNvSpPr>
            <a:spLocks/>
          </p:cNvSpPr>
          <p:nvPr>
            <p:custDataLst>
              <p:tags r:id="rId300"/>
            </p:custDataLst>
          </p:nvPr>
        </p:nvSpPr>
        <p:spPr bwMode="auto">
          <a:xfrm>
            <a:off x="4849813" y="3889375"/>
            <a:ext cx="184150" cy="2778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57" name="Freeform 489"/>
          <p:cNvSpPr>
            <a:spLocks/>
          </p:cNvSpPr>
          <p:nvPr>
            <p:custDataLst>
              <p:tags r:id="rId301"/>
            </p:custDataLst>
          </p:nvPr>
        </p:nvSpPr>
        <p:spPr bwMode="auto">
          <a:xfrm>
            <a:off x="5002213" y="3894138"/>
            <a:ext cx="184150" cy="277812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58" name="Freeform 490"/>
          <p:cNvSpPr>
            <a:spLocks/>
          </p:cNvSpPr>
          <p:nvPr>
            <p:custDataLst>
              <p:tags r:id="rId302"/>
            </p:custDataLst>
          </p:nvPr>
        </p:nvSpPr>
        <p:spPr bwMode="auto">
          <a:xfrm>
            <a:off x="5154613" y="3875088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59" name="Freeform 491"/>
          <p:cNvSpPr>
            <a:spLocks/>
          </p:cNvSpPr>
          <p:nvPr>
            <p:custDataLst>
              <p:tags r:id="rId303"/>
            </p:custDataLst>
          </p:nvPr>
        </p:nvSpPr>
        <p:spPr bwMode="auto">
          <a:xfrm>
            <a:off x="5307013" y="3860800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60" name="Freeform 492"/>
          <p:cNvSpPr>
            <a:spLocks/>
          </p:cNvSpPr>
          <p:nvPr>
            <p:custDataLst>
              <p:tags r:id="rId304"/>
            </p:custDataLst>
          </p:nvPr>
        </p:nvSpPr>
        <p:spPr bwMode="auto">
          <a:xfrm>
            <a:off x="5459413" y="3836988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61" name="Freeform 493"/>
          <p:cNvSpPr>
            <a:spLocks/>
          </p:cNvSpPr>
          <p:nvPr>
            <p:custDataLst>
              <p:tags r:id="rId305"/>
            </p:custDataLst>
          </p:nvPr>
        </p:nvSpPr>
        <p:spPr bwMode="auto">
          <a:xfrm>
            <a:off x="5611813" y="3856038"/>
            <a:ext cx="184150" cy="2540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62" name="Oval 494"/>
          <p:cNvSpPr>
            <a:spLocks noChangeArrowheads="1"/>
          </p:cNvSpPr>
          <p:nvPr>
            <p:custDataLst>
              <p:tags r:id="rId306"/>
            </p:custDataLst>
          </p:nvPr>
        </p:nvSpPr>
        <p:spPr bwMode="auto">
          <a:xfrm>
            <a:off x="4603750" y="393700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63" name="Oval 495"/>
          <p:cNvSpPr>
            <a:spLocks noChangeArrowheads="1"/>
          </p:cNvSpPr>
          <p:nvPr>
            <p:custDataLst>
              <p:tags r:id="rId307"/>
            </p:custDataLst>
          </p:nvPr>
        </p:nvSpPr>
        <p:spPr bwMode="auto">
          <a:xfrm>
            <a:off x="4756150" y="397033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64" name="Oval 496"/>
          <p:cNvSpPr>
            <a:spLocks noChangeArrowheads="1"/>
          </p:cNvSpPr>
          <p:nvPr>
            <p:custDataLst>
              <p:tags r:id="rId308"/>
            </p:custDataLst>
          </p:nvPr>
        </p:nvSpPr>
        <p:spPr bwMode="auto">
          <a:xfrm>
            <a:off x="4908550" y="397033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65" name="Oval 497"/>
          <p:cNvSpPr>
            <a:spLocks noChangeArrowheads="1"/>
          </p:cNvSpPr>
          <p:nvPr>
            <p:custDataLst>
              <p:tags r:id="rId309"/>
            </p:custDataLst>
          </p:nvPr>
        </p:nvSpPr>
        <p:spPr bwMode="auto">
          <a:xfrm>
            <a:off x="5060950" y="397510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66" name="Oval 498"/>
          <p:cNvSpPr>
            <a:spLocks noChangeArrowheads="1"/>
          </p:cNvSpPr>
          <p:nvPr>
            <p:custDataLst>
              <p:tags r:id="rId310"/>
            </p:custDataLst>
          </p:nvPr>
        </p:nvSpPr>
        <p:spPr bwMode="auto">
          <a:xfrm>
            <a:off x="5213350" y="395605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67" name="Oval 499"/>
          <p:cNvSpPr>
            <a:spLocks noChangeArrowheads="1"/>
          </p:cNvSpPr>
          <p:nvPr>
            <p:custDataLst>
              <p:tags r:id="rId311"/>
            </p:custDataLst>
          </p:nvPr>
        </p:nvSpPr>
        <p:spPr bwMode="auto">
          <a:xfrm>
            <a:off x="5365750" y="394176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68" name="Oval 500"/>
          <p:cNvSpPr>
            <a:spLocks noChangeArrowheads="1"/>
          </p:cNvSpPr>
          <p:nvPr>
            <p:custDataLst>
              <p:tags r:id="rId312"/>
            </p:custDataLst>
          </p:nvPr>
        </p:nvSpPr>
        <p:spPr bwMode="auto">
          <a:xfrm>
            <a:off x="5518150" y="391795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69" name="Oval 501"/>
          <p:cNvSpPr>
            <a:spLocks noChangeArrowheads="1"/>
          </p:cNvSpPr>
          <p:nvPr>
            <p:custDataLst>
              <p:tags r:id="rId313"/>
            </p:custDataLst>
          </p:nvPr>
        </p:nvSpPr>
        <p:spPr bwMode="auto">
          <a:xfrm>
            <a:off x="5675313" y="394652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70" name="Freeform 502"/>
          <p:cNvSpPr>
            <a:spLocks/>
          </p:cNvSpPr>
          <p:nvPr>
            <p:custDataLst>
              <p:tags r:id="rId314"/>
            </p:custDataLst>
          </p:nvPr>
        </p:nvSpPr>
        <p:spPr bwMode="auto">
          <a:xfrm>
            <a:off x="5778500" y="3808413"/>
            <a:ext cx="184150" cy="30162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71" name="Freeform 503"/>
          <p:cNvSpPr>
            <a:spLocks/>
          </p:cNvSpPr>
          <p:nvPr>
            <p:custDataLst>
              <p:tags r:id="rId315"/>
            </p:custDataLst>
          </p:nvPr>
        </p:nvSpPr>
        <p:spPr bwMode="auto">
          <a:xfrm>
            <a:off x="5930900" y="3827463"/>
            <a:ext cx="184150" cy="30162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72" name="Freeform 504"/>
          <p:cNvSpPr>
            <a:spLocks/>
          </p:cNvSpPr>
          <p:nvPr>
            <p:custDataLst>
              <p:tags r:id="rId316"/>
            </p:custDataLst>
          </p:nvPr>
        </p:nvSpPr>
        <p:spPr bwMode="auto">
          <a:xfrm>
            <a:off x="6083300" y="3875088"/>
            <a:ext cx="184150" cy="268287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73" name="Freeform 505"/>
          <p:cNvSpPr>
            <a:spLocks/>
          </p:cNvSpPr>
          <p:nvPr>
            <p:custDataLst>
              <p:tags r:id="rId317"/>
            </p:custDataLst>
          </p:nvPr>
        </p:nvSpPr>
        <p:spPr bwMode="auto">
          <a:xfrm>
            <a:off x="6235700" y="3851275"/>
            <a:ext cx="184150" cy="30162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74" name="Freeform 506"/>
          <p:cNvSpPr>
            <a:spLocks/>
          </p:cNvSpPr>
          <p:nvPr>
            <p:custDataLst>
              <p:tags r:id="rId318"/>
            </p:custDataLst>
          </p:nvPr>
        </p:nvSpPr>
        <p:spPr bwMode="auto">
          <a:xfrm>
            <a:off x="6388100" y="3884613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75" name="Freeform 507"/>
          <p:cNvSpPr>
            <a:spLocks/>
          </p:cNvSpPr>
          <p:nvPr>
            <p:custDataLst>
              <p:tags r:id="rId319"/>
            </p:custDataLst>
          </p:nvPr>
        </p:nvSpPr>
        <p:spPr bwMode="auto">
          <a:xfrm>
            <a:off x="6540500" y="3846513"/>
            <a:ext cx="184150" cy="306387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76" name="Freeform 508"/>
          <p:cNvSpPr>
            <a:spLocks/>
          </p:cNvSpPr>
          <p:nvPr>
            <p:custDataLst>
              <p:tags r:id="rId320"/>
            </p:custDataLst>
          </p:nvPr>
        </p:nvSpPr>
        <p:spPr bwMode="auto">
          <a:xfrm>
            <a:off x="6692900" y="3903663"/>
            <a:ext cx="184150" cy="258762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77" name="Freeform 509"/>
          <p:cNvSpPr>
            <a:spLocks/>
          </p:cNvSpPr>
          <p:nvPr>
            <p:custDataLst>
              <p:tags r:id="rId321"/>
            </p:custDataLst>
          </p:nvPr>
        </p:nvSpPr>
        <p:spPr bwMode="auto">
          <a:xfrm>
            <a:off x="6845300" y="3898900"/>
            <a:ext cx="184150" cy="2778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78" name="Oval 510"/>
          <p:cNvSpPr>
            <a:spLocks noChangeArrowheads="1"/>
          </p:cNvSpPr>
          <p:nvPr>
            <p:custDataLst>
              <p:tags r:id="rId322"/>
            </p:custDataLst>
          </p:nvPr>
        </p:nvSpPr>
        <p:spPr bwMode="auto">
          <a:xfrm>
            <a:off x="5837238" y="388937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79" name="Oval 511"/>
          <p:cNvSpPr>
            <a:spLocks noChangeArrowheads="1"/>
          </p:cNvSpPr>
          <p:nvPr>
            <p:custDataLst>
              <p:tags r:id="rId323"/>
            </p:custDataLst>
          </p:nvPr>
        </p:nvSpPr>
        <p:spPr bwMode="auto">
          <a:xfrm>
            <a:off x="5989638" y="390842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80" name="Oval 512"/>
          <p:cNvSpPr>
            <a:spLocks noChangeArrowheads="1"/>
          </p:cNvSpPr>
          <p:nvPr>
            <p:custDataLst>
              <p:tags r:id="rId324"/>
            </p:custDataLst>
          </p:nvPr>
        </p:nvSpPr>
        <p:spPr bwMode="auto">
          <a:xfrm>
            <a:off x="6142038" y="395605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81" name="Oval 513"/>
          <p:cNvSpPr>
            <a:spLocks noChangeArrowheads="1"/>
          </p:cNvSpPr>
          <p:nvPr>
            <p:custDataLst>
              <p:tags r:id="rId325"/>
            </p:custDataLst>
          </p:nvPr>
        </p:nvSpPr>
        <p:spPr bwMode="auto">
          <a:xfrm>
            <a:off x="6294438" y="393223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82" name="Oval 514"/>
          <p:cNvSpPr>
            <a:spLocks noChangeArrowheads="1"/>
          </p:cNvSpPr>
          <p:nvPr>
            <p:custDataLst>
              <p:tags r:id="rId326"/>
            </p:custDataLst>
          </p:nvPr>
        </p:nvSpPr>
        <p:spPr bwMode="auto">
          <a:xfrm>
            <a:off x="6446838" y="396557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83" name="Oval 515"/>
          <p:cNvSpPr>
            <a:spLocks noChangeArrowheads="1"/>
          </p:cNvSpPr>
          <p:nvPr>
            <p:custDataLst>
              <p:tags r:id="rId327"/>
            </p:custDataLst>
          </p:nvPr>
        </p:nvSpPr>
        <p:spPr bwMode="auto">
          <a:xfrm>
            <a:off x="6599238" y="392747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84" name="Oval 516"/>
          <p:cNvSpPr>
            <a:spLocks noChangeArrowheads="1"/>
          </p:cNvSpPr>
          <p:nvPr>
            <p:custDataLst>
              <p:tags r:id="rId328"/>
            </p:custDataLst>
          </p:nvPr>
        </p:nvSpPr>
        <p:spPr bwMode="auto">
          <a:xfrm>
            <a:off x="6751638" y="398462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85" name="Oval 517"/>
          <p:cNvSpPr>
            <a:spLocks noChangeArrowheads="1"/>
          </p:cNvSpPr>
          <p:nvPr>
            <p:custDataLst>
              <p:tags r:id="rId329"/>
            </p:custDataLst>
          </p:nvPr>
        </p:nvSpPr>
        <p:spPr bwMode="auto">
          <a:xfrm>
            <a:off x="6908800" y="39893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86" name="Freeform 518"/>
          <p:cNvSpPr>
            <a:spLocks/>
          </p:cNvSpPr>
          <p:nvPr>
            <p:custDataLst>
              <p:tags r:id="rId330"/>
            </p:custDataLst>
          </p:nvPr>
        </p:nvSpPr>
        <p:spPr bwMode="auto">
          <a:xfrm>
            <a:off x="2101850" y="3946525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87" name="Freeform 519"/>
          <p:cNvSpPr>
            <a:spLocks/>
          </p:cNvSpPr>
          <p:nvPr>
            <p:custDataLst>
              <p:tags r:id="rId331"/>
            </p:custDataLst>
          </p:nvPr>
        </p:nvSpPr>
        <p:spPr bwMode="auto">
          <a:xfrm>
            <a:off x="2254250" y="3922713"/>
            <a:ext cx="184150" cy="306387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88" name="Freeform 520"/>
          <p:cNvSpPr>
            <a:spLocks/>
          </p:cNvSpPr>
          <p:nvPr>
            <p:custDataLst>
              <p:tags r:id="rId332"/>
            </p:custDataLst>
          </p:nvPr>
        </p:nvSpPr>
        <p:spPr bwMode="auto">
          <a:xfrm>
            <a:off x="2406650" y="3946525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89" name="Freeform 521"/>
          <p:cNvSpPr>
            <a:spLocks/>
          </p:cNvSpPr>
          <p:nvPr>
            <p:custDataLst>
              <p:tags r:id="rId333"/>
            </p:custDataLst>
          </p:nvPr>
        </p:nvSpPr>
        <p:spPr bwMode="auto">
          <a:xfrm>
            <a:off x="2559050" y="3946525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90" name="Freeform 522"/>
          <p:cNvSpPr>
            <a:spLocks/>
          </p:cNvSpPr>
          <p:nvPr>
            <p:custDataLst>
              <p:tags r:id="rId334"/>
            </p:custDataLst>
          </p:nvPr>
        </p:nvSpPr>
        <p:spPr bwMode="auto">
          <a:xfrm>
            <a:off x="2711450" y="3898900"/>
            <a:ext cx="184150" cy="3302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91" name="Freeform 525"/>
          <p:cNvSpPr>
            <a:spLocks/>
          </p:cNvSpPr>
          <p:nvPr>
            <p:custDataLst>
              <p:tags r:id="rId335"/>
            </p:custDataLst>
          </p:nvPr>
        </p:nvSpPr>
        <p:spPr bwMode="auto">
          <a:xfrm>
            <a:off x="3168650" y="3851275"/>
            <a:ext cx="184150" cy="3302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92" name="Oval 526"/>
          <p:cNvSpPr>
            <a:spLocks noChangeArrowheads="1"/>
          </p:cNvSpPr>
          <p:nvPr>
            <p:custDataLst>
              <p:tags r:id="rId336"/>
            </p:custDataLst>
          </p:nvPr>
        </p:nvSpPr>
        <p:spPr bwMode="auto">
          <a:xfrm>
            <a:off x="2160588" y="40274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93" name="Oval 527"/>
          <p:cNvSpPr>
            <a:spLocks noChangeArrowheads="1"/>
          </p:cNvSpPr>
          <p:nvPr>
            <p:custDataLst>
              <p:tags r:id="rId337"/>
            </p:custDataLst>
          </p:nvPr>
        </p:nvSpPr>
        <p:spPr bwMode="auto">
          <a:xfrm>
            <a:off x="2312988" y="400367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94" name="Oval 528"/>
          <p:cNvSpPr>
            <a:spLocks noChangeArrowheads="1"/>
          </p:cNvSpPr>
          <p:nvPr>
            <p:custDataLst>
              <p:tags r:id="rId338"/>
            </p:custDataLst>
          </p:nvPr>
        </p:nvSpPr>
        <p:spPr bwMode="auto">
          <a:xfrm>
            <a:off x="2465388" y="40274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95" name="Oval 529"/>
          <p:cNvSpPr>
            <a:spLocks noChangeArrowheads="1"/>
          </p:cNvSpPr>
          <p:nvPr>
            <p:custDataLst>
              <p:tags r:id="rId339"/>
            </p:custDataLst>
          </p:nvPr>
        </p:nvSpPr>
        <p:spPr bwMode="auto">
          <a:xfrm>
            <a:off x="2617788" y="40274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96" name="Oval 530"/>
          <p:cNvSpPr>
            <a:spLocks noChangeArrowheads="1"/>
          </p:cNvSpPr>
          <p:nvPr>
            <p:custDataLst>
              <p:tags r:id="rId340"/>
            </p:custDataLst>
          </p:nvPr>
        </p:nvSpPr>
        <p:spPr bwMode="auto">
          <a:xfrm>
            <a:off x="2770188" y="397986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97" name="Oval 533"/>
          <p:cNvSpPr>
            <a:spLocks noChangeArrowheads="1"/>
          </p:cNvSpPr>
          <p:nvPr>
            <p:custDataLst>
              <p:tags r:id="rId341"/>
            </p:custDataLst>
          </p:nvPr>
        </p:nvSpPr>
        <p:spPr bwMode="auto">
          <a:xfrm>
            <a:off x="3232150" y="394176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798" name="Freeform 534"/>
          <p:cNvSpPr>
            <a:spLocks/>
          </p:cNvSpPr>
          <p:nvPr>
            <p:custDataLst>
              <p:tags r:id="rId342"/>
            </p:custDataLst>
          </p:nvPr>
        </p:nvSpPr>
        <p:spPr bwMode="auto">
          <a:xfrm>
            <a:off x="6988175" y="3927475"/>
            <a:ext cx="184150" cy="2540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799" name="Freeform 535"/>
          <p:cNvSpPr>
            <a:spLocks/>
          </p:cNvSpPr>
          <p:nvPr>
            <p:custDataLst>
              <p:tags r:id="rId343"/>
            </p:custDataLst>
          </p:nvPr>
        </p:nvSpPr>
        <p:spPr bwMode="auto">
          <a:xfrm>
            <a:off x="7140575" y="3884613"/>
            <a:ext cx="184150" cy="3206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00" name="Freeform 536"/>
          <p:cNvSpPr>
            <a:spLocks/>
          </p:cNvSpPr>
          <p:nvPr>
            <p:custDataLst>
              <p:tags r:id="rId344"/>
            </p:custDataLst>
          </p:nvPr>
        </p:nvSpPr>
        <p:spPr bwMode="auto">
          <a:xfrm>
            <a:off x="7292975" y="3908425"/>
            <a:ext cx="184150" cy="306388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01" name="Freeform 537"/>
          <p:cNvSpPr>
            <a:spLocks/>
          </p:cNvSpPr>
          <p:nvPr>
            <p:custDataLst>
              <p:tags r:id="rId345"/>
            </p:custDataLst>
          </p:nvPr>
        </p:nvSpPr>
        <p:spPr bwMode="auto">
          <a:xfrm>
            <a:off x="7445375" y="3937000"/>
            <a:ext cx="184150" cy="2778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02" name="Freeform 538"/>
          <p:cNvSpPr>
            <a:spLocks/>
          </p:cNvSpPr>
          <p:nvPr>
            <p:custDataLst>
              <p:tags r:id="rId346"/>
            </p:custDataLst>
          </p:nvPr>
        </p:nvSpPr>
        <p:spPr bwMode="auto">
          <a:xfrm>
            <a:off x="7593013" y="3922713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03" name="Freeform 539"/>
          <p:cNvSpPr>
            <a:spLocks/>
          </p:cNvSpPr>
          <p:nvPr>
            <p:custDataLst>
              <p:tags r:id="rId347"/>
            </p:custDataLst>
          </p:nvPr>
        </p:nvSpPr>
        <p:spPr bwMode="auto">
          <a:xfrm>
            <a:off x="7750175" y="3941763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04" name="Freeform 540"/>
          <p:cNvSpPr>
            <a:spLocks/>
          </p:cNvSpPr>
          <p:nvPr>
            <p:custDataLst>
              <p:tags r:id="rId348"/>
            </p:custDataLst>
          </p:nvPr>
        </p:nvSpPr>
        <p:spPr bwMode="auto">
          <a:xfrm>
            <a:off x="7902575" y="3922713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05" name="Oval 541"/>
          <p:cNvSpPr>
            <a:spLocks noChangeArrowheads="1"/>
          </p:cNvSpPr>
          <p:nvPr>
            <p:custDataLst>
              <p:tags r:id="rId349"/>
            </p:custDataLst>
          </p:nvPr>
        </p:nvSpPr>
        <p:spPr bwMode="auto">
          <a:xfrm>
            <a:off x="7046913" y="400843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06" name="Oval 542"/>
          <p:cNvSpPr>
            <a:spLocks noChangeArrowheads="1"/>
          </p:cNvSpPr>
          <p:nvPr>
            <p:custDataLst>
              <p:tags r:id="rId350"/>
            </p:custDataLst>
          </p:nvPr>
        </p:nvSpPr>
        <p:spPr bwMode="auto">
          <a:xfrm>
            <a:off x="7199313" y="396557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07" name="Oval 543"/>
          <p:cNvSpPr>
            <a:spLocks noChangeArrowheads="1"/>
          </p:cNvSpPr>
          <p:nvPr>
            <p:custDataLst>
              <p:tags r:id="rId351"/>
            </p:custDataLst>
          </p:nvPr>
        </p:nvSpPr>
        <p:spPr bwMode="auto">
          <a:xfrm>
            <a:off x="7351713" y="39893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08" name="Oval 544"/>
          <p:cNvSpPr>
            <a:spLocks noChangeArrowheads="1"/>
          </p:cNvSpPr>
          <p:nvPr>
            <p:custDataLst>
              <p:tags r:id="rId352"/>
            </p:custDataLst>
          </p:nvPr>
        </p:nvSpPr>
        <p:spPr bwMode="auto">
          <a:xfrm>
            <a:off x="7504113" y="401796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09" name="Oval 545"/>
          <p:cNvSpPr>
            <a:spLocks noChangeArrowheads="1"/>
          </p:cNvSpPr>
          <p:nvPr>
            <p:custDataLst>
              <p:tags r:id="rId353"/>
            </p:custDataLst>
          </p:nvPr>
        </p:nvSpPr>
        <p:spPr bwMode="auto">
          <a:xfrm>
            <a:off x="7656513" y="402272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10" name="Oval 546"/>
          <p:cNvSpPr>
            <a:spLocks noChangeArrowheads="1"/>
          </p:cNvSpPr>
          <p:nvPr>
            <p:custDataLst>
              <p:tags r:id="rId354"/>
            </p:custDataLst>
          </p:nvPr>
        </p:nvSpPr>
        <p:spPr bwMode="auto">
          <a:xfrm>
            <a:off x="7808913" y="402272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11" name="Oval 547"/>
          <p:cNvSpPr>
            <a:spLocks noChangeArrowheads="1"/>
          </p:cNvSpPr>
          <p:nvPr>
            <p:custDataLst>
              <p:tags r:id="rId355"/>
            </p:custDataLst>
          </p:nvPr>
        </p:nvSpPr>
        <p:spPr bwMode="auto">
          <a:xfrm>
            <a:off x="7961313" y="400367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12" name="Freeform 549"/>
          <p:cNvSpPr>
            <a:spLocks/>
          </p:cNvSpPr>
          <p:nvPr>
            <p:custDataLst>
              <p:tags r:id="rId356"/>
            </p:custDataLst>
          </p:nvPr>
        </p:nvSpPr>
        <p:spPr bwMode="auto">
          <a:xfrm rot="803157">
            <a:off x="6635750" y="1827213"/>
            <a:ext cx="763588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13" name="Freeform 550"/>
          <p:cNvSpPr>
            <a:spLocks/>
          </p:cNvSpPr>
          <p:nvPr>
            <p:custDataLst>
              <p:tags r:id="rId357"/>
            </p:custDataLst>
          </p:nvPr>
        </p:nvSpPr>
        <p:spPr bwMode="auto">
          <a:xfrm rot="1189472">
            <a:off x="7294563" y="1808163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14" name="Oval 551"/>
          <p:cNvSpPr>
            <a:spLocks noChangeArrowheads="1"/>
          </p:cNvSpPr>
          <p:nvPr>
            <p:custDataLst>
              <p:tags r:id="rId358"/>
            </p:custDataLst>
          </p:nvPr>
        </p:nvSpPr>
        <p:spPr bwMode="auto">
          <a:xfrm rot="2184936">
            <a:off x="6653213" y="196850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15" name="Freeform 552"/>
          <p:cNvSpPr>
            <a:spLocks/>
          </p:cNvSpPr>
          <p:nvPr>
            <p:custDataLst>
              <p:tags r:id="rId359"/>
            </p:custDataLst>
          </p:nvPr>
        </p:nvSpPr>
        <p:spPr bwMode="auto">
          <a:xfrm rot="1189472">
            <a:off x="6770688" y="1893888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16" name="Freeform 553"/>
          <p:cNvSpPr>
            <a:spLocks/>
          </p:cNvSpPr>
          <p:nvPr>
            <p:custDataLst>
              <p:tags r:id="rId360"/>
            </p:custDataLst>
          </p:nvPr>
        </p:nvSpPr>
        <p:spPr bwMode="auto">
          <a:xfrm rot="545063">
            <a:off x="7361238" y="1903413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17" name="Freeform 554"/>
          <p:cNvSpPr>
            <a:spLocks/>
          </p:cNvSpPr>
          <p:nvPr>
            <p:custDataLst>
              <p:tags r:id="rId361"/>
            </p:custDataLst>
          </p:nvPr>
        </p:nvSpPr>
        <p:spPr bwMode="auto">
          <a:xfrm rot="376759">
            <a:off x="1903413" y="1836738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18" name="Freeform 555"/>
          <p:cNvSpPr>
            <a:spLocks/>
          </p:cNvSpPr>
          <p:nvPr>
            <p:custDataLst>
              <p:tags r:id="rId362"/>
            </p:custDataLst>
          </p:nvPr>
        </p:nvSpPr>
        <p:spPr bwMode="auto">
          <a:xfrm rot="376759">
            <a:off x="4532313" y="1627188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9881" name="Group 556"/>
          <p:cNvGrpSpPr>
            <a:grpSpLocks/>
          </p:cNvGrpSpPr>
          <p:nvPr>
            <p:custDataLst>
              <p:tags r:id="rId363"/>
            </p:custDataLst>
          </p:nvPr>
        </p:nvGrpSpPr>
        <p:grpSpPr bwMode="auto">
          <a:xfrm>
            <a:off x="3265488" y="1752600"/>
            <a:ext cx="1425575" cy="223838"/>
            <a:chOff x="1680" y="1111"/>
            <a:chExt cx="898" cy="141"/>
          </a:xfrm>
        </p:grpSpPr>
        <p:sp>
          <p:nvSpPr>
            <p:cNvPr id="19932" name="Freeform 557"/>
            <p:cNvSpPr>
              <a:spLocks/>
            </p:cNvSpPr>
            <p:nvPr/>
          </p:nvSpPr>
          <p:spPr bwMode="auto">
            <a:xfrm rot="-373000">
              <a:off x="1957" y="1111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33" name="Freeform 558"/>
            <p:cNvSpPr>
              <a:spLocks/>
            </p:cNvSpPr>
            <p:nvPr/>
          </p:nvSpPr>
          <p:spPr bwMode="auto">
            <a:xfrm rot="-373000">
              <a:off x="1680" y="1174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34" name="Freeform 559"/>
            <p:cNvSpPr>
              <a:spLocks/>
            </p:cNvSpPr>
            <p:nvPr/>
          </p:nvSpPr>
          <p:spPr bwMode="auto">
            <a:xfrm rot="3758">
              <a:off x="2130" y="1115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820" name="Freeform 560"/>
          <p:cNvSpPr>
            <a:spLocks/>
          </p:cNvSpPr>
          <p:nvPr>
            <p:custDataLst>
              <p:tags r:id="rId364"/>
            </p:custDataLst>
          </p:nvPr>
        </p:nvSpPr>
        <p:spPr bwMode="auto">
          <a:xfrm rot="-311696">
            <a:off x="2008188" y="1760538"/>
            <a:ext cx="763587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9882" name="Group 561"/>
          <p:cNvGrpSpPr>
            <a:grpSpLocks/>
          </p:cNvGrpSpPr>
          <p:nvPr>
            <p:custDataLst>
              <p:tags r:id="rId365"/>
            </p:custDataLst>
          </p:nvPr>
        </p:nvGrpSpPr>
        <p:grpSpPr bwMode="auto">
          <a:xfrm>
            <a:off x="5949950" y="1738313"/>
            <a:ext cx="1427163" cy="222250"/>
            <a:chOff x="3371" y="1102"/>
            <a:chExt cx="899" cy="140"/>
          </a:xfrm>
        </p:grpSpPr>
        <p:sp>
          <p:nvSpPr>
            <p:cNvPr id="19929" name="Freeform 562"/>
            <p:cNvSpPr>
              <a:spLocks/>
            </p:cNvSpPr>
            <p:nvPr/>
          </p:nvSpPr>
          <p:spPr bwMode="auto">
            <a:xfrm>
              <a:off x="3654" y="1102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30" name="Freeform 563"/>
            <p:cNvSpPr>
              <a:spLocks/>
            </p:cNvSpPr>
            <p:nvPr/>
          </p:nvSpPr>
          <p:spPr bwMode="auto">
            <a:xfrm>
              <a:off x="3371" y="1140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31" name="Freeform 564"/>
            <p:cNvSpPr>
              <a:spLocks/>
            </p:cNvSpPr>
            <p:nvPr/>
          </p:nvSpPr>
          <p:spPr bwMode="auto">
            <a:xfrm rot="376759">
              <a:off x="3822" y="1128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822" name="Freeform 565"/>
          <p:cNvSpPr>
            <a:spLocks/>
          </p:cNvSpPr>
          <p:nvPr>
            <p:custDataLst>
              <p:tags r:id="rId366"/>
            </p:custDataLst>
          </p:nvPr>
        </p:nvSpPr>
        <p:spPr bwMode="auto">
          <a:xfrm>
            <a:off x="4930775" y="1665288"/>
            <a:ext cx="763588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23" name="Freeform 566"/>
          <p:cNvSpPr>
            <a:spLocks/>
          </p:cNvSpPr>
          <p:nvPr>
            <p:custDataLst>
              <p:tags r:id="rId367"/>
            </p:custDataLst>
          </p:nvPr>
        </p:nvSpPr>
        <p:spPr bwMode="auto">
          <a:xfrm rot="376759">
            <a:off x="5646738" y="1646238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9883" name="Group 567"/>
          <p:cNvGrpSpPr>
            <a:grpSpLocks/>
          </p:cNvGrpSpPr>
          <p:nvPr>
            <p:custDataLst>
              <p:tags r:id="rId368"/>
            </p:custDataLst>
          </p:nvPr>
        </p:nvGrpSpPr>
        <p:grpSpPr bwMode="auto">
          <a:xfrm>
            <a:off x="4616450" y="1665288"/>
            <a:ext cx="1422400" cy="254000"/>
            <a:chOff x="2531" y="1056"/>
            <a:chExt cx="896" cy="160"/>
          </a:xfrm>
        </p:grpSpPr>
        <p:sp>
          <p:nvSpPr>
            <p:cNvPr id="19926" name="Freeform 568"/>
            <p:cNvSpPr>
              <a:spLocks/>
            </p:cNvSpPr>
            <p:nvPr/>
          </p:nvSpPr>
          <p:spPr bwMode="auto">
            <a:xfrm rot="341754">
              <a:off x="2817" y="1056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27" name="Freeform 569"/>
            <p:cNvSpPr>
              <a:spLocks/>
            </p:cNvSpPr>
            <p:nvPr/>
          </p:nvSpPr>
          <p:spPr bwMode="auto">
            <a:xfrm rot="341754">
              <a:off x="2531" y="1071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928" name="Freeform 570"/>
            <p:cNvSpPr>
              <a:spLocks/>
            </p:cNvSpPr>
            <p:nvPr/>
          </p:nvSpPr>
          <p:spPr bwMode="auto">
            <a:xfrm rot="718513">
              <a:off x="2979" y="1102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825" name="Freeform 571"/>
          <p:cNvSpPr>
            <a:spLocks/>
          </p:cNvSpPr>
          <p:nvPr>
            <p:custDataLst>
              <p:tags r:id="rId369"/>
            </p:custDataLst>
          </p:nvPr>
        </p:nvSpPr>
        <p:spPr bwMode="auto">
          <a:xfrm>
            <a:off x="3587750" y="1693863"/>
            <a:ext cx="763588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26" name="Freeform 572"/>
          <p:cNvSpPr>
            <a:spLocks/>
          </p:cNvSpPr>
          <p:nvPr>
            <p:custDataLst>
              <p:tags r:id="rId370"/>
            </p:custDataLst>
          </p:nvPr>
        </p:nvSpPr>
        <p:spPr bwMode="auto">
          <a:xfrm rot="376759">
            <a:off x="4303713" y="1674813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27" name="Freeform 577"/>
          <p:cNvSpPr>
            <a:spLocks/>
          </p:cNvSpPr>
          <p:nvPr>
            <p:custDataLst>
              <p:tags r:id="rId371"/>
            </p:custDataLst>
          </p:nvPr>
        </p:nvSpPr>
        <p:spPr bwMode="auto">
          <a:xfrm rot="-9373407">
            <a:off x="4730750" y="1793875"/>
            <a:ext cx="322263" cy="19526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28" name="Oval 578"/>
          <p:cNvSpPr>
            <a:spLocks noChangeArrowheads="1"/>
          </p:cNvSpPr>
          <p:nvPr>
            <p:custDataLst>
              <p:tags r:id="rId372"/>
            </p:custDataLst>
          </p:nvPr>
        </p:nvSpPr>
        <p:spPr bwMode="auto">
          <a:xfrm rot="1426593">
            <a:off x="4894263" y="1893888"/>
            <a:ext cx="47625" cy="42862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29" name="Freeform 579"/>
          <p:cNvSpPr>
            <a:spLocks/>
          </p:cNvSpPr>
          <p:nvPr>
            <p:custDataLst>
              <p:tags r:id="rId373"/>
            </p:custDataLst>
          </p:nvPr>
        </p:nvSpPr>
        <p:spPr bwMode="auto">
          <a:xfrm rot="-9373407">
            <a:off x="4973638" y="1801813"/>
            <a:ext cx="273050" cy="17621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30" name="Oval 580"/>
          <p:cNvSpPr>
            <a:spLocks noChangeArrowheads="1"/>
          </p:cNvSpPr>
          <p:nvPr>
            <p:custDataLst>
              <p:tags r:id="rId374"/>
            </p:custDataLst>
          </p:nvPr>
        </p:nvSpPr>
        <p:spPr bwMode="auto">
          <a:xfrm rot="1426593">
            <a:off x="5097463" y="1874838"/>
            <a:ext cx="42862" cy="42862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31" name="Freeform 581"/>
          <p:cNvSpPr>
            <a:spLocks/>
          </p:cNvSpPr>
          <p:nvPr>
            <p:custDataLst>
              <p:tags r:id="rId375"/>
            </p:custDataLst>
          </p:nvPr>
        </p:nvSpPr>
        <p:spPr bwMode="auto">
          <a:xfrm rot="1426593">
            <a:off x="5364163" y="1879600"/>
            <a:ext cx="385762" cy="184150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32" name="Oval 582"/>
          <p:cNvSpPr>
            <a:spLocks noChangeArrowheads="1"/>
          </p:cNvSpPr>
          <p:nvPr>
            <p:custDataLst>
              <p:tags r:id="rId376"/>
            </p:custDataLst>
          </p:nvPr>
        </p:nvSpPr>
        <p:spPr bwMode="auto">
          <a:xfrm rot="1426593">
            <a:off x="5543550" y="195262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33" name="Freeform 583"/>
          <p:cNvSpPr>
            <a:spLocks/>
          </p:cNvSpPr>
          <p:nvPr>
            <p:custDataLst>
              <p:tags r:id="rId377"/>
            </p:custDataLst>
          </p:nvPr>
        </p:nvSpPr>
        <p:spPr bwMode="auto">
          <a:xfrm rot="-9373407">
            <a:off x="5875338" y="1849438"/>
            <a:ext cx="269875" cy="20796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34" name="Oval 584"/>
          <p:cNvSpPr>
            <a:spLocks noChangeArrowheads="1"/>
          </p:cNvSpPr>
          <p:nvPr>
            <p:custDataLst>
              <p:tags r:id="rId378"/>
            </p:custDataLst>
          </p:nvPr>
        </p:nvSpPr>
        <p:spPr bwMode="auto">
          <a:xfrm rot="1426593">
            <a:off x="5967413" y="193992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35" name="Freeform 585"/>
          <p:cNvSpPr>
            <a:spLocks/>
          </p:cNvSpPr>
          <p:nvPr>
            <p:custDataLst>
              <p:tags r:id="rId379"/>
            </p:custDataLst>
          </p:nvPr>
        </p:nvSpPr>
        <p:spPr bwMode="auto">
          <a:xfrm rot="376759">
            <a:off x="6084888" y="1865313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36" name="Freeform 586"/>
          <p:cNvSpPr>
            <a:spLocks/>
          </p:cNvSpPr>
          <p:nvPr>
            <p:custDataLst>
              <p:tags r:id="rId380"/>
            </p:custDataLst>
          </p:nvPr>
        </p:nvSpPr>
        <p:spPr bwMode="auto">
          <a:xfrm rot="376759">
            <a:off x="6675438" y="1874838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9884" name="Group 593"/>
          <p:cNvGrpSpPr>
            <a:grpSpLocks/>
          </p:cNvGrpSpPr>
          <p:nvPr>
            <p:custDataLst>
              <p:tags r:id="rId381"/>
            </p:custDataLst>
          </p:nvPr>
        </p:nvGrpSpPr>
        <p:grpSpPr bwMode="auto">
          <a:xfrm>
            <a:off x="2084388" y="4168775"/>
            <a:ext cx="2003425" cy="312738"/>
            <a:chOff x="936" y="2633"/>
            <a:chExt cx="1262" cy="197"/>
          </a:xfrm>
        </p:grpSpPr>
        <p:grpSp>
          <p:nvGrpSpPr>
            <p:cNvPr id="249885" name="Group 594"/>
            <p:cNvGrpSpPr>
              <a:grpSpLocks/>
            </p:cNvGrpSpPr>
            <p:nvPr/>
          </p:nvGrpSpPr>
          <p:grpSpPr bwMode="auto">
            <a:xfrm>
              <a:off x="936" y="2633"/>
              <a:ext cx="1262" cy="197"/>
              <a:chOff x="936" y="2633"/>
              <a:chExt cx="1262" cy="197"/>
            </a:xfrm>
          </p:grpSpPr>
          <p:sp>
            <p:nvSpPr>
              <p:cNvPr id="19922" name="Freeform 595"/>
              <p:cNvSpPr>
                <a:spLocks/>
              </p:cNvSpPr>
              <p:nvPr/>
            </p:nvSpPr>
            <p:spPr bwMode="auto">
              <a:xfrm rot="-263059">
                <a:off x="1552" y="2633"/>
                <a:ext cx="636" cy="90"/>
              </a:xfrm>
              <a:custGeom>
                <a:avLst/>
                <a:gdLst>
                  <a:gd name="T0" fmla="*/ 182 w 559"/>
                  <a:gd name="T1" fmla="*/ 50 h 97"/>
                  <a:gd name="T2" fmla="*/ 571 w 559"/>
                  <a:gd name="T3" fmla="*/ 67 h 97"/>
                  <a:gd name="T4" fmla="*/ 960 w 559"/>
                  <a:gd name="T5" fmla="*/ 62 h 97"/>
                  <a:gd name="T6" fmla="*/ 1030 w 559"/>
                  <a:gd name="T7" fmla="*/ 54 h 97"/>
                  <a:gd name="T8" fmla="*/ 825 w 559"/>
                  <a:gd name="T9" fmla="*/ 14 h 97"/>
                  <a:gd name="T10" fmla="*/ 264 w 559"/>
                  <a:gd name="T11" fmla="*/ 8 h 97"/>
                  <a:gd name="T12" fmla="*/ 0 w 559"/>
                  <a:gd name="T13" fmla="*/ 30 h 97"/>
                  <a:gd name="T14" fmla="*/ 182 w 559"/>
                  <a:gd name="T15" fmla="*/ 50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23" name="Freeform 596"/>
              <p:cNvSpPr>
                <a:spLocks/>
              </p:cNvSpPr>
              <p:nvPr/>
            </p:nvSpPr>
            <p:spPr bwMode="auto">
              <a:xfrm rot="76948">
                <a:off x="1009" y="2733"/>
                <a:ext cx="594" cy="97"/>
              </a:xfrm>
              <a:custGeom>
                <a:avLst/>
                <a:gdLst>
                  <a:gd name="T0" fmla="*/ 162 w 594"/>
                  <a:gd name="T1" fmla="*/ 48 h 97"/>
                  <a:gd name="T2" fmla="*/ 240 w 594"/>
                  <a:gd name="T3" fmla="*/ 66 h 97"/>
                  <a:gd name="T4" fmla="*/ 324 w 594"/>
                  <a:gd name="T5" fmla="*/ 78 h 97"/>
                  <a:gd name="T6" fmla="*/ 594 w 594"/>
                  <a:gd name="T7" fmla="*/ 54 h 97"/>
                  <a:gd name="T8" fmla="*/ 390 w 594"/>
                  <a:gd name="T9" fmla="*/ 12 h 97"/>
                  <a:gd name="T10" fmla="*/ 228 w 594"/>
                  <a:gd name="T11" fmla="*/ 0 h 97"/>
                  <a:gd name="T12" fmla="*/ 36 w 594"/>
                  <a:gd name="T13" fmla="*/ 6 h 97"/>
                  <a:gd name="T14" fmla="*/ 0 w 594"/>
                  <a:gd name="T15" fmla="*/ 30 h 97"/>
                  <a:gd name="T16" fmla="*/ 54 w 594"/>
                  <a:gd name="T17" fmla="*/ 54 h 97"/>
                  <a:gd name="T18" fmla="*/ 72 w 594"/>
                  <a:gd name="T19" fmla="*/ 60 h 97"/>
                  <a:gd name="T20" fmla="*/ 162 w 594"/>
                  <a:gd name="T21" fmla="*/ 48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24" name="Freeform 597"/>
              <p:cNvSpPr>
                <a:spLocks/>
              </p:cNvSpPr>
              <p:nvPr/>
            </p:nvSpPr>
            <p:spPr bwMode="auto">
              <a:xfrm rot="76948">
                <a:off x="936" y="2649"/>
                <a:ext cx="741" cy="126"/>
              </a:xfrm>
              <a:custGeom>
                <a:avLst/>
                <a:gdLst>
                  <a:gd name="T0" fmla="*/ 93 w 741"/>
                  <a:gd name="T1" fmla="*/ 90 h 126"/>
                  <a:gd name="T2" fmla="*/ 711 w 741"/>
                  <a:gd name="T3" fmla="*/ 72 h 126"/>
                  <a:gd name="T4" fmla="*/ 675 w 741"/>
                  <a:gd name="T5" fmla="*/ 0 h 126"/>
                  <a:gd name="T6" fmla="*/ 309 w 741"/>
                  <a:gd name="T7" fmla="*/ 24 h 126"/>
                  <a:gd name="T8" fmla="*/ 45 w 741"/>
                  <a:gd name="T9" fmla="*/ 42 h 126"/>
                  <a:gd name="T10" fmla="*/ 9 w 741"/>
                  <a:gd name="T11" fmla="*/ 48 h 126"/>
                  <a:gd name="T12" fmla="*/ 9 w 741"/>
                  <a:gd name="T13" fmla="*/ 84 h 126"/>
                  <a:gd name="T14" fmla="*/ 93 w 741"/>
                  <a:gd name="T15" fmla="*/ 90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25" name="Freeform 598"/>
              <p:cNvSpPr>
                <a:spLocks/>
              </p:cNvSpPr>
              <p:nvPr/>
            </p:nvSpPr>
            <p:spPr bwMode="auto">
              <a:xfrm rot="76948">
                <a:off x="1454" y="2702"/>
                <a:ext cx="744" cy="126"/>
              </a:xfrm>
              <a:custGeom>
                <a:avLst/>
                <a:gdLst>
                  <a:gd name="T0" fmla="*/ 36 w 744"/>
                  <a:gd name="T1" fmla="*/ 90 h 126"/>
                  <a:gd name="T2" fmla="*/ 108 w 744"/>
                  <a:gd name="T3" fmla="*/ 114 h 126"/>
                  <a:gd name="T4" fmla="*/ 192 w 744"/>
                  <a:gd name="T5" fmla="*/ 126 h 126"/>
                  <a:gd name="T6" fmla="*/ 462 w 744"/>
                  <a:gd name="T7" fmla="*/ 108 h 126"/>
                  <a:gd name="T8" fmla="*/ 708 w 744"/>
                  <a:gd name="T9" fmla="*/ 84 h 126"/>
                  <a:gd name="T10" fmla="*/ 630 w 744"/>
                  <a:gd name="T11" fmla="*/ 0 h 126"/>
                  <a:gd name="T12" fmla="*/ 360 w 744"/>
                  <a:gd name="T13" fmla="*/ 30 h 126"/>
                  <a:gd name="T14" fmla="*/ 36 w 744"/>
                  <a:gd name="T15" fmla="*/ 48 h 126"/>
                  <a:gd name="T16" fmla="*/ 36 w 744"/>
                  <a:gd name="T17" fmla="*/ 90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9918" name="Oval 599"/>
            <p:cNvSpPr>
              <a:spLocks noChangeArrowheads="1"/>
            </p:cNvSpPr>
            <p:nvPr/>
          </p:nvSpPr>
          <p:spPr bwMode="auto">
            <a:xfrm rot="76948">
              <a:off x="1266" y="2689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19" name="Oval 600"/>
            <p:cNvSpPr>
              <a:spLocks noChangeArrowheads="1"/>
            </p:cNvSpPr>
            <p:nvPr/>
          </p:nvSpPr>
          <p:spPr bwMode="auto">
            <a:xfrm rot="76948">
              <a:off x="1267" y="2761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20" name="Oval 601"/>
            <p:cNvSpPr>
              <a:spLocks noChangeArrowheads="1"/>
            </p:cNvSpPr>
            <p:nvPr/>
          </p:nvSpPr>
          <p:spPr bwMode="auto">
            <a:xfrm rot="76948">
              <a:off x="1768" y="2673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21" name="Oval 602"/>
            <p:cNvSpPr>
              <a:spLocks noChangeArrowheads="1"/>
            </p:cNvSpPr>
            <p:nvPr/>
          </p:nvSpPr>
          <p:spPr bwMode="auto">
            <a:xfrm rot="76948">
              <a:off x="1654" y="2769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9886" name="Group 603"/>
          <p:cNvGrpSpPr>
            <a:grpSpLocks/>
          </p:cNvGrpSpPr>
          <p:nvPr>
            <p:custDataLst>
              <p:tags r:id="rId382"/>
            </p:custDataLst>
          </p:nvPr>
        </p:nvGrpSpPr>
        <p:grpSpPr bwMode="auto">
          <a:xfrm>
            <a:off x="3932238" y="4125913"/>
            <a:ext cx="2001837" cy="309562"/>
            <a:chOff x="2100" y="2606"/>
            <a:chExt cx="1261" cy="195"/>
          </a:xfrm>
        </p:grpSpPr>
        <p:grpSp>
          <p:nvGrpSpPr>
            <p:cNvPr id="249887" name="Group 604"/>
            <p:cNvGrpSpPr>
              <a:grpSpLocks/>
            </p:cNvGrpSpPr>
            <p:nvPr/>
          </p:nvGrpSpPr>
          <p:grpSpPr bwMode="auto">
            <a:xfrm>
              <a:off x="2100" y="2606"/>
              <a:ext cx="1261" cy="195"/>
              <a:chOff x="2100" y="2606"/>
              <a:chExt cx="1261" cy="195"/>
            </a:xfrm>
          </p:grpSpPr>
          <p:sp>
            <p:nvSpPr>
              <p:cNvPr id="19913" name="Freeform 605"/>
              <p:cNvSpPr>
                <a:spLocks/>
              </p:cNvSpPr>
              <p:nvPr/>
            </p:nvSpPr>
            <p:spPr bwMode="auto">
              <a:xfrm rot="-231592">
                <a:off x="2716" y="2606"/>
                <a:ext cx="636" cy="90"/>
              </a:xfrm>
              <a:custGeom>
                <a:avLst/>
                <a:gdLst>
                  <a:gd name="T0" fmla="*/ 182 w 559"/>
                  <a:gd name="T1" fmla="*/ 50 h 97"/>
                  <a:gd name="T2" fmla="*/ 571 w 559"/>
                  <a:gd name="T3" fmla="*/ 67 h 97"/>
                  <a:gd name="T4" fmla="*/ 960 w 559"/>
                  <a:gd name="T5" fmla="*/ 62 h 97"/>
                  <a:gd name="T6" fmla="*/ 1030 w 559"/>
                  <a:gd name="T7" fmla="*/ 54 h 97"/>
                  <a:gd name="T8" fmla="*/ 825 w 559"/>
                  <a:gd name="T9" fmla="*/ 14 h 97"/>
                  <a:gd name="T10" fmla="*/ 264 w 559"/>
                  <a:gd name="T11" fmla="*/ 8 h 97"/>
                  <a:gd name="T12" fmla="*/ 0 w 559"/>
                  <a:gd name="T13" fmla="*/ 30 h 97"/>
                  <a:gd name="T14" fmla="*/ 182 w 559"/>
                  <a:gd name="T15" fmla="*/ 50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14" name="Freeform 606"/>
              <p:cNvSpPr>
                <a:spLocks/>
              </p:cNvSpPr>
              <p:nvPr/>
            </p:nvSpPr>
            <p:spPr bwMode="auto">
              <a:xfrm rot="108416">
                <a:off x="2173" y="2700"/>
                <a:ext cx="594" cy="97"/>
              </a:xfrm>
              <a:custGeom>
                <a:avLst/>
                <a:gdLst>
                  <a:gd name="T0" fmla="*/ 162 w 594"/>
                  <a:gd name="T1" fmla="*/ 48 h 97"/>
                  <a:gd name="T2" fmla="*/ 240 w 594"/>
                  <a:gd name="T3" fmla="*/ 66 h 97"/>
                  <a:gd name="T4" fmla="*/ 324 w 594"/>
                  <a:gd name="T5" fmla="*/ 78 h 97"/>
                  <a:gd name="T6" fmla="*/ 594 w 594"/>
                  <a:gd name="T7" fmla="*/ 54 h 97"/>
                  <a:gd name="T8" fmla="*/ 390 w 594"/>
                  <a:gd name="T9" fmla="*/ 12 h 97"/>
                  <a:gd name="T10" fmla="*/ 228 w 594"/>
                  <a:gd name="T11" fmla="*/ 0 h 97"/>
                  <a:gd name="T12" fmla="*/ 36 w 594"/>
                  <a:gd name="T13" fmla="*/ 6 h 97"/>
                  <a:gd name="T14" fmla="*/ 0 w 594"/>
                  <a:gd name="T15" fmla="*/ 30 h 97"/>
                  <a:gd name="T16" fmla="*/ 54 w 594"/>
                  <a:gd name="T17" fmla="*/ 54 h 97"/>
                  <a:gd name="T18" fmla="*/ 72 w 594"/>
                  <a:gd name="T19" fmla="*/ 60 h 97"/>
                  <a:gd name="T20" fmla="*/ 162 w 594"/>
                  <a:gd name="T21" fmla="*/ 48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15" name="Freeform 607"/>
              <p:cNvSpPr>
                <a:spLocks/>
              </p:cNvSpPr>
              <p:nvPr/>
            </p:nvSpPr>
            <p:spPr bwMode="auto">
              <a:xfrm rot="108416">
                <a:off x="2100" y="2616"/>
                <a:ext cx="741" cy="126"/>
              </a:xfrm>
              <a:custGeom>
                <a:avLst/>
                <a:gdLst>
                  <a:gd name="T0" fmla="*/ 93 w 741"/>
                  <a:gd name="T1" fmla="*/ 90 h 126"/>
                  <a:gd name="T2" fmla="*/ 711 w 741"/>
                  <a:gd name="T3" fmla="*/ 72 h 126"/>
                  <a:gd name="T4" fmla="*/ 675 w 741"/>
                  <a:gd name="T5" fmla="*/ 0 h 126"/>
                  <a:gd name="T6" fmla="*/ 309 w 741"/>
                  <a:gd name="T7" fmla="*/ 24 h 126"/>
                  <a:gd name="T8" fmla="*/ 45 w 741"/>
                  <a:gd name="T9" fmla="*/ 42 h 126"/>
                  <a:gd name="T10" fmla="*/ 9 w 741"/>
                  <a:gd name="T11" fmla="*/ 48 h 126"/>
                  <a:gd name="T12" fmla="*/ 9 w 741"/>
                  <a:gd name="T13" fmla="*/ 84 h 126"/>
                  <a:gd name="T14" fmla="*/ 93 w 741"/>
                  <a:gd name="T15" fmla="*/ 90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16" name="Freeform 608"/>
              <p:cNvSpPr>
                <a:spLocks/>
              </p:cNvSpPr>
              <p:nvPr/>
            </p:nvSpPr>
            <p:spPr bwMode="auto">
              <a:xfrm rot="108416">
                <a:off x="2617" y="2675"/>
                <a:ext cx="744" cy="126"/>
              </a:xfrm>
              <a:custGeom>
                <a:avLst/>
                <a:gdLst>
                  <a:gd name="T0" fmla="*/ 36 w 744"/>
                  <a:gd name="T1" fmla="*/ 90 h 126"/>
                  <a:gd name="T2" fmla="*/ 108 w 744"/>
                  <a:gd name="T3" fmla="*/ 114 h 126"/>
                  <a:gd name="T4" fmla="*/ 192 w 744"/>
                  <a:gd name="T5" fmla="*/ 126 h 126"/>
                  <a:gd name="T6" fmla="*/ 462 w 744"/>
                  <a:gd name="T7" fmla="*/ 108 h 126"/>
                  <a:gd name="T8" fmla="*/ 708 w 744"/>
                  <a:gd name="T9" fmla="*/ 84 h 126"/>
                  <a:gd name="T10" fmla="*/ 630 w 744"/>
                  <a:gd name="T11" fmla="*/ 0 h 126"/>
                  <a:gd name="T12" fmla="*/ 360 w 744"/>
                  <a:gd name="T13" fmla="*/ 30 h 126"/>
                  <a:gd name="T14" fmla="*/ 36 w 744"/>
                  <a:gd name="T15" fmla="*/ 48 h 126"/>
                  <a:gd name="T16" fmla="*/ 36 w 744"/>
                  <a:gd name="T17" fmla="*/ 90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9909" name="Oval 609"/>
            <p:cNvSpPr>
              <a:spLocks noChangeArrowheads="1"/>
            </p:cNvSpPr>
            <p:nvPr/>
          </p:nvSpPr>
          <p:spPr bwMode="auto">
            <a:xfrm rot="108416">
              <a:off x="2430" y="2657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10" name="Oval 610"/>
            <p:cNvSpPr>
              <a:spLocks noChangeArrowheads="1"/>
            </p:cNvSpPr>
            <p:nvPr/>
          </p:nvSpPr>
          <p:spPr bwMode="auto">
            <a:xfrm rot="108416">
              <a:off x="2431" y="2729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11" name="Oval 611"/>
            <p:cNvSpPr>
              <a:spLocks noChangeArrowheads="1"/>
            </p:cNvSpPr>
            <p:nvPr/>
          </p:nvSpPr>
          <p:spPr bwMode="auto">
            <a:xfrm rot="108416">
              <a:off x="2932" y="2645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12" name="Oval 612"/>
            <p:cNvSpPr>
              <a:spLocks noChangeArrowheads="1"/>
            </p:cNvSpPr>
            <p:nvPr/>
          </p:nvSpPr>
          <p:spPr bwMode="auto">
            <a:xfrm rot="108416">
              <a:off x="2818" y="2741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268" name="Group 613"/>
          <p:cNvGrpSpPr>
            <a:grpSpLocks/>
          </p:cNvGrpSpPr>
          <p:nvPr>
            <p:custDataLst>
              <p:tags r:id="rId383"/>
            </p:custDataLst>
          </p:nvPr>
        </p:nvGrpSpPr>
        <p:grpSpPr bwMode="auto">
          <a:xfrm>
            <a:off x="3384550" y="4370388"/>
            <a:ext cx="1958975" cy="331787"/>
            <a:chOff x="1755" y="2760"/>
            <a:chExt cx="1234" cy="209"/>
          </a:xfrm>
        </p:grpSpPr>
        <p:grpSp>
          <p:nvGrpSpPr>
            <p:cNvPr id="20269" name="Group 614"/>
            <p:cNvGrpSpPr>
              <a:grpSpLocks/>
            </p:cNvGrpSpPr>
            <p:nvPr/>
          </p:nvGrpSpPr>
          <p:grpSpPr bwMode="auto">
            <a:xfrm>
              <a:off x="1755" y="2760"/>
              <a:ext cx="1234" cy="209"/>
              <a:chOff x="1755" y="2760"/>
              <a:chExt cx="1234" cy="209"/>
            </a:xfrm>
          </p:grpSpPr>
          <p:sp>
            <p:nvSpPr>
              <p:cNvPr id="19904" name="Freeform 615"/>
              <p:cNvSpPr>
                <a:spLocks/>
              </p:cNvSpPr>
              <p:nvPr/>
            </p:nvSpPr>
            <p:spPr bwMode="auto">
              <a:xfrm rot="-231592">
                <a:off x="2343" y="2786"/>
                <a:ext cx="636" cy="84"/>
              </a:xfrm>
              <a:custGeom>
                <a:avLst/>
                <a:gdLst>
                  <a:gd name="T0" fmla="*/ 182 w 559"/>
                  <a:gd name="T1" fmla="*/ 36 h 97"/>
                  <a:gd name="T2" fmla="*/ 571 w 559"/>
                  <a:gd name="T3" fmla="*/ 48 h 97"/>
                  <a:gd name="T4" fmla="*/ 960 w 559"/>
                  <a:gd name="T5" fmla="*/ 44 h 97"/>
                  <a:gd name="T6" fmla="*/ 1030 w 559"/>
                  <a:gd name="T7" fmla="*/ 38 h 97"/>
                  <a:gd name="T8" fmla="*/ 825 w 559"/>
                  <a:gd name="T9" fmla="*/ 9 h 97"/>
                  <a:gd name="T10" fmla="*/ 264 w 559"/>
                  <a:gd name="T11" fmla="*/ 7 h 97"/>
                  <a:gd name="T12" fmla="*/ 0 w 559"/>
                  <a:gd name="T13" fmla="*/ 21 h 97"/>
                  <a:gd name="T14" fmla="*/ 182 w 559"/>
                  <a:gd name="T15" fmla="*/ 36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05" name="Freeform 616"/>
              <p:cNvSpPr>
                <a:spLocks/>
              </p:cNvSpPr>
              <p:nvPr/>
            </p:nvSpPr>
            <p:spPr bwMode="auto">
              <a:xfrm rot="108416">
                <a:off x="1801" y="2880"/>
                <a:ext cx="594" cy="89"/>
              </a:xfrm>
              <a:custGeom>
                <a:avLst/>
                <a:gdLst>
                  <a:gd name="T0" fmla="*/ 162 w 594"/>
                  <a:gd name="T1" fmla="*/ 31 h 97"/>
                  <a:gd name="T2" fmla="*/ 240 w 594"/>
                  <a:gd name="T3" fmla="*/ 43 h 97"/>
                  <a:gd name="T4" fmla="*/ 324 w 594"/>
                  <a:gd name="T5" fmla="*/ 51 h 97"/>
                  <a:gd name="T6" fmla="*/ 594 w 594"/>
                  <a:gd name="T7" fmla="*/ 36 h 97"/>
                  <a:gd name="T8" fmla="*/ 390 w 594"/>
                  <a:gd name="T9" fmla="*/ 7 h 97"/>
                  <a:gd name="T10" fmla="*/ 228 w 594"/>
                  <a:gd name="T11" fmla="*/ 0 h 97"/>
                  <a:gd name="T12" fmla="*/ 36 w 594"/>
                  <a:gd name="T13" fmla="*/ 6 h 97"/>
                  <a:gd name="T14" fmla="*/ 0 w 594"/>
                  <a:gd name="T15" fmla="*/ 20 h 97"/>
                  <a:gd name="T16" fmla="*/ 54 w 594"/>
                  <a:gd name="T17" fmla="*/ 36 h 97"/>
                  <a:gd name="T18" fmla="*/ 72 w 594"/>
                  <a:gd name="T19" fmla="*/ 39 h 97"/>
                  <a:gd name="T20" fmla="*/ 162 w 594"/>
                  <a:gd name="T21" fmla="*/ 31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06" name="Freeform 617"/>
              <p:cNvSpPr>
                <a:spLocks/>
              </p:cNvSpPr>
              <p:nvPr/>
            </p:nvSpPr>
            <p:spPr bwMode="auto">
              <a:xfrm rot="108416">
                <a:off x="1755" y="2760"/>
                <a:ext cx="741" cy="149"/>
              </a:xfrm>
              <a:custGeom>
                <a:avLst/>
                <a:gdLst>
                  <a:gd name="T0" fmla="*/ 93 w 741"/>
                  <a:gd name="T1" fmla="*/ 207 h 126"/>
                  <a:gd name="T2" fmla="*/ 711 w 741"/>
                  <a:gd name="T3" fmla="*/ 167 h 126"/>
                  <a:gd name="T4" fmla="*/ 675 w 741"/>
                  <a:gd name="T5" fmla="*/ 0 h 126"/>
                  <a:gd name="T6" fmla="*/ 309 w 741"/>
                  <a:gd name="T7" fmla="*/ 54 h 126"/>
                  <a:gd name="T8" fmla="*/ 45 w 741"/>
                  <a:gd name="T9" fmla="*/ 98 h 126"/>
                  <a:gd name="T10" fmla="*/ 9 w 741"/>
                  <a:gd name="T11" fmla="*/ 110 h 126"/>
                  <a:gd name="T12" fmla="*/ 9 w 741"/>
                  <a:gd name="T13" fmla="*/ 193 h 126"/>
                  <a:gd name="T14" fmla="*/ 93 w 741"/>
                  <a:gd name="T15" fmla="*/ 207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907" name="Freeform 618"/>
              <p:cNvSpPr>
                <a:spLocks/>
              </p:cNvSpPr>
              <p:nvPr/>
            </p:nvSpPr>
            <p:spPr bwMode="auto">
              <a:xfrm rot="108416">
                <a:off x="2245" y="2846"/>
                <a:ext cx="744" cy="116"/>
              </a:xfrm>
              <a:custGeom>
                <a:avLst/>
                <a:gdLst>
                  <a:gd name="T0" fmla="*/ 36 w 744"/>
                  <a:gd name="T1" fmla="*/ 59 h 126"/>
                  <a:gd name="T2" fmla="*/ 108 w 744"/>
                  <a:gd name="T3" fmla="*/ 75 h 126"/>
                  <a:gd name="T4" fmla="*/ 192 w 744"/>
                  <a:gd name="T5" fmla="*/ 84 h 126"/>
                  <a:gd name="T6" fmla="*/ 462 w 744"/>
                  <a:gd name="T7" fmla="*/ 71 h 126"/>
                  <a:gd name="T8" fmla="*/ 708 w 744"/>
                  <a:gd name="T9" fmla="*/ 55 h 126"/>
                  <a:gd name="T10" fmla="*/ 630 w 744"/>
                  <a:gd name="T11" fmla="*/ 0 h 126"/>
                  <a:gd name="T12" fmla="*/ 360 w 744"/>
                  <a:gd name="T13" fmla="*/ 20 h 126"/>
                  <a:gd name="T14" fmla="*/ 36 w 744"/>
                  <a:gd name="T15" fmla="*/ 32 h 126"/>
                  <a:gd name="T16" fmla="*/ 36 w 744"/>
                  <a:gd name="T17" fmla="*/ 59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9900" name="Oval 619"/>
            <p:cNvSpPr>
              <a:spLocks noChangeArrowheads="1"/>
            </p:cNvSpPr>
            <p:nvPr/>
          </p:nvSpPr>
          <p:spPr bwMode="auto">
            <a:xfrm rot="108416">
              <a:off x="2058" y="2837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01" name="Oval 620"/>
            <p:cNvSpPr>
              <a:spLocks noChangeArrowheads="1"/>
            </p:cNvSpPr>
            <p:nvPr/>
          </p:nvSpPr>
          <p:spPr bwMode="auto">
            <a:xfrm rot="108416">
              <a:off x="2059" y="2909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02" name="Oval 621"/>
            <p:cNvSpPr>
              <a:spLocks noChangeArrowheads="1"/>
            </p:cNvSpPr>
            <p:nvPr/>
          </p:nvSpPr>
          <p:spPr bwMode="auto">
            <a:xfrm rot="108416">
              <a:off x="2560" y="2825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903" name="Oval 622"/>
            <p:cNvSpPr>
              <a:spLocks noChangeArrowheads="1"/>
            </p:cNvSpPr>
            <p:nvPr/>
          </p:nvSpPr>
          <p:spPr bwMode="auto">
            <a:xfrm rot="108416">
              <a:off x="2446" y="2909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270" name="Group 623"/>
          <p:cNvGrpSpPr>
            <a:grpSpLocks/>
          </p:cNvGrpSpPr>
          <p:nvPr>
            <p:custDataLst>
              <p:tags r:id="rId384"/>
            </p:custDataLst>
          </p:nvPr>
        </p:nvGrpSpPr>
        <p:grpSpPr bwMode="auto">
          <a:xfrm>
            <a:off x="5818188" y="4097338"/>
            <a:ext cx="1739900" cy="368300"/>
            <a:chOff x="3288" y="2588"/>
            <a:chExt cx="1096" cy="232"/>
          </a:xfrm>
        </p:grpSpPr>
        <p:grpSp>
          <p:nvGrpSpPr>
            <p:cNvPr id="20271" name="Group 624"/>
            <p:cNvGrpSpPr>
              <a:grpSpLocks/>
            </p:cNvGrpSpPr>
            <p:nvPr/>
          </p:nvGrpSpPr>
          <p:grpSpPr bwMode="auto">
            <a:xfrm>
              <a:off x="3288" y="2588"/>
              <a:ext cx="1096" cy="232"/>
              <a:chOff x="3288" y="2588"/>
              <a:chExt cx="1096" cy="232"/>
            </a:xfrm>
          </p:grpSpPr>
          <p:sp>
            <p:nvSpPr>
              <p:cNvPr id="19895" name="Freeform 625"/>
              <p:cNvSpPr>
                <a:spLocks/>
              </p:cNvSpPr>
              <p:nvPr/>
            </p:nvSpPr>
            <p:spPr bwMode="auto">
              <a:xfrm rot="146629">
                <a:off x="3827" y="2630"/>
                <a:ext cx="557" cy="90"/>
              </a:xfrm>
              <a:custGeom>
                <a:avLst/>
                <a:gdLst>
                  <a:gd name="T0" fmla="*/ 96 w 559"/>
                  <a:gd name="T1" fmla="*/ 50 h 97"/>
                  <a:gd name="T2" fmla="*/ 295 w 559"/>
                  <a:gd name="T3" fmla="*/ 67 h 97"/>
                  <a:gd name="T4" fmla="*/ 494 w 559"/>
                  <a:gd name="T5" fmla="*/ 62 h 97"/>
                  <a:gd name="T6" fmla="*/ 530 w 559"/>
                  <a:gd name="T7" fmla="*/ 54 h 97"/>
                  <a:gd name="T8" fmla="*/ 422 w 559"/>
                  <a:gd name="T9" fmla="*/ 14 h 97"/>
                  <a:gd name="T10" fmla="*/ 138 w 559"/>
                  <a:gd name="T11" fmla="*/ 8 h 97"/>
                  <a:gd name="T12" fmla="*/ 0 w 559"/>
                  <a:gd name="T13" fmla="*/ 30 h 97"/>
                  <a:gd name="T14" fmla="*/ 96 w 559"/>
                  <a:gd name="T15" fmla="*/ 50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896" name="Freeform 626"/>
              <p:cNvSpPr>
                <a:spLocks/>
              </p:cNvSpPr>
              <p:nvPr/>
            </p:nvSpPr>
            <p:spPr bwMode="auto">
              <a:xfrm rot="486637">
                <a:off x="3344" y="2672"/>
                <a:ext cx="519" cy="97"/>
              </a:xfrm>
              <a:custGeom>
                <a:avLst/>
                <a:gdLst>
                  <a:gd name="T0" fmla="*/ 82 w 594"/>
                  <a:gd name="T1" fmla="*/ 48 h 97"/>
                  <a:gd name="T2" fmla="*/ 122 w 594"/>
                  <a:gd name="T3" fmla="*/ 66 h 97"/>
                  <a:gd name="T4" fmla="*/ 165 w 594"/>
                  <a:gd name="T5" fmla="*/ 78 h 97"/>
                  <a:gd name="T6" fmla="*/ 302 w 594"/>
                  <a:gd name="T7" fmla="*/ 54 h 97"/>
                  <a:gd name="T8" fmla="*/ 198 w 594"/>
                  <a:gd name="T9" fmla="*/ 12 h 97"/>
                  <a:gd name="T10" fmla="*/ 116 w 594"/>
                  <a:gd name="T11" fmla="*/ 0 h 97"/>
                  <a:gd name="T12" fmla="*/ 18 w 594"/>
                  <a:gd name="T13" fmla="*/ 6 h 97"/>
                  <a:gd name="T14" fmla="*/ 0 w 594"/>
                  <a:gd name="T15" fmla="*/ 30 h 97"/>
                  <a:gd name="T16" fmla="*/ 27 w 594"/>
                  <a:gd name="T17" fmla="*/ 54 h 97"/>
                  <a:gd name="T18" fmla="*/ 37 w 594"/>
                  <a:gd name="T19" fmla="*/ 60 h 97"/>
                  <a:gd name="T20" fmla="*/ 82 w 594"/>
                  <a:gd name="T21" fmla="*/ 48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897" name="Freeform 627"/>
              <p:cNvSpPr>
                <a:spLocks/>
              </p:cNvSpPr>
              <p:nvPr/>
            </p:nvSpPr>
            <p:spPr bwMode="auto">
              <a:xfrm rot="486637">
                <a:off x="3288" y="2588"/>
                <a:ext cx="648" cy="126"/>
              </a:xfrm>
              <a:custGeom>
                <a:avLst/>
                <a:gdLst>
                  <a:gd name="T0" fmla="*/ 47 w 741"/>
                  <a:gd name="T1" fmla="*/ 90 h 126"/>
                  <a:gd name="T2" fmla="*/ 364 w 741"/>
                  <a:gd name="T3" fmla="*/ 72 h 126"/>
                  <a:gd name="T4" fmla="*/ 345 w 741"/>
                  <a:gd name="T5" fmla="*/ 0 h 126"/>
                  <a:gd name="T6" fmla="*/ 157 w 741"/>
                  <a:gd name="T7" fmla="*/ 24 h 126"/>
                  <a:gd name="T8" fmla="*/ 23 w 741"/>
                  <a:gd name="T9" fmla="*/ 42 h 126"/>
                  <a:gd name="T10" fmla="*/ 4 w 741"/>
                  <a:gd name="T11" fmla="*/ 48 h 126"/>
                  <a:gd name="T12" fmla="*/ 4 w 741"/>
                  <a:gd name="T13" fmla="*/ 84 h 126"/>
                  <a:gd name="T14" fmla="*/ 47 w 741"/>
                  <a:gd name="T15" fmla="*/ 90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898" name="Freeform 628"/>
              <p:cNvSpPr>
                <a:spLocks/>
              </p:cNvSpPr>
              <p:nvPr/>
            </p:nvSpPr>
            <p:spPr bwMode="auto">
              <a:xfrm rot="486637">
                <a:off x="3731" y="2694"/>
                <a:ext cx="651" cy="126"/>
              </a:xfrm>
              <a:custGeom>
                <a:avLst/>
                <a:gdLst>
                  <a:gd name="T0" fmla="*/ 18 w 744"/>
                  <a:gd name="T1" fmla="*/ 90 h 126"/>
                  <a:gd name="T2" fmla="*/ 56 w 744"/>
                  <a:gd name="T3" fmla="*/ 114 h 126"/>
                  <a:gd name="T4" fmla="*/ 99 w 744"/>
                  <a:gd name="T5" fmla="*/ 126 h 126"/>
                  <a:gd name="T6" fmla="*/ 237 w 744"/>
                  <a:gd name="T7" fmla="*/ 108 h 126"/>
                  <a:gd name="T8" fmla="*/ 364 w 744"/>
                  <a:gd name="T9" fmla="*/ 84 h 126"/>
                  <a:gd name="T10" fmla="*/ 323 w 744"/>
                  <a:gd name="T11" fmla="*/ 0 h 126"/>
                  <a:gd name="T12" fmla="*/ 185 w 744"/>
                  <a:gd name="T13" fmla="*/ 30 h 126"/>
                  <a:gd name="T14" fmla="*/ 18 w 744"/>
                  <a:gd name="T15" fmla="*/ 48 h 126"/>
                  <a:gd name="T16" fmla="*/ 18 w 744"/>
                  <a:gd name="T17" fmla="*/ 90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9891" name="Oval 629"/>
            <p:cNvSpPr>
              <a:spLocks noChangeArrowheads="1"/>
            </p:cNvSpPr>
            <p:nvPr/>
          </p:nvSpPr>
          <p:spPr bwMode="auto">
            <a:xfrm rot="486637">
              <a:off x="3578" y="2632"/>
              <a:ext cx="13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892" name="Oval 630"/>
            <p:cNvSpPr>
              <a:spLocks noChangeArrowheads="1"/>
            </p:cNvSpPr>
            <p:nvPr/>
          </p:nvSpPr>
          <p:spPr bwMode="auto">
            <a:xfrm rot="486637">
              <a:off x="3570" y="2704"/>
              <a:ext cx="13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893" name="Oval 631"/>
            <p:cNvSpPr>
              <a:spLocks noChangeArrowheads="1"/>
            </p:cNvSpPr>
            <p:nvPr/>
          </p:nvSpPr>
          <p:spPr bwMode="auto">
            <a:xfrm rot="486637">
              <a:off x="4015" y="2667"/>
              <a:ext cx="13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894" name="Oval 632"/>
            <p:cNvSpPr>
              <a:spLocks noChangeArrowheads="1"/>
            </p:cNvSpPr>
            <p:nvPr/>
          </p:nvSpPr>
          <p:spPr bwMode="auto">
            <a:xfrm rot="486637">
              <a:off x="3905" y="2752"/>
              <a:ext cx="13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292" name="Group 633"/>
          <p:cNvGrpSpPr>
            <a:grpSpLocks/>
          </p:cNvGrpSpPr>
          <p:nvPr>
            <p:custDataLst>
              <p:tags r:id="rId385"/>
            </p:custDataLst>
          </p:nvPr>
        </p:nvGrpSpPr>
        <p:grpSpPr bwMode="auto">
          <a:xfrm>
            <a:off x="5229225" y="4440238"/>
            <a:ext cx="2008188" cy="371475"/>
            <a:chOff x="2917" y="2804"/>
            <a:chExt cx="1265" cy="234"/>
          </a:xfrm>
        </p:grpSpPr>
        <p:grpSp>
          <p:nvGrpSpPr>
            <p:cNvPr id="20332" name="Group 634"/>
            <p:cNvGrpSpPr>
              <a:grpSpLocks/>
            </p:cNvGrpSpPr>
            <p:nvPr/>
          </p:nvGrpSpPr>
          <p:grpSpPr bwMode="auto">
            <a:xfrm>
              <a:off x="2917" y="2804"/>
              <a:ext cx="1265" cy="234"/>
              <a:chOff x="2917" y="2804"/>
              <a:chExt cx="1265" cy="234"/>
            </a:xfrm>
          </p:grpSpPr>
          <p:sp>
            <p:nvSpPr>
              <p:cNvPr id="19886" name="Freeform 635"/>
              <p:cNvSpPr>
                <a:spLocks/>
              </p:cNvSpPr>
              <p:nvPr/>
            </p:nvSpPr>
            <p:spPr bwMode="auto">
              <a:xfrm rot="545957" flipH="1">
                <a:off x="2935" y="2804"/>
                <a:ext cx="636" cy="83"/>
              </a:xfrm>
              <a:custGeom>
                <a:avLst/>
                <a:gdLst>
                  <a:gd name="T0" fmla="*/ 182 w 559"/>
                  <a:gd name="T1" fmla="*/ 33 h 97"/>
                  <a:gd name="T2" fmla="*/ 571 w 559"/>
                  <a:gd name="T3" fmla="*/ 44 h 97"/>
                  <a:gd name="T4" fmla="*/ 960 w 559"/>
                  <a:gd name="T5" fmla="*/ 42 h 97"/>
                  <a:gd name="T6" fmla="*/ 1030 w 559"/>
                  <a:gd name="T7" fmla="*/ 37 h 97"/>
                  <a:gd name="T8" fmla="*/ 825 w 559"/>
                  <a:gd name="T9" fmla="*/ 9 h 97"/>
                  <a:gd name="T10" fmla="*/ 264 w 559"/>
                  <a:gd name="T11" fmla="*/ 6 h 97"/>
                  <a:gd name="T12" fmla="*/ 0 w 559"/>
                  <a:gd name="T13" fmla="*/ 20 h 97"/>
                  <a:gd name="T14" fmla="*/ 182 w 559"/>
                  <a:gd name="T15" fmla="*/ 33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887" name="Freeform 636"/>
              <p:cNvSpPr>
                <a:spLocks/>
              </p:cNvSpPr>
              <p:nvPr/>
            </p:nvSpPr>
            <p:spPr bwMode="auto">
              <a:xfrm rot="205950" flipH="1">
                <a:off x="3509" y="2949"/>
                <a:ext cx="594" cy="89"/>
              </a:xfrm>
              <a:custGeom>
                <a:avLst/>
                <a:gdLst>
                  <a:gd name="T0" fmla="*/ 162 w 594"/>
                  <a:gd name="T1" fmla="*/ 31 h 97"/>
                  <a:gd name="T2" fmla="*/ 240 w 594"/>
                  <a:gd name="T3" fmla="*/ 43 h 97"/>
                  <a:gd name="T4" fmla="*/ 324 w 594"/>
                  <a:gd name="T5" fmla="*/ 51 h 97"/>
                  <a:gd name="T6" fmla="*/ 594 w 594"/>
                  <a:gd name="T7" fmla="*/ 36 h 97"/>
                  <a:gd name="T8" fmla="*/ 390 w 594"/>
                  <a:gd name="T9" fmla="*/ 7 h 97"/>
                  <a:gd name="T10" fmla="*/ 228 w 594"/>
                  <a:gd name="T11" fmla="*/ 0 h 97"/>
                  <a:gd name="T12" fmla="*/ 36 w 594"/>
                  <a:gd name="T13" fmla="*/ 6 h 97"/>
                  <a:gd name="T14" fmla="*/ 0 w 594"/>
                  <a:gd name="T15" fmla="*/ 20 h 97"/>
                  <a:gd name="T16" fmla="*/ 54 w 594"/>
                  <a:gd name="T17" fmla="*/ 36 h 97"/>
                  <a:gd name="T18" fmla="*/ 72 w 594"/>
                  <a:gd name="T19" fmla="*/ 39 h 97"/>
                  <a:gd name="T20" fmla="*/ 162 w 594"/>
                  <a:gd name="T21" fmla="*/ 31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888" name="Freeform 637"/>
              <p:cNvSpPr>
                <a:spLocks/>
              </p:cNvSpPr>
              <p:nvPr/>
            </p:nvSpPr>
            <p:spPr bwMode="auto">
              <a:xfrm rot="205950" flipH="1">
                <a:off x="3441" y="2865"/>
                <a:ext cx="741" cy="116"/>
              </a:xfrm>
              <a:custGeom>
                <a:avLst/>
                <a:gdLst>
                  <a:gd name="T0" fmla="*/ 93 w 741"/>
                  <a:gd name="T1" fmla="*/ 59 h 126"/>
                  <a:gd name="T2" fmla="*/ 711 w 741"/>
                  <a:gd name="T3" fmla="*/ 48 h 126"/>
                  <a:gd name="T4" fmla="*/ 675 w 741"/>
                  <a:gd name="T5" fmla="*/ 0 h 126"/>
                  <a:gd name="T6" fmla="*/ 309 w 741"/>
                  <a:gd name="T7" fmla="*/ 16 h 126"/>
                  <a:gd name="T8" fmla="*/ 45 w 741"/>
                  <a:gd name="T9" fmla="*/ 28 h 126"/>
                  <a:gd name="T10" fmla="*/ 9 w 741"/>
                  <a:gd name="T11" fmla="*/ 32 h 126"/>
                  <a:gd name="T12" fmla="*/ 9 w 741"/>
                  <a:gd name="T13" fmla="*/ 55 h 126"/>
                  <a:gd name="T14" fmla="*/ 93 w 741"/>
                  <a:gd name="T15" fmla="*/ 59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889" name="Freeform 638"/>
              <p:cNvSpPr>
                <a:spLocks/>
              </p:cNvSpPr>
              <p:nvPr/>
            </p:nvSpPr>
            <p:spPr bwMode="auto">
              <a:xfrm rot="205950" flipH="1">
                <a:off x="2917" y="2876"/>
                <a:ext cx="744" cy="116"/>
              </a:xfrm>
              <a:custGeom>
                <a:avLst/>
                <a:gdLst>
                  <a:gd name="T0" fmla="*/ 36 w 744"/>
                  <a:gd name="T1" fmla="*/ 59 h 126"/>
                  <a:gd name="T2" fmla="*/ 108 w 744"/>
                  <a:gd name="T3" fmla="*/ 75 h 126"/>
                  <a:gd name="T4" fmla="*/ 192 w 744"/>
                  <a:gd name="T5" fmla="*/ 84 h 126"/>
                  <a:gd name="T6" fmla="*/ 462 w 744"/>
                  <a:gd name="T7" fmla="*/ 71 h 126"/>
                  <a:gd name="T8" fmla="*/ 708 w 744"/>
                  <a:gd name="T9" fmla="*/ 55 h 126"/>
                  <a:gd name="T10" fmla="*/ 630 w 744"/>
                  <a:gd name="T11" fmla="*/ 0 h 126"/>
                  <a:gd name="T12" fmla="*/ 360 w 744"/>
                  <a:gd name="T13" fmla="*/ 20 h 126"/>
                  <a:gd name="T14" fmla="*/ 36 w 744"/>
                  <a:gd name="T15" fmla="*/ 32 h 126"/>
                  <a:gd name="T16" fmla="*/ 36 w 744"/>
                  <a:gd name="T17" fmla="*/ 59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9882" name="Oval 639"/>
            <p:cNvSpPr>
              <a:spLocks noChangeArrowheads="1"/>
            </p:cNvSpPr>
            <p:nvPr/>
          </p:nvSpPr>
          <p:spPr bwMode="auto">
            <a:xfrm rot="205950" flipH="1">
              <a:off x="3694" y="2902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883" name="Oval 640"/>
            <p:cNvSpPr>
              <a:spLocks noChangeArrowheads="1"/>
            </p:cNvSpPr>
            <p:nvPr/>
          </p:nvSpPr>
          <p:spPr bwMode="auto">
            <a:xfrm rot="205950" flipH="1">
              <a:off x="3686" y="2974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884" name="Oval 641"/>
            <p:cNvSpPr>
              <a:spLocks noChangeArrowheads="1"/>
            </p:cNvSpPr>
            <p:nvPr/>
          </p:nvSpPr>
          <p:spPr bwMode="auto">
            <a:xfrm rot="205950" flipH="1">
              <a:off x="3195" y="2845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9885" name="Oval 642"/>
            <p:cNvSpPr>
              <a:spLocks noChangeArrowheads="1"/>
            </p:cNvSpPr>
            <p:nvPr/>
          </p:nvSpPr>
          <p:spPr bwMode="auto">
            <a:xfrm rot="205950" flipH="1">
              <a:off x="3300" y="2950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333" name="Group 643"/>
          <p:cNvGrpSpPr>
            <a:grpSpLocks/>
          </p:cNvGrpSpPr>
          <p:nvPr>
            <p:custDataLst>
              <p:tags r:id="rId386"/>
            </p:custDataLst>
          </p:nvPr>
        </p:nvGrpSpPr>
        <p:grpSpPr bwMode="auto">
          <a:xfrm>
            <a:off x="4314825" y="4654550"/>
            <a:ext cx="1181100" cy="185738"/>
            <a:chOff x="2341" y="2939"/>
            <a:chExt cx="744" cy="117"/>
          </a:xfrm>
        </p:grpSpPr>
        <p:sp>
          <p:nvSpPr>
            <p:cNvPr id="19879" name="Freeform 644"/>
            <p:cNvSpPr>
              <a:spLocks/>
            </p:cNvSpPr>
            <p:nvPr/>
          </p:nvSpPr>
          <p:spPr bwMode="auto">
            <a:xfrm rot="108416">
              <a:off x="2341" y="2939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880" name="Oval 645"/>
            <p:cNvSpPr>
              <a:spLocks noChangeArrowheads="1"/>
            </p:cNvSpPr>
            <p:nvPr/>
          </p:nvSpPr>
          <p:spPr bwMode="auto">
            <a:xfrm rot="108416">
              <a:off x="2542" y="3000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843" name="Oval 646"/>
          <p:cNvSpPr>
            <a:spLocks noChangeArrowheads="1"/>
          </p:cNvSpPr>
          <p:nvPr>
            <p:custDataLst>
              <p:tags r:id="rId387"/>
            </p:custDataLst>
          </p:nvPr>
        </p:nvSpPr>
        <p:spPr bwMode="auto">
          <a:xfrm rot="108416">
            <a:off x="7610475" y="4264025"/>
            <a:ext cx="193675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0334" name="Group 647"/>
          <p:cNvGrpSpPr>
            <a:grpSpLocks/>
          </p:cNvGrpSpPr>
          <p:nvPr>
            <p:custDataLst>
              <p:tags r:id="rId388"/>
            </p:custDataLst>
          </p:nvPr>
        </p:nvGrpSpPr>
        <p:grpSpPr bwMode="auto">
          <a:xfrm>
            <a:off x="5414963" y="4692650"/>
            <a:ext cx="1181100" cy="184150"/>
            <a:chOff x="3034" y="2963"/>
            <a:chExt cx="744" cy="116"/>
          </a:xfrm>
        </p:grpSpPr>
        <p:sp>
          <p:nvSpPr>
            <p:cNvPr id="19877" name="Freeform 648"/>
            <p:cNvSpPr>
              <a:spLocks/>
            </p:cNvSpPr>
            <p:nvPr/>
          </p:nvSpPr>
          <p:spPr bwMode="auto">
            <a:xfrm rot="435797">
              <a:off x="3034" y="2963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878" name="Oval 649"/>
            <p:cNvSpPr>
              <a:spLocks noChangeArrowheads="1"/>
            </p:cNvSpPr>
            <p:nvPr/>
          </p:nvSpPr>
          <p:spPr bwMode="auto">
            <a:xfrm rot="435797">
              <a:off x="3233" y="3015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335" name="Group 650"/>
          <p:cNvGrpSpPr>
            <a:grpSpLocks/>
          </p:cNvGrpSpPr>
          <p:nvPr>
            <p:custDataLst>
              <p:tags r:id="rId389"/>
            </p:custDataLst>
          </p:nvPr>
        </p:nvGrpSpPr>
        <p:grpSpPr bwMode="auto">
          <a:xfrm>
            <a:off x="3286125" y="4630738"/>
            <a:ext cx="1181100" cy="184150"/>
            <a:chOff x="1693" y="2924"/>
            <a:chExt cx="744" cy="116"/>
          </a:xfrm>
        </p:grpSpPr>
        <p:sp>
          <p:nvSpPr>
            <p:cNvPr id="19875" name="Freeform 651"/>
            <p:cNvSpPr>
              <a:spLocks/>
            </p:cNvSpPr>
            <p:nvPr/>
          </p:nvSpPr>
          <p:spPr bwMode="auto">
            <a:xfrm rot="435797">
              <a:off x="1693" y="292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876" name="Oval 652"/>
            <p:cNvSpPr>
              <a:spLocks noChangeArrowheads="1"/>
            </p:cNvSpPr>
            <p:nvPr/>
          </p:nvSpPr>
          <p:spPr bwMode="auto">
            <a:xfrm rot="435797">
              <a:off x="1892" y="297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336" name="Group 653"/>
          <p:cNvGrpSpPr>
            <a:grpSpLocks/>
          </p:cNvGrpSpPr>
          <p:nvPr>
            <p:custDataLst>
              <p:tags r:id="rId390"/>
            </p:custDataLst>
          </p:nvPr>
        </p:nvGrpSpPr>
        <p:grpSpPr bwMode="auto">
          <a:xfrm>
            <a:off x="7305675" y="4291013"/>
            <a:ext cx="973138" cy="139700"/>
            <a:chOff x="4225" y="2710"/>
            <a:chExt cx="613" cy="88"/>
          </a:xfrm>
        </p:grpSpPr>
        <p:sp>
          <p:nvSpPr>
            <p:cNvPr id="19873" name="Freeform 654"/>
            <p:cNvSpPr>
              <a:spLocks/>
            </p:cNvSpPr>
            <p:nvPr/>
          </p:nvSpPr>
          <p:spPr bwMode="auto">
            <a:xfrm rot="435797">
              <a:off x="4225" y="2710"/>
              <a:ext cx="613" cy="88"/>
            </a:xfrm>
            <a:custGeom>
              <a:avLst/>
              <a:gdLst>
                <a:gd name="T0" fmla="*/ 14 w 744"/>
                <a:gd name="T1" fmla="*/ 15 h 126"/>
                <a:gd name="T2" fmla="*/ 40 w 744"/>
                <a:gd name="T3" fmla="*/ 19 h 126"/>
                <a:gd name="T4" fmla="*/ 73 w 744"/>
                <a:gd name="T5" fmla="*/ 21 h 126"/>
                <a:gd name="T6" fmla="*/ 175 w 744"/>
                <a:gd name="T7" fmla="*/ 17 h 126"/>
                <a:gd name="T8" fmla="*/ 268 w 744"/>
                <a:gd name="T9" fmla="*/ 14 h 126"/>
                <a:gd name="T10" fmla="*/ 240 w 744"/>
                <a:gd name="T11" fmla="*/ 0 h 126"/>
                <a:gd name="T12" fmla="*/ 137 w 744"/>
                <a:gd name="T13" fmla="*/ 5 h 126"/>
                <a:gd name="T14" fmla="*/ 14 w 744"/>
                <a:gd name="T15" fmla="*/ 8 h 126"/>
                <a:gd name="T16" fmla="*/ 14 w 744"/>
                <a:gd name="T17" fmla="*/ 15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874" name="Oval 655"/>
            <p:cNvSpPr>
              <a:spLocks noChangeArrowheads="1"/>
            </p:cNvSpPr>
            <p:nvPr/>
          </p:nvSpPr>
          <p:spPr bwMode="auto">
            <a:xfrm rot="435797">
              <a:off x="4466" y="2747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337" name="Group 656"/>
          <p:cNvGrpSpPr>
            <a:grpSpLocks/>
          </p:cNvGrpSpPr>
          <p:nvPr>
            <p:custDataLst>
              <p:tags r:id="rId391"/>
            </p:custDataLst>
          </p:nvPr>
        </p:nvGrpSpPr>
        <p:grpSpPr bwMode="auto">
          <a:xfrm>
            <a:off x="3290888" y="4930775"/>
            <a:ext cx="1181100" cy="184150"/>
            <a:chOff x="1696" y="3113"/>
            <a:chExt cx="744" cy="116"/>
          </a:xfrm>
        </p:grpSpPr>
        <p:sp>
          <p:nvSpPr>
            <p:cNvPr id="19871" name="Freeform 657"/>
            <p:cNvSpPr>
              <a:spLocks/>
            </p:cNvSpPr>
            <p:nvPr/>
          </p:nvSpPr>
          <p:spPr bwMode="auto">
            <a:xfrm rot="-31921">
              <a:off x="1696" y="3113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872" name="Oval 658"/>
            <p:cNvSpPr>
              <a:spLocks noChangeArrowheads="1"/>
            </p:cNvSpPr>
            <p:nvPr/>
          </p:nvSpPr>
          <p:spPr bwMode="auto">
            <a:xfrm rot="-31921">
              <a:off x="1897" y="3177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9848" name="AutoShape 671"/>
          <p:cNvSpPr>
            <a:spLocks/>
          </p:cNvSpPr>
          <p:nvPr>
            <p:custDataLst>
              <p:tags r:id="rId392"/>
            </p:custDataLst>
          </p:nvPr>
        </p:nvSpPr>
        <p:spPr bwMode="auto">
          <a:xfrm>
            <a:off x="1641475" y="4227513"/>
            <a:ext cx="355600" cy="1495425"/>
          </a:xfrm>
          <a:prstGeom prst="leftBrace">
            <a:avLst>
              <a:gd name="adj1" fmla="val 3504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49" name="Freeform 692"/>
          <p:cNvSpPr>
            <a:spLocks/>
          </p:cNvSpPr>
          <p:nvPr>
            <p:custDataLst>
              <p:tags r:id="rId393"/>
            </p:custDataLst>
          </p:nvPr>
        </p:nvSpPr>
        <p:spPr bwMode="auto">
          <a:xfrm>
            <a:off x="8054975" y="3941763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50" name="Oval 693"/>
          <p:cNvSpPr>
            <a:spLocks noChangeArrowheads="1"/>
          </p:cNvSpPr>
          <p:nvPr>
            <p:custDataLst>
              <p:tags r:id="rId394"/>
            </p:custDataLst>
          </p:nvPr>
        </p:nvSpPr>
        <p:spPr bwMode="auto">
          <a:xfrm>
            <a:off x="8113713" y="402272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0358" name="Group 696"/>
          <p:cNvGrpSpPr>
            <a:grpSpLocks/>
          </p:cNvGrpSpPr>
          <p:nvPr>
            <p:custDataLst>
              <p:tags r:id="rId395"/>
            </p:custDataLst>
          </p:nvPr>
        </p:nvGrpSpPr>
        <p:grpSpPr bwMode="auto">
          <a:xfrm>
            <a:off x="2117725" y="4094163"/>
            <a:ext cx="6096000" cy="134937"/>
            <a:chOff x="957" y="2586"/>
            <a:chExt cx="3840" cy="85"/>
          </a:xfrm>
        </p:grpSpPr>
        <p:sp>
          <p:nvSpPr>
            <p:cNvPr id="19869" name="Freeform 697"/>
            <p:cNvSpPr>
              <a:spLocks/>
            </p:cNvSpPr>
            <p:nvPr/>
          </p:nvSpPr>
          <p:spPr bwMode="auto">
            <a:xfrm>
              <a:off x="957" y="2607"/>
              <a:ext cx="1980" cy="63"/>
            </a:xfrm>
            <a:custGeom>
              <a:avLst/>
              <a:gdLst>
                <a:gd name="T0" fmla="*/ 0 w 1980"/>
                <a:gd name="T1" fmla="*/ 54 h 63"/>
                <a:gd name="T2" fmla="*/ 129 w 1980"/>
                <a:gd name="T3" fmla="*/ 51 h 63"/>
                <a:gd name="T4" fmla="*/ 504 w 1980"/>
                <a:gd name="T5" fmla="*/ 54 h 63"/>
                <a:gd name="T6" fmla="*/ 633 w 1980"/>
                <a:gd name="T7" fmla="*/ 42 h 63"/>
                <a:gd name="T8" fmla="*/ 732 w 1980"/>
                <a:gd name="T9" fmla="*/ 18 h 63"/>
                <a:gd name="T10" fmla="*/ 1053 w 1980"/>
                <a:gd name="T11" fmla="*/ 39 h 63"/>
                <a:gd name="T12" fmla="*/ 1383 w 1980"/>
                <a:gd name="T13" fmla="*/ 21 h 63"/>
                <a:gd name="T14" fmla="*/ 1923 w 1980"/>
                <a:gd name="T15" fmla="*/ 18 h 63"/>
                <a:gd name="T16" fmla="*/ 1980 w 1980"/>
                <a:gd name="T17" fmla="*/ 0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80"/>
                <a:gd name="T28" fmla="*/ 0 h 63"/>
                <a:gd name="T29" fmla="*/ 1980 w 1980"/>
                <a:gd name="T30" fmla="*/ 63 h 6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80" h="63">
                  <a:moveTo>
                    <a:pt x="0" y="54"/>
                  </a:moveTo>
                  <a:cubicBezTo>
                    <a:pt x="26" y="63"/>
                    <a:pt x="114" y="52"/>
                    <a:pt x="129" y="51"/>
                  </a:cubicBezTo>
                  <a:cubicBezTo>
                    <a:pt x="257" y="62"/>
                    <a:pt x="366" y="55"/>
                    <a:pt x="504" y="54"/>
                  </a:cubicBezTo>
                  <a:cubicBezTo>
                    <a:pt x="547" y="51"/>
                    <a:pt x="590" y="46"/>
                    <a:pt x="633" y="42"/>
                  </a:cubicBezTo>
                  <a:cubicBezTo>
                    <a:pt x="666" y="31"/>
                    <a:pt x="698" y="23"/>
                    <a:pt x="732" y="18"/>
                  </a:cubicBezTo>
                  <a:cubicBezTo>
                    <a:pt x="839" y="23"/>
                    <a:pt x="946" y="33"/>
                    <a:pt x="1053" y="39"/>
                  </a:cubicBezTo>
                  <a:cubicBezTo>
                    <a:pt x="1163" y="36"/>
                    <a:pt x="1273" y="26"/>
                    <a:pt x="1383" y="21"/>
                  </a:cubicBezTo>
                  <a:cubicBezTo>
                    <a:pt x="1562" y="29"/>
                    <a:pt x="1744" y="20"/>
                    <a:pt x="1923" y="18"/>
                  </a:cubicBezTo>
                  <a:cubicBezTo>
                    <a:pt x="1939" y="13"/>
                    <a:pt x="1963" y="0"/>
                    <a:pt x="1980" y="0"/>
                  </a:cubicBezTo>
                </a:path>
              </a:pathLst>
            </a:custGeom>
            <a:noFill/>
            <a:ln w="698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870" name="Freeform 698"/>
            <p:cNvSpPr>
              <a:spLocks/>
            </p:cNvSpPr>
            <p:nvPr/>
          </p:nvSpPr>
          <p:spPr bwMode="auto">
            <a:xfrm>
              <a:off x="2928" y="2586"/>
              <a:ext cx="1869" cy="85"/>
            </a:xfrm>
            <a:custGeom>
              <a:avLst/>
              <a:gdLst>
                <a:gd name="T0" fmla="*/ 0 w 1869"/>
                <a:gd name="T1" fmla="*/ 24 h 85"/>
                <a:gd name="T2" fmla="*/ 273 w 1869"/>
                <a:gd name="T3" fmla="*/ 0 h 85"/>
                <a:gd name="T4" fmla="*/ 546 w 1869"/>
                <a:gd name="T5" fmla="*/ 15 h 85"/>
                <a:gd name="T6" fmla="*/ 732 w 1869"/>
                <a:gd name="T7" fmla="*/ 24 h 85"/>
                <a:gd name="T8" fmla="*/ 915 w 1869"/>
                <a:gd name="T9" fmla="*/ 33 h 85"/>
                <a:gd name="T10" fmla="*/ 1143 w 1869"/>
                <a:gd name="T11" fmla="*/ 51 h 85"/>
                <a:gd name="T12" fmla="*/ 1422 w 1869"/>
                <a:gd name="T13" fmla="*/ 63 h 85"/>
                <a:gd name="T14" fmla="*/ 1506 w 1869"/>
                <a:gd name="T15" fmla="*/ 72 h 85"/>
                <a:gd name="T16" fmla="*/ 1812 w 1869"/>
                <a:gd name="T17" fmla="*/ 69 h 85"/>
                <a:gd name="T18" fmla="*/ 1869 w 1869"/>
                <a:gd name="T19" fmla="*/ 7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69"/>
                <a:gd name="T31" fmla="*/ 0 h 85"/>
                <a:gd name="T32" fmla="*/ 1869 w 1869"/>
                <a:gd name="T33" fmla="*/ 85 h 8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69" h="85">
                  <a:moveTo>
                    <a:pt x="0" y="24"/>
                  </a:moveTo>
                  <a:cubicBezTo>
                    <a:pt x="90" y="9"/>
                    <a:pt x="182" y="8"/>
                    <a:pt x="273" y="0"/>
                  </a:cubicBezTo>
                  <a:cubicBezTo>
                    <a:pt x="370" y="2"/>
                    <a:pt x="453" y="5"/>
                    <a:pt x="546" y="15"/>
                  </a:cubicBezTo>
                  <a:cubicBezTo>
                    <a:pt x="602" y="29"/>
                    <a:pt x="687" y="23"/>
                    <a:pt x="732" y="24"/>
                  </a:cubicBezTo>
                  <a:cubicBezTo>
                    <a:pt x="793" y="28"/>
                    <a:pt x="853" y="31"/>
                    <a:pt x="915" y="33"/>
                  </a:cubicBezTo>
                  <a:cubicBezTo>
                    <a:pt x="991" y="41"/>
                    <a:pt x="1067" y="48"/>
                    <a:pt x="1143" y="51"/>
                  </a:cubicBezTo>
                  <a:cubicBezTo>
                    <a:pt x="1235" y="62"/>
                    <a:pt x="1329" y="59"/>
                    <a:pt x="1422" y="63"/>
                  </a:cubicBezTo>
                  <a:cubicBezTo>
                    <a:pt x="1450" y="66"/>
                    <a:pt x="1478" y="66"/>
                    <a:pt x="1506" y="72"/>
                  </a:cubicBezTo>
                  <a:cubicBezTo>
                    <a:pt x="1611" y="68"/>
                    <a:pt x="1705" y="67"/>
                    <a:pt x="1812" y="69"/>
                  </a:cubicBezTo>
                  <a:cubicBezTo>
                    <a:pt x="1824" y="71"/>
                    <a:pt x="1862" y="85"/>
                    <a:pt x="1869" y="78"/>
                  </a:cubicBezTo>
                </a:path>
              </a:pathLst>
            </a:custGeom>
            <a:noFill/>
            <a:ln w="698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9872" name="Text Box 16"/>
          <p:cNvSpPr txBox="1">
            <a:spLocks noChangeArrowheads="1"/>
          </p:cNvSpPr>
          <p:nvPr>
            <p:custDataLst>
              <p:tags r:id="rId396"/>
            </p:custDataLst>
          </p:nvPr>
        </p:nvSpPr>
        <p:spPr bwMode="auto">
          <a:xfrm>
            <a:off x="993775" y="76200"/>
            <a:ext cx="6256072" cy="5847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solidFill>
                  <a:srgbClr val="FF0000"/>
                </a:solidFill>
                <a:latin typeface="Tahoma" charset="0"/>
                <a:cs typeface="+mn-cs"/>
              </a:rPr>
              <a:t>Life Cycle - Initial Infection (Skin)</a:t>
            </a:r>
          </a:p>
        </p:txBody>
      </p:sp>
      <p:sp>
        <p:nvSpPr>
          <p:cNvPr id="251304" name="Text Box 424"/>
          <p:cNvSpPr txBox="1">
            <a:spLocks noChangeArrowheads="1"/>
          </p:cNvSpPr>
          <p:nvPr>
            <p:custDataLst>
              <p:tags r:id="rId397"/>
            </p:custDataLst>
          </p:nvPr>
        </p:nvSpPr>
        <p:spPr bwMode="auto">
          <a:xfrm>
            <a:off x="777875" y="1379538"/>
            <a:ext cx="139999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micro-trauma</a:t>
            </a:r>
            <a:endParaRPr lang="en-US" sz="1600" dirty="0">
              <a:latin typeface="Tahoma" charset="0"/>
              <a:cs typeface="+mn-cs"/>
            </a:endParaRPr>
          </a:p>
        </p:txBody>
      </p:sp>
      <p:pic>
        <p:nvPicPr>
          <p:cNvPr id="19854" name="Picture 425"/>
          <p:cNvPicPr>
            <a:picLocks noChangeAspect="1" noChangeArrowheads="1"/>
          </p:cNvPicPr>
          <p:nvPr>
            <p:custDataLst>
              <p:tags r:id="rId398"/>
            </p:custDataLst>
          </p:nvPr>
        </p:nvPicPr>
        <p:blipFill>
          <a:blip r:embed="rId415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41625" y="2417763"/>
            <a:ext cx="34766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855" name="Picture 426"/>
          <p:cNvPicPr>
            <a:picLocks noChangeAspect="1" noChangeArrowheads="1"/>
          </p:cNvPicPr>
          <p:nvPr>
            <p:custDataLst>
              <p:tags r:id="rId399"/>
            </p:custDataLst>
          </p:nvPr>
        </p:nvPicPr>
        <p:blipFill>
          <a:blip r:embed="rId416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33688" y="1346200"/>
            <a:ext cx="398462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2943" name="Text Box 15"/>
          <p:cNvSpPr txBox="1">
            <a:spLocks noChangeArrowheads="1"/>
          </p:cNvSpPr>
          <p:nvPr>
            <p:custDataLst>
              <p:tags r:id="rId400"/>
            </p:custDataLst>
          </p:nvPr>
        </p:nvSpPr>
        <p:spPr bwMode="auto">
          <a:xfrm>
            <a:off x="177905" y="2801938"/>
            <a:ext cx="15476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Epidermis</a:t>
            </a:r>
          </a:p>
          <a:p>
            <a:pPr algn="ctr"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(</a:t>
            </a:r>
            <a:r>
              <a:rPr lang="en-US" sz="16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Keratinocytes</a:t>
            </a:r>
            <a:r>
              <a:rPr lang="en-US" sz="1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)</a:t>
            </a:r>
            <a:endParaRPr lang="en-US" sz="1600" dirty="0">
              <a:solidFill>
                <a:schemeClr val="bg1"/>
              </a:solidFill>
              <a:latin typeface="Tahoma" charset="0"/>
              <a:cs typeface="+mn-cs"/>
            </a:endParaRPr>
          </a:p>
        </p:txBody>
      </p:sp>
      <p:sp>
        <p:nvSpPr>
          <p:cNvPr id="252944" name="Text Box 16"/>
          <p:cNvSpPr txBox="1">
            <a:spLocks noChangeArrowheads="1"/>
          </p:cNvSpPr>
          <p:nvPr>
            <p:custDataLst>
              <p:tags r:id="rId401"/>
            </p:custDataLst>
          </p:nvPr>
        </p:nvSpPr>
        <p:spPr bwMode="auto">
          <a:xfrm>
            <a:off x="8384982" y="3787775"/>
            <a:ext cx="72269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Basal </a:t>
            </a:r>
          </a:p>
          <a:p>
            <a:pPr algn="ctr"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Cells</a:t>
            </a:r>
            <a:endParaRPr lang="en-US" sz="1600" dirty="0">
              <a:latin typeface="Tahoma" charset="0"/>
              <a:cs typeface="+mn-cs"/>
            </a:endParaRPr>
          </a:p>
        </p:txBody>
      </p:sp>
      <p:sp>
        <p:nvSpPr>
          <p:cNvPr id="252945" name="Text Box 17"/>
          <p:cNvSpPr txBox="1">
            <a:spLocks noChangeArrowheads="1"/>
          </p:cNvSpPr>
          <p:nvPr>
            <p:custDataLst>
              <p:tags r:id="rId402"/>
            </p:custDataLst>
          </p:nvPr>
        </p:nvSpPr>
        <p:spPr bwMode="auto">
          <a:xfrm>
            <a:off x="264379" y="3933825"/>
            <a:ext cx="113652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Basement</a:t>
            </a:r>
          </a:p>
          <a:p>
            <a:pPr algn="ctr"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Membrane</a:t>
            </a:r>
            <a:endParaRPr lang="en-US" sz="1600" dirty="0">
              <a:latin typeface="Tahoma" charset="0"/>
              <a:cs typeface="+mn-cs"/>
            </a:endParaRPr>
          </a:p>
        </p:txBody>
      </p:sp>
      <p:sp>
        <p:nvSpPr>
          <p:cNvPr id="252946" name="Text Box 18"/>
          <p:cNvSpPr txBox="1">
            <a:spLocks noChangeArrowheads="1"/>
          </p:cNvSpPr>
          <p:nvPr>
            <p:custDataLst>
              <p:tags r:id="rId403"/>
            </p:custDataLst>
          </p:nvPr>
        </p:nvSpPr>
        <p:spPr bwMode="auto">
          <a:xfrm>
            <a:off x="470557" y="4792663"/>
            <a:ext cx="81624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Dermis</a:t>
            </a:r>
            <a:endParaRPr lang="en-US" sz="1600" dirty="0">
              <a:latin typeface="Tahoma" charset="0"/>
              <a:cs typeface="+mn-cs"/>
            </a:endParaRPr>
          </a:p>
        </p:txBody>
      </p:sp>
      <p:sp>
        <p:nvSpPr>
          <p:cNvPr id="19860" name="Freeform 21"/>
          <p:cNvSpPr>
            <a:spLocks/>
          </p:cNvSpPr>
          <p:nvPr>
            <p:custDataLst>
              <p:tags r:id="rId404"/>
            </p:custDataLst>
          </p:nvPr>
        </p:nvSpPr>
        <p:spPr bwMode="auto">
          <a:xfrm rot="-9373407">
            <a:off x="2568575" y="2641600"/>
            <a:ext cx="276225" cy="219075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61" name="Oval 22"/>
          <p:cNvSpPr>
            <a:spLocks noChangeArrowheads="1"/>
          </p:cNvSpPr>
          <p:nvPr>
            <p:custDataLst>
              <p:tags r:id="rId405"/>
            </p:custDataLst>
          </p:nvPr>
        </p:nvSpPr>
        <p:spPr bwMode="auto">
          <a:xfrm rot="1426593">
            <a:off x="2684463" y="2738438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9862" name="Freeform 23"/>
          <p:cNvSpPr>
            <a:spLocks/>
          </p:cNvSpPr>
          <p:nvPr>
            <p:custDataLst>
              <p:tags r:id="rId406"/>
            </p:custDataLst>
          </p:nvPr>
        </p:nvSpPr>
        <p:spPr bwMode="auto">
          <a:xfrm rot="-9373407">
            <a:off x="3143250" y="3279775"/>
            <a:ext cx="276225" cy="219075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9863" name="Oval 24"/>
          <p:cNvSpPr>
            <a:spLocks noChangeArrowheads="1"/>
          </p:cNvSpPr>
          <p:nvPr>
            <p:custDataLst>
              <p:tags r:id="rId407"/>
            </p:custDataLst>
          </p:nvPr>
        </p:nvSpPr>
        <p:spPr bwMode="auto">
          <a:xfrm rot="1426593">
            <a:off x="3259138" y="3376613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pic>
        <p:nvPicPr>
          <p:cNvPr id="19864" name="Picture 27"/>
          <p:cNvPicPr>
            <a:picLocks noChangeAspect="1" noChangeArrowheads="1"/>
          </p:cNvPicPr>
          <p:nvPr>
            <p:custDataLst>
              <p:tags r:id="rId408"/>
            </p:custDataLst>
          </p:nvPr>
        </p:nvPicPr>
        <p:blipFill>
          <a:blip r:embed="rId416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33788" y="1181100"/>
            <a:ext cx="398462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865" name="Picture 28"/>
          <p:cNvPicPr>
            <a:picLocks noChangeAspect="1" noChangeArrowheads="1"/>
          </p:cNvPicPr>
          <p:nvPr>
            <p:custDataLst>
              <p:tags r:id="rId409"/>
            </p:custDataLst>
          </p:nvPr>
        </p:nvPicPr>
        <p:blipFill>
          <a:blip r:embed="rId416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7888" y="1066800"/>
            <a:ext cx="398462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2957" name="Text Box 29"/>
          <p:cNvSpPr txBox="1">
            <a:spLocks noChangeArrowheads="1"/>
          </p:cNvSpPr>
          <p:nvPr>
            <p:custDataLst>
              <p:tags r:id="rId410"/>
            </p:custDataLst>
          </p:nvPr>
        </p:nvSpPr>
        <p:spPr bwMode="auto">
          <a:xfrm>
            <a:off x="4029075" y="1189038"/>
            <a:ext cx="77136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virions</a:t>
            </a:r>
            <a:endParaRPr lang="en-US" sz="1600" dirty="0">
              <a:latin typeface="Tahoma" charset="0"/>
              <a:cs typeface="+mn-cs"/>
            </a:endParaRPr>
          </a:p>
        </p:txBody>
      </p:sp>
      <p:sp>
        <p:nvSpPr>
          <p:cNvPr id="19867" name="Text Box 30"/>
          <p:cNvSpPr txBox="1">
            <a:spLocks noChangeArrowheads="1"/>
          </p:cNvSpPr>
          <p:nvPr>
            <p:custDataLst>
              <p:tags r:id="rId411"/>
            </p:custDataLst>
          </p:nvPr>
        </p:nvSpPr>
        <p:spPr bwMode="auto">
          <a:xfrm>
            <a:off x="6983413" y="6551613"/>
            <a:ext cx="2155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400">
                <a:latin typeface="Tahoma" pitchFamily="34" charset="0"/>
              </a:rPr>
              <a:t>Slide courtesy M. Kast</a:t>
            </a:r>
          </a:p>
        </p:txBody>
      </p:sp>
      <p:pic>
        <p:nvPicPr>
          <p:cNvPr id="19868" name="Picture 31"/>
          <p:cNvPicPr>
            <a:picLocks noChangeAspect="1" noChangeArrowheads="1"/>
          </p:cNvPicPr>
          <p:nvPr>
            <p:custDataLst>
              <p:tags r:id="rId412"/>
            </p:custDataLst>
          </p:nvPr>
        </p:nvPicPr>
        <p:blipFill>
          <a:blip r:embed="rId415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500" y="3900488"/>
            <a:ext cx="347663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330650" y="0"/>
            <a:ext cx="448270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3200" dirty="0">
                <a:solidFill>
                  <a:schemeClr val="accent2"/>
                </a:solidFill>
                <a:latin typeface="Tahoma" charset="0"/>
                <a:cs typeface="+mn-cs"/>
              </a:rPr>
              <a:t>Gene Expression (Wart)</a:t>
            </a:r>
            <a:endParaRPr lang="en-US" sz="4400" dirty="0">
              <a:solidFill>
                <a:schemeClr val="accent2"/>
              </a:solidFill>
              <a:latin typeface="Tahoma" charset="0"/>
              <a:cs typeface="+mn-cs"/>
            </a:endParaRPr>
          </a:p>
        </p:txBody>
      </p:sp>
      <p:sp>
        <p:nvSpPr>
          <p:cNvPr id="21507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38350" y="6080125"/>
            <a:ext cx="5203825" cy="28575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21508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366963" y="2459038"/>
            <a:ext cx="3748087" cy="228600"/>
          </a:xfrm>
          <a:prstGeom prst="rect">
            <a:avLst/>
          </a:prstGeom>
          <a:solidFill>
            <a:srgbClr val="B2B2B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09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19313" y="2525713"/>
            <a:ext cx="4824412" cy="228600"/>
          </a:xfrm>
          <a:prstGeom prst="rect">
            <a:avLst/>
          </a:prstGeom>
          <a:solidFill>
            <a:srgbClr val="B2B2B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10" name="Rectangle 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30388" y="4806950"/>
            <a:ext cx="5700712" cy="1479550"/>
          </a:xfrm>
          <a:prstGeom prst="rect">
            <a:avLst/>
          </a:prstGeom>
          <a:solidFill>
            <a:srgbClr val="99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11" name="Rectangle 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57338" y="2673350"/>
            <a:ext cx="5900737" cy="2032000"/>
          </a:xfrm>
          <a:prstGeom prst="rect">
            <a:avLst/>
          </a:prstGeom>
          <a:solidFill>
            <a:srgbClr val="FF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12" name="Freeform 8"/>
          <p:cNvSpPr>
            <a:spLocks/>
          </p:cNvSpPr>
          <p:nvPr>
            <p:custDataLst>
              <p:tags r:id="rId8"/>
            </p:custDataLst>
          </p:nvPr>
        </p:nvSpPr>
        <p:spPr bwMode="auto">
          <a:xfrm rot="205950" flipH="1">
            <a:off x="6640513" y="6167438"/>
            <a:ext cx="1176337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42697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45674" y="4691063"/>
            <a:ext cx="10167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Basement</a:t>
            </a:r>
          </a:p>
          <a:p>
            <a:pPr algn="ctr" eaLnBrk="0" hangingPunct="0">
              <a:defRPr/>
            </a:pPr>
            <a:r>
              <a:rPr lang="en-US" sz="14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Membrane</a:t>
            </a:r>
            <a:endParaRPr lang="en-US" sz="1400" dirty="0">
              <a:latin typeface="Tahoma" charset="0"/>
              <a:cs typeface="+mn-cs"/>
            </a:endParaRPr>
          </a:p>
        </p:txBody>
      </p:sp>
      <p:sp>
        <p:nvSpPr>
          <p:cNvPr id="242699" name="Text Box 1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0" y="3352800"/>
            <a:ext cx="106631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Epidermis</a:t>
            </a:r>
            <a:endParaRPr lang="en-US" sz="1400" dirty="0">
              <a:latin typeface="Tahoma" charset="0"/>
              <a:cs typeface="+mn-cs"/>
            </a:endParaRPr>
          </a:p>
        </p:txBody>
      </p:sp>
      <p:sp>
        <p:nvSpPr>
          <p:cNvPr id="21515" name="AutoShape 12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128713" y="2487613"/>
            <a:ext cx="355600" cy="21336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16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1179513" y="4922838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42702" name="Text Box 14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28600" y="5516563"/>
            <a:ext cx="81624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cs typeface="+mn-cs"/>
              </a:rPr>
              <a:t>Dermis</a:t>
            </a:r>
            <a:endParaRPr lang="en-US" sz="1400" dirty="0">
              <a:latin typeface="Tahoma" charset="0"/>
              <a:cs typeface="+mn-cs"/>
            </a:endParaRPr>
          </a:p>
        </p:txBody>
      </p:sp>
      <p:grpSp>
        <p:nvGrpSpPr>
          <p:cNvPr id="2" name="Group 15"/>
          <p:cNvGrpSpPr>
            <a:grpSpLocks/>
          </p:cNvGrpSpPr>
          <p:nvPr>
            <p:custDataLst>
              <p:tags r:id="rId14"/>
            </p:custDataLst>
          </p:nvPr>
        </p:nvGrpSpPr>
        <p:grpSpPr bwMode="auto">
          <a:xfrm>
            <a:off x="1765300" y="6237288"/>
            <a:ext cx="1181100" cy="184150"/>
            <a:chOff x="1112" y="3430"/>
            <a:chExt cx="744" cy="116"/>
          </a:xfrm>
        </p:grpSpPr>
        <p:sp>
          <p:nvSpPr>
            <p:cNvPr id="23011" name="Freeform 16"/>
            <p:cNvSpPr>
              <a:spLocks/>
            </p:cNvSpPr>
            <p:nvPr/>
          </p:nvSpPr>
          <p:spPr bwMode="auto">
            <a:xfrm rot="435797">
              <a:off x="1112" y="3430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012" name="Oval 17"/>
            <p:cNvSpPr>
              <a:spLocks noChangeArrowheads="1"/>
            </p:cNvSpPr>
            <p:nvPr/>
          </p:nvSpPr>
          <p:spPr bwMode="auto">
            <a:xfrm rot="435797">
              <a:off x="1311" y="3482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3" name="Group 18"/>
          <p:cNvGrpSpPr>
            <a:grpSpLocks/>
          </p:cNvGrpSpPr>
          <p:nvPr>
            <p:custDataLst>
              <p:tags r:id="rId15"/>
            </p:custDataLst>
          </p:nvPr>
        </p:nvGrpSpPr>
        <p:grpSpPr bwMode="auto">
          <a:xfrm>
            <a:off x="6503988" y="6027738"/>
            <a:ext cx="1181100" cy="184150"/>
            <a:chOff x="4097" y="3298"/>
            <a:chExt cx="744" cy="116"/>
          </a:xfrm>
        </p:grpSpPr>
        <p:sp>
          <p:nvSpPr>
            <p:cNvPr id="23009" name="Freeform 19"/>
            <p:cNvSpPr>
              <a:spLocks/>
            </p:cNvSpPr>
            <p:nvPr/>
          </p:nvSpPr>
          <p:spPr bwMode="auto">
            <a:xfrm rot="661160">
              <a:off x="4097" y="3298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010" name="Oval 20"/>
            <p:cNvSpPr>
              <a:spLocks noChangeArrowheads="1"/>
            </p:cNvSpPr>
            <p:nvPr/>
          </p:nvSpPr>
          <p:spPr bwMode="auto">
            <a:xfrm rot="661160">
              <a:off x="4296" y="3344"/>
              <a:ext cx="159" cy="25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1520" name="Freeform 21"/>
          <p:cNvSpPr>
            <a:spLocks/>
          </p:cNvSpPr>
          <p:nvPr>
            <p:custDataLst>
              <p:tags r:id="rId16"/>
            </p:custDataLst>
          </p:nvPr>
        </p:nvSpPr>
        <p:spPr bwMode="auto">
          <a:xfrm rot="108416">
            <a:off x="4037013" y="6191250"/>
            <a:ext cx="942975" cy="141288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21" name="Freeform 22"/>
          <p:cNvSpPr>
            <a:spLocks/>
          </p:cNvSpPr>
          <p:nvPr>
            <p:custDataLst>
              <p:tags r:id="rId17"/>
            </p:custDataLst>
          </p:nvPr>
        </p:nvSpPr>
        <p:spPr bwMode="auto">
          <a:xfrm rot="108416">
            <a:off x="4741863" y="6137275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22" name="Oval 23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108416">
            <a:off x="4445000" y="6122988"/>
            <a:ext cx="252413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23" name="Oval 24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 rot="108416">
            <a:off x="4446588" y="6237288"/>
            <a:ext cx="252412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24" name="Oval 25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 rot="108416">
            <a:off x="5241925" y="6103938"/>
            <a:ext cx="252413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25" name="Oval 26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 rot="108416">
            <a:off x="5060950" y="6237288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26" name="Freeform 27"/>
          <p:cNvSpPr>
            <a:spLocks/>
          </p:cNvSpPr>
          <p:nvPr>
            <p:custDataLst>
              <p:tags r:id="rId22"/>
            </p:custDataLst>
          </p:nvPr>
        </p:nvSpPr>
        <p:spPr bwMode="auto">
          <a:xfrm rot="545957" flipH="1">
            <a:off x="5837238" y="6070600"/>
            <a:ext cx="1009650" cy="131763"/>
          </a:xfrm>
          <a:custGeom>
            <a:avLst/>
            <a:gdLst>
              <a:gd name="T0" fmla="*/ 2147483647 w 559"/>
              <a:gd name="T1" fmla="*/ 2147483647 h 97"/>
              <a:gd name="T2" fmla="*/ 2147483647 w 559"/>
              <a:gd name="T3" fmla="*/ 2147483647 h 97"/>
              <a:gd name="T4" fmla="*/ 2147483647 w 559"/>
              <a:gd name="T5" fmla="*/ 2147483647 h 97"/>
              <a:gd name="T6" fmla="*/ 2147483647 w 559"/>
              <a:gd name="T7" fmla="*/ 2147483647 h 97"/>
              <a:gd name="T8" fmla="*/ 2147483647 w 559"/>
              <a:gd name="T9" fmla="*/ 2147483647 h 97"/>
              <a:gd name="T10" fmla="*/ 2147483647 w 559"/>
              <a:gd name="T11" fmla="*/ 2147483647 h 97"/>
              <a:gd name="T12" fmla="*/ 0 w 559"/>
              <a:gd name="T13" fmla="*/ 2147483647 h 97"/>
              <a:gd name="T14" fmla="*/ 2147483647 w 559"/>
              <a:gd name="T15" fmla="*/ 2147483647 h 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59"/>
              <a:gd name="T25" fmla="*/ 0 h 97"/>
              <a:gd name="T26" fmla="*/ 559 w 559"/>
              <a:gd name="T27" fmla="*/ 97 h 9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59" h="97">
                <a:moveTo>
                  <a:pt x="96" y="73"/>
                </a:moveTo>
                <a:cubicBezTo>
                  <a:pt x="166" y="96"/>
                  <a:pt x="219" y="93"/>
                  <a:pt x="300" y="97"/>
                </a:cubicBezTo>
                <a:cubicBezTo>
                  <a:pt x="368" y="95"/>
                  <a:pt x="436" y="96"/>
                  <a:pt x="504" y="91"/>
                </a:cubicBezTo>
                <a:cubicBezTo>
                  <a:pt x="517" y="90"/>
                  <a:pt x="540" y="79"/>
                  <a:pt x="540" y="79"/>
                </a:cubicBezTo>
                <a:cubicBezTo>
                  <a:pt x="559" y="23"/>
                  <a:pt x="470" y="20"/>
                  <a:pt x="432" y="19"/>
                </a:cubicBezTo>
                <a:cubicBezTo>
                  <a:pt x="334" y="16"/>
                  <a:pt x="236" y="15"/>
                  <a:pt x="138" y="13"/>
                </a:cubicBezTo>
                <a:cubicBezTo>
                  <a:pt x="112" y="15"/>
                  <a:pt x="14" y="0"/>
                  <a:pt x="0" y="43"/>
                </a:cubicBezTo>
                <a:cubicBezTo>
                  <a:pt x="19" y="72"/>
                  <a:pt x="63" y="84"/>
                  <a:pt x="96" y="73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27" name="Freeform 28"/>
          <p:cNvSpPr>
            <a:spLocks/>
          </p:cNvSpPr>
          <p:nvPr>
            <p:custDataLst>
              <p:tags r:id="rId23"/>
            </p:custDataLst>
          </p:nvPr>
        </p:nvSpPr>
        <p:spPr bwMode="auto">
          <a:xfrm rot="205950" flipH="1">
            <a:off x="6748463" y="6300788"/>
            <a:ext cx="942975" cy="141287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28" name="Freeform 29"/>
          <p:cNvSpPr>
            <a:spLocks/>
          </p:cNvSpPr>
          <p:nvPr>
            <p:custDataLst>
              <p:tags r:id="rId24"/>
            </p:custDataLst>
          </p:nvPr>
        </p:nvSpPr>
        <p:spPr bwMode="auto">
          <a:xfrm rot="205950" flipH="1">
            <a:off x="5808663" y="6184900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29" name="Oval 30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 rot="205950" flipH="1">
            <a:off x="7042150" y="6226175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30" name="Oval 31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 rot="205950" flipH="1">
            <a:off x="7029450" y="6340475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31" name="Oval 32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 rot="205950" flipH="1">
            <a:off x="6249988" y="6135688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32" name="Oval 33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 rot="205950" flipH="1">
            <a:off x="6416675" y="6302375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4" name="Group 34"/>
          <p:cNvGrpSpPr>
            <a:grpSpLocks/>
          </p:cNvGrpSpPr>
          <p:nvPr>
            <p:custDataLst>
              <p:tags r:id="rId29"/>
            </p:custDataLst>
          </p:nvPr>
        </p:nvGrpSpPr>
        <p:grpSpPr bwMode="auto">
          <a:xfrm>
            <a:off x="4894263" y="6284913"/>
            <a:ext cx="1181100" cy="185737"/>
            <a:chOff x="3083" y="3460"/>
            <a:chExt cx="744" cy="117"/>
          </a:xfrm>
        </p:grpSpPr>
        <p:sp>
          <p:nvSpPr>
            <p:cNvPr id="23007" name="Freeform 35"/>
            <p:cNvSpPr>
              <a:spLocks/>
            </p:cNvSpPr>
            <p:nvPr/>
          </p:nvSpPr>
          <p:spPr bwMode="auto">
            <a:xfrm rot="108416">
              <a:off x="3083" y="3460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008" name="Oval 36"/>
            <p:cNvSpPr>
              <a:spLocks noChangeArrowheads="1"/>
            </p:cNvSpPr>
            <p:nvPr/>
          </p:nvSpPr>
          <p:spPr bwMode="auto">
            <a:xfrm rot="108416">
              <a:off x="3284" y="352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5" name="Group 37"/>
          <p:cNvGrpSpPr>
            <a:grpSpLocks/>
          </p:cNvGrpSpPr>
          <p:nvPr>
            <p:custDataLst>
              <p:tags r:id="rId30"/>
            </p:custDataLst>
          </p:nvPr>
        </p:nvGrpSpPr>
        <p:grpSpPr bwMode="auto">
          <a:xfrm>
            <a:off x="5994400" y="6323013"/>
            <a:ext cx="1181100" cy="184150"/>
            <a:chOff x="3776" y="3484"/>
            <a:chExt cx="744" cy="116"/>
          </a:xfrm>
        </p:grpSpPr>
        <p:sp>
          <p:nvSpPr>
            <p:cNvPr id="23005" name="Freeform 38"/>
            <p:cNvSpPr>
              <a:spLocks/>
            </p:cNvSpPr>
            <p:nvPr/>
          </p:nvSpPr>
          <p:spPr bwMode="auto">
            <a:xfrm rot="435797">
              <a:off x="3776" y="348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006" name="Oval 39"/>
            <p:cNvSpPr>
              <a:spLocks noChangeArrowheads="1"/>
            </p:cNvSpPr>
            <p:nvPr/>
          </p:nvSpPr>
          <p:spPr bwMode="auto">
            <a:xfrm rot="435797">
              <a:off x="3975" y="353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6" name="Group 40"/>
          <p:cNvGrpSpPr>
            <a:grpSpLocks/>
          </p:cNvGrpSpPr>
          <p:nvPr>
            <p:custDataLst>
              <p:tags r:id="rId31"/>
            </p:custDataLst>
          </p:nvPr>
        </p:nvGrpSpPr>
        <p:grpSpPr bwMode="auto">
          <a:xfrm>
            <a:off x="3865563" y="6299200"/>
            <a:ext cx="1181100" cy="184150"/>
            <a:chOff x="2435" y="3469"/>
            <a:chExt cx="744" cy="116"/>
          </a:xfrm>
        </p:grpSpPr>
        <p:sp>
          <p:nvSpPr>
            <p:cNvPr id="23003" name="Freeform 41"/>
            <p:cNvSpPr>
              <a:spLocks/>
            </p:cNvSpPr>
            <p:nvPr/>
          </p:nvSpPr>
          <p:spPr bwMode="auto">
            <a:xfrm rot="435797">
              <a:off x="2435" y="346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004" name="Oval 42"/>
            <p:cNvSpPr>
              <a:spLocks noChangeArrowheads="1"/>
            </p:cNvSpPr>
            <p:nvPr/>
          </p:nvSpPr>
          <p:spPr bwMode="auto">
            <a:xfrm rot="435797">
              <a:off x="2634" y="352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1536" name="Freeform 43"/>
          <p:cNvSpPr>
            <a:spLocks/>
          </p:cNvSpPr>
          <p:nvPr>
            <p:custDataLst>
              <p:tags r:id="rId32"/>
            </p:custDataLst>
          </p:nvPr>
        </p:nvSpPr>
        <p:spPr bwMode="auto">
          <a:xfrm rot="108416">
            <a:off x="1665288" y="6048375"/>
            <a:ext cx="942975" cy="141288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37" name="Freeform 44"/>
          <p:cNvSpPr>
            <a:spLocks/>
          </p:cNvSpPr>
          <p:nvPr>
            <p:custDataLst>
              <p:tags r:id="rId33"/>
            </p:custDataLst>
          </p:nvPr>
        </p:nvSpPr>
        <p:spPr bwMode="auto">
          <a:xfrm rot="108416">
            <a:off x="2370138" y="5994400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38" name="Oval 45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 rot="108416">
            <a:off x="2073275" y="5980113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39" name="Oval 46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 rot="108416">
            <a:off x="2074863" y="6094413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40" name="Oval 47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 rot="108416">
            <a:off x="2689225" y="6094413"/>
            <a:ext cx="252413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41" name="Freeform 48"/>
          <p:cNvSpPr>
            <a:spLocks/>
          </p:cNvSpPr>
          <p:nvPr>
            <p:custDataLst>
              <p:tags r:id="rId37"/>
            </p:custDataLst>
          </p:nvPr>
        </p:nvSpPr>
        <p:spPr bwMode="auto">
          <a:xfrm rot="205950" flipH="1">
            <a:off x="4268788" y="6024563"/>
            <a:ext cx="1176337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42" name="Freeform 49"/>
          <p:cNvSpPr>
            <a:spLocks/>
          </p:cNvSpPr>
          <p:nvPr>
            <p:custDataLst>
              <p:tags r:id="rId38"/>
            </p:custDataLst>
          </p:nvPr>
        </p:nvSpPr>
        <p:spPr bwMode="auto">
          <a:xfrm rot="205950" flipH="1">
            <a:off x="3436938" y="6042025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43" name="Oval 50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 rot="205950" flipH="1">
            <a:off x="4670425" y="6083300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44" name="Oval 51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 rot="205950" flipH="1">
            <a:off x="3878263" y="5992813"/>
            <a:ext cx="252412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45" name="Oval 52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 rot="205950" flipH="1">
            <a:off x="4044950" y="6159500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7" name="Group 53"/>
          <p:cNvGrpSpPr>
            <a:grpSpLocks/>
          </p:cNvGrpSpPr>
          <p:nvPr>
            <p:custDataLst>
              <p:tags r:id="rId42"/>
            </p:custDataLst>
          </p:nvPr>
        </p:nvGrpSpPr>
        <p:grpSpPr bwMode="auto">
          <a:xfrm>
            <a:off x="2522538" y="6142038"/>
            <a:ext cx="1181100" cy="185737"/>
            <a:chOff x="1589" y="3370"/>
            <a:chExt cx="744" cy="117"/>
          </a:xfrm>
        </p:grpSpPr>
        <p:sp>
          <p:nvSpPr>
            <p:cNvPr id="23001" name="Freeform 54"/>
            <p:cNvSpPr>
              <a:spLocks/>
            </p:cNvSpPr>
            <p:nvPr/>
          </p:nvSpPr>
          <p:spPr bwMode="auto">
            <a:xfrm rot="108416">
              <a:off x="1589" y="3370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002" name="Oval 55"/>
            <p:cNvSpPr>
              <a:spLocks noChangeArrowheads="1"/>
            </p:cNvSpPr>
            <p:nvPr/>
          </p:nvSpPr>
          <p:spPr bwMode="auto">
            <a:xfrm rot="108416">
              <a:off x="1790" y="3431"/>
              <a:ext cx="159" cy="25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8" name="Group 56"/>
          <p:cNvGrpSpPr>
            <a:grpSpLocks/>
          </p:cNvGrpSpPr>
          <p:nvPr>
            <p:custDataLst>
              <p:tags r:id="rId43"/>
            </p:custDataLst>
          </p:nvPr>
        </p:nvGrpSpPr>
        <p:grpSpPr bwMode="auto">
          <a:xfrm>
            <a:off x="3622675" y="6180138"/>
            <a:ext cx="1181100" cy="184150"/>
            <a:chOff x="2282" y="3394"/>
            <a:chExt cx="744" cy="116"/>
          </a:xfrm>
        </p:grpSpPr>
        <p:sp>
          <p:nvSpPr>
            <p:cNvPr id="22999" name="Freeform 57"/>
            <p:cNvSpPr>
              <a:spLocks/>
            </p:cNvSpPr>
            <p:nvPr/>
          </p:nvSpPr>
          <p:spPr bwMode="auto">
            <a:xfrm rot="435797">
              <a:off x="2282" y="339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000" name="Oval 58"/>
            <p:cNvSpPr>
              <a:spLocks noChangeArrowheads="1"/>
            </p:cNvSpPr>
            <p:nvPr/>
          </p:nvSpPr>
          <p:spPr bwMode="auto">
            <a:xfrm rot="435797">
              <a:off x="2481" y="344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9" name="Group 59"/>
          <p:cNvGrpSpPr>
            <a:grpSpLocks/>
          </p:cNvGrpSpPr>
          <p:nvPr>
            <p:custDataLst>
              <p:tags r:id="rId44"/>
            </p:custDataLst>
          </p:nvPr>
        </p:nvGrpSpPr>
        <p:grpSpPr bwMode="auto">
          <a:xfrm>
            <a:off x="1493838" y="6118225"/>
            <a:ext cx="1181100" cy="184150"/>
            <a:chOff x="941" y="3355"/>
            <a:chExt cx="744" cy="116"/>
          </a:xfrm>
        </p:grpSpPr>
        <p:sp>
          <p:nvSpPr>
            <p:cNvPr id="22997" name="Freeform 60"/>
            <p:cNvSpPr>
              <a:spLocks/>
            </p:cNvSpPr>
            <p:nvPr/>
          </p:nvSpPr>
          <p:spPr bwMode="auto">
            <a:xfrm rot="435797">
              <a:off x="941" y="3355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98" name="Oval 61"/>
            <p:cNvSpPr>
              <a:spLocks noChangeArrowheads="1"/>
            </p:cNvSpPr>
            <p:nvPr/>
          </p:nvSpPr>
          <p:spPr bwMode="auto">
            <a:xfrm rot="435797">
              <a:off x="1140" y="3407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0" name="Group 62"/>
          <p:cNvGrpSpPr>
            <a:grpSpLocks/>
          </p:cNvGrpSpPr>
          <p:nvPr>
            <p:custDataLst>
              <p:tags r:id="rId45"/>
            </p:custDataLst>
          </p:nvPr>
        </p:nvGrpSpPr>
        <p:grpSpPr bwMode="auto">
          <a:xfrm>
            <a:off x="4865688" y="6013450"/>
            <a:ext cx="1181100" cy="184150"/>
            <a:chOff x="3065" y="3289"/>
            <a:chExt cx="744" cy="116"/>
          </a:xfrm>
        </p:grpSpPr>
        <p:sp>
          <p:nvSpPr>
            <p:cNvPr id="22995" name="Freeform 63"/>
            <p:cNvSpPr>
              <a:spLocks/>
            </p:cNvSpPr>
            <p:nvPr/>
          </p:nvSpPr>
          <p:spPr bwMode="auto">
            <a:xfrm rot="435797">
              <a:off x="3065" y="328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96" name="Oval 64"/>
            <p:cNvSpPr>
              <a:spLocks noChangeArrowheads="1"/>
            </p:cNvSpPr>
            <p:nvPr/>
          </p:nvSpPr>
          <p:spPr bwMode="auto">
            <a:xfrm rot="435797">
              <a:off x="3264" y="3341"/>
              <a:ext cx="159" cy="25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1" name="Group 65"/>
          <p:cNvGrpSpPr>
            <a:grpSpLocks/>
          </p:cNvGrpSpPr>
          <p:nvPr>
            <p:custDataLst>
              <p:tags r:id="rId46"/>
            </p:custDataLst>
          </p:nvPr>
        </p:nvGrpSpPr>
        <p:grpSpPr bwMode="auto">
          <a:xfrm>
            <a:off x="2741613" y="6251575"/>
            <a:ext cx="1181100" cy="184150"/>
            <a:chOff x="1727" y="3439"/>
            <a:chExt cx="744" cy="116"/>
          </a:xfrm>
        </p:grpSpPr>
        <p:sp>
          <p:nvSpPr>
            <p:cNvPr id="22993" name="Freeform 66"/>
            <p:cNvSpPr>
              <a:spLocks/>
            </p:cNvSpPr>
            <p:nvPr/>
          </p:nvSpPr>
          <p:spPr bwMode="auto">
            <a:xfrm rot="-31921">
              <a:off x="1727" y="343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94" name="Oval 67"/>
            <p:cNvSpPr>
              <a:spLocks noChangeArrowheads="1"/>
            </p:cNvSpPr>
            <p:nvPr/>
          </p:nvSpPr>
          <p:spPr bwMode="auto">
            <a:xfrm rot="-31921">
              <a:off x="1928" y="3503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2" name="Group 68"/>
          <p:cNvGrpSpPr>
            <a:grpSpLocks/>
          </p:cNvGrpSpPr>
          <p:nvPr>
            <p:custDataLst>
              <p:tags r:id="rId47"/>
            </p:custDataLst>
          </p:nvPr>
        </p:nvGrpSpPr>
        <p:grpSpPr bwMode="auto">
          <a:xfrm>
            <a:off x="1733550" y="5911850"/>
            <a:ext cx="1181100" cy="184150"/>
            <a:chOff x="1092" y="3225"/>
            <a:chExt cx="744" cy="116"/>
          </a:xfrm>
        </p:grpSpPr>
        <p:sp>
          <p:nvSpPr>
            <p:cNvPr id="22991" name="Freeform 69"/>
            <p:cNvSpPr>
              <a:spLocks/>
            </p:cNvSpPr>
            <p:nvPr/>
          </p:nvSpPr>
          <p:spPr bwMode="auto">
            <a:xfrm rot="435797">
              <a:off x="1092" y="3225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92" name="Oval 70"/>
            <p:cNvSpPr>
              <a:spLocks noChangeArrowheads="1"/>
            </p:cNvSpPr>
            <p:nvPr/>
          </p:nvSpPr>
          <p:spPr bwMode="auto">
            <a:xfrm rot="435797">
              <a:off x="1291" y="3277"/>
              <a:ext cx="159" cy="25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3" name="Group 71"/>
          <p:cNvGrpSpPr>
            <a:grpSpLocks/>
          </p:cNvGrpSpPr>
          <p:nvPr>
            <p:custDataLst>
              <p:tags r:id="rId48"/>
            </p:custDataLst>
          </p:nvPr>
        </p:nvGrpSpPr>
        <p:grpSpPr bwMode="auto">
          <a:xfrm>
            <a:off x="6472238" y="5702300"/>
            <a:ext cx="1181100" cy="184150"/>
            <a:chOff x="4077" y="3093"/>
            <a:chExt cx="744" cy="116"/>
          </a:xfrm>
        </p:grpSpPr>
        <p:sp>
          <p:nvSpPr>
            <p:cNvPr id="22989" name="Freeform 72"/>
            <p:cNvSpPr>
              <a:spLocks/>
            </p:cNvSpPr>
            <p:nvPr/>
          </p:nvSpPr>
          <p:spPr bwMode="auto">
            <a:xfrm rot="661160">
              <a:off x="4077" y="3093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90" name="Oval 73"/>
            <p:cNvSpPr>
              <a:spLocks noChangeArrowheads="1"/>
            </p:cNvSpPr>
            <p:nvPr/>
          </p:nvSpPr>
          <p:spPr bwMode="auto">
            <a:xfrm rot="661160">
              <a:off x="4276" y="3139"/>
              <a:ext cx="159" cy="25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1553" name="Freeform 74"/>
          <p:cNvSpPr>
            <a:spLocks/>
          </p:cNvSpPr>
          <p:nvPr>
            <p:custDataLst>
              <p:tags r:id="rId49"/>
            </p:custDataLst>
          </p:nvPr>
        </p:nvSpPr>
        <p:spPr bwMode="auto">
          <a:xfrm rot="108416">
            <a:off x="4005263" y="5865813"/>
            <a:ext cx="942975" cy="141287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54" name="Freeform 75"/>
          <p:cNvSpPr>
            <a:spLocks/>
          </p:cNvSpPr>
          <p:nvPr>
            <p:custDataLst>
              <p:tags r:id="rId50"/>
            </p:custDataLst>
          </p:nvPr>
        </p:nvSpPr>
        <p:spPr bwMode="auto">
          <a:xfrm rot="108416">
            <a:off x="4710113" y="5811838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55" name="Oval 76"/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 rot="108416">
            <a:off x="4413250" y="5797550"/>
            <a:ext cx="252413" cy="42863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56" name="Oval 77"/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 rot="108416">
            <a:off x="4414838" y="5911850"/>
            <a:ext cx="252412" cy="42863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57" name="Oval 78"/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 rot="108416">
            <a:off x="5210175" y="5778500"/>
            <a:ext cx="252413" cy="42863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58" name="Oval 79"/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 rot="108416">
            <a:off x="5029200" y="5911850"/>
            <a:ext cx="252413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59" name="Freeform 80"/>
          <p:cNvSpPr>
            <a:spLocks/>
          </p:cNvSpPr>
          <p:nvPr>
            <p:custDataLst>
              <p:tags r:id="rId55"/>
            </p:custDataLst>
          </p:nvPr>
        </p:nvSpPr>
        <p:spPr bwMode="auto">
          <a:xfrm rot="545957" flipH="1">
            <a:off x="5805488" y="5745163"/>
            <a:ext cx="1009650" cy="131762"/>
          </a:xfrm>
          <a:custGeom>
            <a:avLst/>
            <a:gdLst>
              <a:gd name="T0" fmla="*/ 2147483647 w 559"/>
              <a:gd name="T1" fmla="*/ 2147483647 h 97"/>
              <a:gd name="T2" fmla="*/ 2147483647 w 559"/>
              <a:gd name="T3" fmla="*/ 2147483647 h 97"/>
              <a:gd name="T4" fmla="*/ 2147483647 w 559"/>
              <a:gd name="T5" fmla="*/ 2147483647 h 97"/>
              <a:gd name="T6" fmla="*/ 2147483647 w 559"/>
              <a:gd name="T7" fmla="*/ 2147483647 h 97"/>
              <a:gd name="T8" fmla="*/ 2147483647 w 559"/>
              <a:gd name="T9" fmla="*/ 2147483647 h 97"/>
              <a:gd name="T10" fmla="*/ 2147483647 w 559"/>
              <a:gd name="T11" fmla="*/ 2147483647 h 97"/>
              <a:gd name="T12" fmla="*/ 0 w 559"/>
              <a:gd name="T13" fmla="*/ 2147483647 h 97"/>
              <a:gd name="T14" fmla="*/ 2147483647 w 559"/>
              <a:gd name="T15" fmla="*/ 2147483647 h 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59"/>
              <a:gd name="T25" fmla="*/ 0 h 97"/>
              <a:gd name="T26" fmla="*/ 559 w 559"/>
              <a:gd name="T27" fmla="*/ 97 h 9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59" h="97">
                <a:moveTo>
                  <a:pt x="96" y="73"/>
                </a:moveTo>
                <a:cubicBezTo>
                  <a:pt x="166" y="96"/>
                  <a:pt x="219" y="93"/>
                  <a:pt x="300" y="97"/>
                </a:cubicBezTo>
                <a:cubicBezTo>
                  <a:pt x="368" y="95"/>
                  <a:pt x="436" y="96"/>
                  <a:pt x="504" y="91"/>
                </a:cubicBezTo>
                <a:cubicBezTo>
                  <a:pt x="517" y="90"/>
                  <a:pt x="540" y="79"/>
                  <a:pt x="540" y="79"/>
                </a:cubicBezTo>
                <a:cubicBezTo>
                  <a:pt x="559" y="23"/>
                  <a:pt x="470" y="20"/>
                  <a:pt x="432" y="19"/>
                </a:cubicBezTo>
                <a:cubicBezTo>
                  <a:pt x="334" y="16"/>
                  <a:pt x="236" y="15"/>
                  <a:pt x="138" y="13"/>
                </a:cubicBezTo>
                <a:cubicBezTo>
                  <a:pt x="112" y="15"/>
                  <a:pt x="14" y="0"/>
                  <a:pt x="0" y="43"/>
                </a:cubicBezTo>
                <a:cubicBezTo>
                  <a:pt x="19" y="72"/>
                  <a:pt x="63" y="84"/>
                  <a:pt x="96" y="73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60" name="Freeform 81"/>
          <p:cNvSpPr>
            <a:spLocks/>
          </p:cNvSpPr>
          <p:nvPr>
            <p:custDataLst>
              <p:tags r:id="rId56"/>
            </p:custDataLst>
          </p:nvPr>
        </p:nvSpPr>
        <p:spPr bwMode="auto">
          <a:xfrm rot="205950" flipH="1">
            <a:off x="6716713" y="5975350"/>
            <a:ext cx="942975" cy="141288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61" name="Freeform 82"/>
          <p:cNvSpPr>
            <a:spLocks/>
          </p:cNvSpPr>
          <p:nvPr>
            <p:custDataLst>
              <p:tags r:id="rId57"/>
            </p:custDataLst>
          </p:nvPr>
        </p:nvSpPr>
        <p:spPr bwMode="auto">
          <a:xfrm rot="205950" flipH="1">
            <a:off x="6608763" y="5842000"/>
            <a:ext cx="1176337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62" name="Freeform 83"/>
          <p:cNvSpPr>
            <a:spLocks/>
          </p:cNvSpPr>
          <p:nvPr>
            <p:custDataLst>
              <p:tags r:id="rId58"/>
            </p:custDataLst>
          </p:nvPr>
        </p:nvSpPr>
        <p:spPr bwMode="auto">
          <a:xfrm rot="205950" flipH="1">
            <a:off x="5776913" y="5859463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63" name="Oval 84"/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 rot="205950" flipH="1">
            <a:off x="7010400" y="5900738"/>
            <a:ext cx="252413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64" name="Oval 85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 rot="205950" flipH="1">
            <a:off x="6997700" y="6015038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65" name="Oval 86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 rot="205950" flipH="1">
            <a:off x="6218238" y="5810250"/>
            <a:ext cx="252412" cy="42863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66" name="Oval 87"/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 rot="205950" flipH="1">
            <a:off x="6384925" y="5976938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14" name="Group 88"/>
          <p:cNvGrpSpPr>
            <a:grpSpLocks/>
          </p:cNvGrpSpPr>
          <p:nvPr>
            <p:custDataLst>
              <p:tags r:id="rId63"/>
            </p:custDataLst>
          </p:nvPr>
        </p:nvGrpSpPr>
        <p:grpSpPr bwMode="auto">
          <a:xfrm>
            <a:off x="4862513" y="5959475"/>
            <a:ext cx="1181100" cy="185738"/>
            <a:chOff x="3063" y="3255"/>
            <a:chExt cx="744" cy="117"/>
          </a:xfrm>
        </p:grpSpPr>
        <p:sp>
          <p:nvSpPr>
            <p:cNvPr id="22987" name="Freeform 89"/>
            <p:cNvSpPr>
              <a:spLocks/>
            </p:cNvSpPr>
            <p:nvPr/>
          </p:nvSpPr>
          <p:spPr bwMode="auto">
            <a:xfrm rot="108416">
              <a:off x="3063" y="3255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88" name="Oval 90"/>
            <p:cNvSpPr>
              <a:spLocks noChangeArrowheads="1"/>
            </p:cNvSpPr>
            <p:nvPr/>
          </p:nvSpPr>
          <p:spPr bwMode="auto">
            <a:xfrm rot="108416">
              <a:off x="3264" y="331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5" name="Group 91"/>
          <p:cNvGrpSpPr>
            <a:grpSpLocks/>
          </p:cNvGrpSpPr>
          <p:nvPr>
            <p:custDataLst>
              <p:tags r:id="rId64"/>
            </p:custDataLst>
          </p:nvPr>
        </p:nvGrpSpPr>
        <p:grpSpPr bwMode="auto">
          <a:xfrm>
            <a:off x="5962650" y="5997575"/>
            <a:ext cx="1181100" cy="184150"/>
            <a:chOff x="3756" y="3279"/>
            <a:chExt cx="744" cy="116"/>
          </a:xfrm>
        </p:grpSpPr>
        <p:sp>
          <p:nvSpPr>
            <p:cNvPr id="22985" name="Freeform 92"/>
            <p:cNvSpPr>
              <a:spLocks/>
            </p:cNvSpPr>
            <p:nvPr/>
          </p:nvSpPr>
          <p:spPr bwMode="auto">
            <a:xfrm rot="435797">
              <a:off x="3756" y="327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86" name="Oval 93"/>
            <p:cNvSpPr>
              <a:spLocks noChangeArrowheads="1"/>
            </p:cNvSpPr>
            <p:nvPr/>
          </p:nvSpPr>
          <p:spPr bwMode="auto">
            <a:xfrm rot="435797">
              <a:off x="3955" y="333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6" name="Group 94"/>
          <p:cNvGrpSpPr>
            <a:grpSpLocks/>
          </p:cNvGrpSpPr>
          <p:nvPr>
            <p:custDataLst>
              <p:tags r:id="rId65"/>
            </p:custDataLst>
          </p:nvPr>
        </p:nvGrpSpPr>
        <p:grpSpPr bwMode="auto">
          <a:xfrm>
            <a:off x="3833813" y="5973763"/>
            <a:ext cx="1181100" cy="184150"/>
            <a:chOff x="2415" y="3264"/>
            <a:chExt cx="744" cy="116"/>
          </a:xfrm>
        </p:grpSpPr>
        <p:sp>
          <p:nvSpPr>
            <p:cNvPr id="22983" name="Freeform 95"/>
            <p:cNvSpPr>
              <a:spLocks/>
            </p:cNvSpPr>
            <p:nvPr/>
          </p:nvSpPr>
          <p:spPr bwMode="auto">
            <a:xfrm rot="435797">
              <a:off x="2415" y="326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84" name="Oval 96"/>
            <p:cNvSpPr>
              <a:spLocks noChangeArrowheads="1"/>
            </p:cNvSpPr>
            <p:nvPr/>
          </p:nvSpPr>
          <p:spPr bwMode="auto">
            <a:xfrm rot="435797">
              <a:off x="2614" y="331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1570" name="Freeform 97"/>
          <p:cNvSpPr>
            <a:spLocks/>
          </p:cNvSpPr>
          <p:nvPr>
            <p:custDataLst>
              <p:tags r:id="rId66"/>
            </p:custDataLst>
          </p:nvPr>
        </p:nvSpPr>
        <p:spPr bwMode="auto">
          <a:xfrm rot="108416">
            <a:off x="1633538" y="5722938"/>
            <a:ext cx="942975" cy="141287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71" name="Freeform 98"/>
          <p:cNvSpPr>
            <a:spLocks/>
          </p:cNvSpPr>
          <p:nvPr>
            <p:custDataLst>
              <p:tags r:id="rId67"/>
            </p:custDataLst>
          </p:nvPr>
        </p:nvSpPr>
        <p:spPr bwMode="auto">
          <a:xfrm rot="108416">
            <a:off x="2338388" y="5668963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72" name="Oval 99"/>
          <p:cNvSpPr>
            <a:spLocks noChangeArrowheads="1"/>
          </p:cNvSpPr>
          <p:nvPr>
            <p:custDataLst>
              <p:tags r:id="rId68"/>
            </p:custDataLst>
          </p:nvPr>
        </p:nvSpPr>
        <p:spPr bwMode="auto">
          <a:xfrm rot="108416">
            <a:off x="2041525" y="5654675"/>
            <a:ext cx="252413" cy="42863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73" name="Oval 100"/>
          <p:cNvSpPr>
            <a:spLocks noChangeArrowheads="1"/>
          </p:cNvSpPr>
          <p:nvPr>
            <p:custDataLst>
              <p:tags r:id="rId69"/>
            </p:custDataLst>
          </p:nvPr>
        </p:nvSpPr>
        <p:spPr bwMode="auto">
          <a:xfrm rot="108416">
            <a:off x="2043113" y="5768975"/>
            <a:ext cx="252412" cy="42863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74" name="Oval 101"/>
          <p:cNvSpPr>
            <a:spLocks noChangeArrowheads="1"/>
          </p:cNvSpPr>
          <p:nvPr>
            <p:custDataLst>
              <p:tags r:id="rId70"/>
            </p:custDataLst>
          </p:nvPr>
        </p:nvSpPr>
        <p:spPr bwMode="auto">
          <a:xfrm rot="108416">
            <a:off x="2657475" y="5768975"/>
            <a:ext cx="252413" cy="42863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75" name="Freeform 102"/>
          <p:cNvSpPr>
            <a:spLocks/>
          </p:cNvSpPr>
          <p:nvPr>
            <p:custDataLst>
              <p:tags r:id="rId71"/>
            </p:custDataLst>
          </p:nvPr>
        </p:nvSpPr>
        <p:spPr bwMode="auto">
          <a:xfrm rot="205950" flipH="1">
            <a:off x="4237038" y="5699125"/>
            <a:ext cx="1176337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76" name="Freeform 103"/>
          <p:cNvSpPr>
            <a:spLocks/>
          </p:cNvSpPr>
          <p:nvPr>
            <p:custDataLst>
              <p:tags r:id="rId72"/>
            </p:custDataLst>
          </p:nvPr>
        </p:nvSpPr>
        <p:spPr bwMode="auto">
          <a:xfrm rot="205950" flipH="1">
            <a:off x="3405188" y="5716588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77" name="Oval 104"/>
          <p:cNvSpPr>
            <a:spLocks noChangeArrowheads="1"/>
          </p:cNvSpPr>
          <p:nvPr>
            <p:custDataLst>
              <p:tags r:id="rId73"/>
            </p:custDataLst>
          </p:nvPr>
        </p:nvSpPr>
        <p:spPr bwMode="auto">
          <a:xfrm rot="205950" flipH="1">
            <a:off x="4638675" y="5757863"/>
            <a:ext cx="252413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78" name="Oval 105"/>
          <p:cNvSpPr>
            <a:spLocks noChangeArrowheads="1"/>
          </p:cNvSpPr>
          <p:nvPr>
            <p:custDataLst>
              <p:tags r:id="rId74"/>
            </p:custDataLst>
          </p:nvPr>
        </p:nvSpPr>
        <p:spPr bwMode="auto">
          <a:xfrm rot="205950" flipH="1">
            <a:off x="3846513" y="5667375"/>
            <a:ext cx="252412" cy="42863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79" name="Oval 106"/>
          <p:cNvSpPr>
            <a:spLocks noChangeArrowheads="1"/>
          </p:cNvSpPr>
          <p:nvPr>
            <p:custDataLst>
              <p:tags r:id="rId75"/>
            </p:custDataLst>
          </p:nvPr>
        </p:nvSpPr>
        <p:spPr bwMode="auto">
          <a:xfrm rot="205950" flipH="1">
            <a:off x="4013200" y="5834063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17" name="Group 107"/>
          <p:cNvGrpSpPr>
            <a:grpSpLocks/>
          </p:cNvGrpSpPr>
          <p:nvPr>
            <p:custDataLst>
              <p:tags r:id="rId76"/>
            </p:custDataLst>
          </p:nvPr>
        </p:nvGrpSpPr>
        <p:grpSpPr bwMode="auto">
          <a:xfrm>
            <a:off x="2490788" y="5816600"/>
            <a:ext cx="1181100" cy="185738"/>
            <a:chOff x="1569" y="3165"/>
            <a:chExt cx="744" cy="117"/>
          </a:xfrm>
        </p:grpSpPr>
        <p:sp>
          <p:nvSpPr>
            <p:cNvPr id="22981" name="Freeform 108"/>
            <p:cNvSpPr>
              <a:spLocks/>
            </p:cNvSpPr>
            <p:nvPr/>
          </p:nvSpPr>
          <p:spPr bwMode="auto">
            <a:xfrm rot="108416">
              <a:off x="1569" y="3165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82" name="Oval 109"/>
            <p:cNvSpPr>
              <a:spLocks noChangeArrowheads="1"/>
            </p:cNvSpPr>
            <p:nvPr/>
          </p:nvSpPr>
          <p:spPr bwMode="auto">
            <a:xfrm rot="108416">
              <a:off x="1770" y="322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8" name="Group 110"/>
          <p:cNvGrpSpPr>
            <a:grpSpLocks/>
          </p:cNvGrpSpPr>
          <p:nvPr>
            <p:custDataLst>
              <p:tags r:id="rId77"/>
            </p:custDataLst>
          </p:nvPr>
        </p:nvGrpSpPr>
        <p:grpSpPr bwMode="auto">
          <a:xfrm>
            <a:off x="3590925" y="5854700"/>
            <a:ext cx="1181100" cy="184150"/>
            <a:chOff x="2262" y="3189"/>
            <a:chExt cx="744" cy="116"/>
          </a:xfrm>
        </p:grpSpPr>
        <p:sp>
          <p:nvSpPr>
            <p:cNvPr id="22979" name="Freeform 111"/>
            <p:cNvSpPr>
              <a:spLocks/>
            </p:cNvSpPr>
            <p:nvPr/>
          </p:nvSpPr>
          <p:spPr bwMode="auto">
            <a:xfrm rot="435797">
              <a:off x="2262" y="318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80" name="Oval 112"/>
            <p:cNvSpPr>
              <a:spLocks noChangeArrowheads="1"/>
            </p:cNvSpPr>
            <p:nvPr/>
          </p:nvSpPr>
          <p:spPr bwMode="auto">
            <a:xfrm rot="435797">
              <a:off x="2461" y="324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19" name="Group 113"/>
          <p:cNvGrpSpPr>
            <a:grpSpLocks/>
          </p:cNvGrpSpPr>
          <p:nvPr>
            <p:custDataLst>
              <p:tags r:id="rId78"/>
            </p:custDataLst>
          </p:nvPr>
        </p:nvGrpSpPr>
        <p:grpSpPr bwMode="auto">
          <a:xfrm>
            <a:off x="1462088" y="5792788"/>
            <a:ext cx="1181100" cy="184150"/>
            <a:chOff x="921" y="3150"/>
            <a:chExt cx="744" cy="116"/>
          </a:xfrm>
        </p:grpSpPr>
        <p:sp>
          <p:nvSpPr>
            <p:cNvPr id="22977" name="Freeform 114"/>
            <p:cNvSpPr>
              <a:spLocks/>
            </p:cNvSpPr>
            <p:nvPr/>
          </p:nvSpPr>
          <p:spPr bwMode="auto">
            <a:xfrm rot="435797">
              <a:off x="921" y="3150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78" name="Oval 115"/>
            <p:cNvSpPr>
              <a:spLocks noChangeArrowheads="1"/>
            </p:cNvSpPr>
            <p:nvPr/>
          </p:nvSpPr>
          <p:spPr bwMode="auto">
            <a:xfrm rot="435797">
              <a:off x="1120" y="3202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0" name="Group 116"/>
          <p:cNvGrpSpPr>
            <a:grpSpLocks/>
          </p:cNvGrpSpPr>
          <p:nvPr>
            <p:custDataLst>
              <p:tags r:id="rId79"/>
            </p:custDataLst>
          </p:nvPr>
        </p:nvGrpSpPr>
        <p:grpSpPr bwMode="auto">
          <a:xfrm>
            <a:off x="4833938" y="5688013"/>
            <a:ext cx="1181100" cy="184150"/>
            <a:chOff x="3045" y="3084"/>
            <a:chExt cx="744" cy="116"/>
          </a:xfrm>
        </p:grpSpPr>
        <p:sp>
          <p:nvSpPr>
            <p:cNvPr id="22975" name="Freeform 117"/>
            <p:cNvSpPr>
              <a:spLocks/>
            </p:cNvSpPr>
            <p:nvPr/>
          </p:nvSpPr>
          <p:spPr bwMode="auto">
            <a:xfrm rot="435797">
              <a:off x="3045" y="308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76" name="Oval 118"/>
            <p:cNvSpPr>
              <a:spLocks noChangeArrowheads="1"/>
            </p:cNvSpPr>
            <p:nvPr/>
          </p:nvSpPr>
          <p:spPr bwMode="auto">
            <a:xfrm rot="435797">
              <a:off x="3244" y="3136"/>
              <a:ext cx="159" cy="25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" name="Group 119"/>
          <p:cNvGrpSpPr>
            <a:grpSpLocks/>
          </p:cNvGrpSpPr>
          <p:nvPr>
            <p:custDataLst>
              <p:tags r:id="rId80"/>
            </p:custDataLst>
          </p:nvPr>
        </p:nvGrpSpPr>
        <p:grpSpPr bwMode="auto">
          <a:xfrm>
            <a:off x="2709863" y="5926138"/>
            <a:ext cx="1181100" cy="184150"/>
            <a:chOff x="1707" y="3234"/>
            <a:chExt cx="744" cy="116"/>
          </a:xfrm>
        </p:grpSpPr>
        <p:sp>
          <p:nvSpPr>
            <p:cNvPr id="22973" name="Freeform 120"/>
            <p:cNvSpPr>
              <a:spLocks/>
            </p:cNvSpPr>
            <p:nvPr/>
          </p:nvSpPr>
          <p:spPr bwMode="auto">
            <a:xfrm rot="-31921">
              <a:off x="1707" y="323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74" name="Oval 121"/>
            <p:cNvSpPr>
              <a:spLocks noChangeArrowheads="1"/>
            </p:cNvSpPr>
            <p:nvPr/>
          </p:nvSpPr>
          <p:spPr bwMode="auto">
            <a:xfrm rot="-31921">
              <a:off x="1908" y="3298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" name="Group 122"/>
          <p:cNvGrpSpPr>
            <a:grpSpLocks/>
          </p:cNvGrpSpPr>
          <p:nvPr>
            <p:custDataLst>
              <p:tags r:id="rId81"/>
            </p:custDataLst>
          </p:nvPr>
        </p:nvGrpSpPr>
        <p:grpSpPr bwMode="auto">
          <a:xfrm>
            <a:off x="1716088" y="5624513"/>
            <a:ext cx="1181100" cy="184150"/>
            <a:chOff x="1081" y="3044"/>
            <a:chExt cx="744" cy="116"/>
          </a:xfrm>
        </p:grpSpPr>
        <p:sp>
          <p:nvSpPr>
            <p:cNvPr id="22971" name="Freeform 123"/>
            <p:cNvSpPr>
              <a:spLocks/>
            </p:cNvSpPr>
            <p:nvPr/>
          </p:nvSpPr>
          <p:spPr bwMode="auto">
            <a:xfrm rot="435797">
              <a:off x="1081" y="304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72" name="Oval 124"/>
            <p:cNvSpPr>
              <a:spLocks noChangeArrowheads="1"/>
            </p:cNvSpPr>
            <p:nvPr/>
          </p:nvSpPr>
          <p:spPr bwMode="auto">
            <a:xfrm rot="435797">
              <a:off x="1280" y="309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3" name="Group 125"/>
          <p:cNvGrpSpPr>
            <a:grpSpLocks/>
          </p:cNvGrpSpPr>
          <p:nvPr>
            <p:custDataLst>
              <p:tags r:id="rId82"/>
            </p:custDataLst>
          </p:nvPr>
        </p:nvGrpSpPr>
        <p:grpSpPr bwMode="auto">
          <a:xfrm>
            <a:off x="6454775" y="5414963"/>
            <a:ext cx="1181100" cy="184150"/>
            <a:chOff x="4066" y="2912"/>
            <a:chExt cx="744" cy="116"/>
          </a:xfrm>
        </p:grpSpPr>
        <p:sp>
          <p:nvSpPr>
            <p:cNvPr id="22969" name="Freeform 126"/>
            <p:cNvSpPr>
              <a:spLocks/>
            </p:cNvSpPr>
            <p:nvPr/>
          </p:nvSpPr>
          <p:spPr bwMode="auto">
            <a:xfrm rot="661160">
              <a:off x="4066" y="2912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70" name="Oval 127"/>
            <p:cNvSpPr>
              <a:spLocks noChangeArrowheads="1"/>
            </p:cNvSpPr>
            <p:nvPr/>
          </p:nvSpPr>
          <p:spPr bwMode="auto">
            <a:xfrm rot="661160">
              <a:off x="4265" y="2958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" name="Group 128"/>
          <p:cNvGrpSpPr>
            <a:grpSpLocks/>
          </p:cNvGrpSpPr>
          <p:nvPr>
            <p:custDataLst>
              <p:tags r:id="rId83"/>
            </p:custDataLst>
          </p:nvPr>
        </p:nvGrpSpPr>
        <p:grpSpPr bwMode="auto">
          <a:xfrm>
            <a:off x="6513513" y="5097463"/>
            <a:ext cx="1181100" cy="398462"/>
            <a:chOff x="4103" y="2712"/>
            <a:chExt cx="744" cy="251"/>
          </a:xfrm>
        </p:grpSpPr>
        <p:sp>
          <p:nvSpPr>
            <p:cNvPr id="22962" name="Freeform 129"/>
            <p:cNvSpPr>
              <a:spLocks/>
            </p:cNvSpPr>
            <p:nvPr/>
          </p:nvSpPr>
          <p:spPr bwMode="auto">
            <a:xfrm rot="257327">
              <a:off x="4137" y="2712"/>
              <a:ext cx="636" cy="83"/>
            </a:xfrm>
            <a:custGeom>
              <a:avLst/>
              <a:gdLst>
                <a:gd name="T0" fmla="*/ 182 w 559"/>
                <a:gd name="T1" fmla="*/ 33 h 97"/>
                <a:gd name="T2" fmla="*/ 571 w 559"/>
                <a:gd name="T3" fmla="*/ 44 h 97"/>
                <a:gd name="T4" fmla="*/ 960 w 559"/>
                <a:gd name="T5" fmla="*/ 42 h 97"/>
                <a:gd name="T6" fmla="*/ 1030 w 559"/>
                <a:gd name="T7" fmla="*/ 37 h 97"/>
                <a:gd name="T8" fmla="*/ 825 w 559"/>
                <a:gd name="T9" fmla="*/ 9 h 97"/>
                <a:gd name="T10" fmla="*/ 264 w 559"/>
                <a:gd name="T11" fmla="*/ 6 h 97"/>
                <a:gd name="T12" fmla="*/ 0 w 559"/>
                <a:gd name="T13" fmla="*/ 20 h 97"/>
                <a:gd name="T14" fmla="*/ 182 w 559"/>
                <a:gd name="T15" fmla="*/ 33 h 9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59"/>
                <a:gd name="T25" fmla="*/ 0 h 97"/>
                <a:gd name="T26" fmla="*/ 559 w 559"/>
                <a:gd name="T27" fmla="*/ 97 h 9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59" h="97">
                  <a:moveTo>
                    <a:pt x="96" y="73"/>
                  </a:moveTo>
                  <a:cubicBezTo>
                    <a:pt x="166" y="96"/>
                    <a:pt x="219" y="93"/>
                    <a:pt x="300" y="97"/>
                  </a:cubicBezTo>
                  <a:cubicBezTo>
                    <a:pt x="368" y="95"/>
                    <a:pt x="436" y="96"/>
                    <a:pt x="504" y="91"/>
                  </a:cubicBezTo>
                  <a:cubicBezTo>
                    <a:pt x="517" y="90"/>
                    <a:pt x="540" y="79"/>
                    <a:pt x="540" y="79"/>
                  </a:cubicBezTo>
                  <a:cubicBezTo>
                    <a:pt x="559" y="23"/>
                    <a:pt x="470" y="20"/>
                    <a:pt x="432" y="19"/>
                  </a:cubicBezTo>
                  <a:cubicBezTo>
                    <a:pt x="334" y="16"/>
                    <a:pt x="236" y="15"/>
                    <a:pt x="138" y="13"/>
                  </a:cubicBezTo>
                  <a:cubicBezTo>
                    <a:pt x="112" y="15"/>
                    <a:pt x="14" y="0"/>
                    <a:pt x="0" y="43"/>
                  </a:cubicBezTo>
                  <a:cubicBezTo>
                    <a:pt x="19" y="72"/>
                    <a:pt x="63" y="84"/>
                    <a:pt x="96" y="73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63" name="Freeform 130"/>
            <p:cNvSpPr>
              <a:spLocks/>
            </p:cNvSpPr>
            <p:nvPr/>
          </p:nvSpPr>
          <p:spPr bwMode="auto">
            <a:xfrm rot="597335">
              <a:off x="4103" y="276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64" name="Oval 131"/>
            <p:cNvSpPr>
              <a:spLocks noChangeArrowheads="1"/>
            </p:cNvSpPr>
            <p:nvPr/>
          </p:nvSpPr>
          <p:spPr bwMode="auto">
            <a:xfrm rot="597335">
              <a:off x="4394" y="2758"/>
              <a:ext cx="159" cy="27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965" name="Oval 132"/>
            <p:cNvSpPr>
              <a:spLocks noChangeArrowheads="1"/>
            </p:cNvSpPr>
            <p:nvPr/>
          </p:nvSpPr>
          <p:spPr bwMode="auto">
            <a:xfrm rot="597335">
              <a:off x="4483" y="2835"/>
              <a:ext cx="159" cy="27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5" name="Group 133"/>
            <p:cNvGrpSpPr>
              <a:grpSpLocks/>
            </p:cNvGrpSpPr>
            <p:nvPr/>
          </p:nvGrpSpPr>
          <p:grpSpPr bwMode="auto">
            <a:xfrm>
              <a:off x="4172" y="2847"/>
              <a:ext cx="645" cy="116"/>
              <a:chOff x="4172" y="2847"/>
              <a:chExt cx="645" cy="116"/>
            </a:xfrm>
          </p:grpSpPr>
          <p:sp>
            <p:nvSpPr>
              <p:cNvPr id="22967" name="Freeform 134"/>
              <p:cNvSpPr>
                <a:spLocks/>
              </p:cNvSpPr>
              <p:nvPr/>
            </p:nvSpPr>
            <p:spPr bwMode="auto">
              <a:xfrm rot="367487" flipH="1">
                <a:off x="4172" y="2847"/>
                <a:ext cx="645" cy="116"/>
              </a:xfrm>
              <a:custGeom>
                <a:avLst/>
                <a:gdLst>
                  <a:gd name="T0" fmla="*/ 17 w 744"/>
                  <a:gd name="T1" fmla="*/ 59 h 126"/>
                  <a:gd name="T2" fmla="*/ 53 w 744"/>
                  <a:gd name="T3" fmla="*/ 75 h 126"/>
                  <a:gd name="T4" fmla="*/ 94 w 744"/>
                  <a:gd name="T5" fmla="*/ 84 h 126"/>
                  <a:gd name="T6" fmla="*/ 227 w 744"/>
                  <a:gd name="T7" fmla="*/ 71 h 126"/>
                  <a:gd name="T8" fmla="*/ 347 w 744"/>
                  <a:gd name="T9" fmla="*/ 55 h 126"/>
                  <a:gd name="T10" fmla="*/ 308 w 744"/>
                  <a:gd name="T11" fmla="*/ 0 h 126"/>
                  <a:gd name="T12" fmla="*/ 176 w 744"/>
                  <a:gd name="T13" fmla="*/ 20 h 126"/>
                  <a:gd name="T14" fmla="*/ 17 w 744"/>
                  <a:gd name="T15" fmla="*/ 32 h 126"/>
                  <a:gd name="T16" fmla="*/ 17 w 744"/>
                  <a:gd name="T17" fmla="*/ 59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968" name="Oval 135"/>
              <p:cNvSpPr>
                <a:spLocks noChangeArrowheads="1"/>
              </p:cNvSpPr>
              <p:nvPr/>
            </p:nvSpPr>
            <p:spPr bwMode="auto">
              <a:xfrm rot="367487" flipH="1">
                <a:off x="4502" y="2918"/>
                <a:ext cx="138" cy="25"/>
              </a:xfrm>
              <a:prstGeom prst="ellipse">
                <a:avLst/>
              </a:prstGeom>
              <a:solidFill>
                <a:srgbClr val="B2B2B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sp>
        <p:nvSpPr>
          <p:cNvPr id="21588" name="Freeform 136"/>
          <p:cNvSpPr>
            <a:spLocks/>
          </p:cNvSpPr>
          <p:nvPr>
            <p:custDataLst>
              <p:tags r:id="rId84"/>
            </p:custDataLst>
          </p:nvPr>
        </p:nvSpPr>
        <p:spPr bwMode="auto">
          <a:xfrm rot="108416">
            <a:off x="3987800" y="5578475"/>
            <a:ext cx="942975" cy="141288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89" name="Freeform 137"/>
          <p:cNvSpPr>
            <a:spLocks/>
          </p:cNvSpPr>
          <p:nvPr>
            <p:custDataLst>
              <p:tags r:id="rId85"/>
            </p:custDataLst>
          </p:nvPr>
        </p:nvSpPr>
        <p:spPr bwMode="auto">
          <a:xfrm rot="108416">
            <a:off x="4692650" y="5524500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90" name="Oval 138"/>
          <p:cNvSpPr>
            <a:spLocks noChangeArrowheads="1"/>
          </p:cNvSpPr>
          <p:nvPr>
            <p:custDataLst>
              <p:tags r:id="rId86"/>
            </p:custDataLst>
          </p:nvPr>
        </p:nvSpPr>
        <p:spPr bwMode="auto">
          <a:xfrm rot="108416">
            <a:off x="4395788" y="5510213"/>
            <a:ext cx="252412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91" name="Oval 139"/>
          <p:cNvSpPr>
            <a:spLocks noChangeArrowheads="1"/>
          </p:cNvSpPr>
          <p:nvPr>
            <p:custDataLst>
              <p:tags r:id="rId87"/>
            </p:custDataLst>
          </p:nvPr>
        </p:nvSpPr>
        <p:spPr bwMode="auto">
          <a:xfrm rot="108416">
            <a:off x="4397375" y="5624513"/>
            <a:ext cx="252413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92" name="Oval 140"/>
          <p:cNvSpPr>
            <a:spLocks noChangeArrowheads="1"/>
          </p:cNvSpPr>
          <p:nvPr>
            <p:custDataLst>
              <p:tags r:id="rId88"/>
            </p:custDataLst>
          </p:nvPr>
        </p:nvSpPr>
        <p:spPr bwMode="auto">
          <a:xfrm rot="108416">
            <a:off x="5192713" y="5491163"/>
            <a:ext cx="252412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93" name="Oval 141"/>
          <p:cNvSpPr>
            <a:spLocks noChangeArrowheads="1"/>
          </p:cNvSpPr>
          <p:nvPr>
            <p:custDataLst>
              <p:tags r:id="rId89"/>
            </p:custDataLst>
          </p:nvPr>
        </p:nvSpPr>
        <p:spPr bwMode="auto">
          <a:xfrm rot="108416">
            <a:off x="5011738" y="5624513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94" name="Freeform 142"/>
          <p:cNvSpPr>
            <a:spLocks/>
          </p:cNvSpPr>
          <p:nvPr>
            <p:custDataLst>
              <p:tags r:id="rId90"/>
            </p:custDataLst>
          </p:nvPr>
        </p:nvSpPr>
        <p:spPr bwMode="auto">
          <a:xfrm rot="545957" flipH="1">
            <a:off x="5788025" y="5457825"/>
            <a:ext cx="1009650" cy="131763"/>
          </a:xfrm>
          <a:custGeom>
            <a:avLst/>
            <a:gdLst>
              <a:gd name="T0" fmla="*/ 2147483647 w 559"/>
              <a:gd name="T1" fmla="*/ 2147483647 h 97"/>
              <a:gd name="T2" fmla="*/ 2147483647 w 559"/>
              <a:gd name="T3" fmla="*/ 2147483647 h 97"/>
              <a:gd name="T4" fmla="*/ 2147483647 w 559"/>
              <a:gd name="T5" fmla="*/ 2147483647 h 97"/>
              <a:gd name="T6" fmla="*/ 2147483647 w 559"/>
              <a:gd name="T7" fmla="*/ 2147483647 h 97"/>
              <a:gd name="T8" fmla="*/ 2147483647 w 559"/>
              <a:gd name="T9" fmla="*/ 2147483647 h 97"/>
              <a:gd name="T10" fmla="*/ 2147483647 w 559"/>
              <a:gd name="T11" fmla="*/ 2147483647 h 97"/>
              <a:gd name="T12" fmla="*/ 0 w 559"/>
              <a:gd name="T13" fmla="*/ 2147483647 h 97"/>
              <a:gd name="T14" fmla="*/ 2147483647 w 559"/>
              <a:gd name="T15" fmla="*/ 2147483647 h 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59"/>
              <a:gd name="T25" fmla="*/ 0 h 97"/>
              <a:gd name="T26" fmla="*/ 559 w 559"/>
              <a:gd name="T27" fmla="*/ 97 h 9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59" h="97">
                <a:moveTo>
                  <a:pt x="96" y="73"/>
                </a:moveTo>
                <a:cubicBezTo>
                  <a:pt x="166" y="96"/>
                  <a:pt x="219" y="93"/>
                  <a:pt x="300" y="97"/>
                </a:cubicBezTo>
                <a:cubicBezTo>
                  <a:pt x="368" y="95"/>
                  <a:pt x="436" y="96"/>
                  <a:pt x="504" y="91"/>
                </a:cubicBezTo>
                <a:cubicBezTo>
                  <a:pt x="517" y="90"/>
                  <a:pt x="540" y="79"/>
                  <a:pt x="540" y="79"/>
                </a:cubicBezTo>
                <a:cubicBezTo>
                  <a:pt x="559" y="23"/>
                  <a:pt x="470" y="20"/>
                  <a:pt x="432" y="19"/>
                </a:cubicBezTo>
                <a:cubicBezTo>
                  <a:pt x="334" y="16"/>
                  <a:pt x="236" y="15"/>
                  <a:pt x="138" y="13"/>
                </a:cubicBezTo>
                <a:cubicBezTo>
                  <a:pt x="112" y="15"/>
                  <a:pt x="14" y="0"/>
                  <a:pt x="0" y="43"/>
                </a:cubicBezTo>
                <a:cubicBezTo>
                  <a:pt x="19" y="72"/>
                  <a:pt x="63" y="84"/>
                  <a:pt x="96" y="73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95" name="Freeform 143"/>
          <p:cNvSpPr>
            <a:spLocks/>
          </p:cNvSpPr>
          <p:nvPr>
            <p:custDataLst>
              <p:tags r:id="rId91"/>
            </p:custDataLst>
          </p:nvPr>
        </p:nvSpPr>
        <p:spPr bwMode="auto">
          <a:xfrm rot="205950" flipH="1">
            <a:off x="6699250" y="5688013"/>
            <a:ext cx="942975" cy="141287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96" name="Freeform 144"/>
          <p:cNvSpPr>
            <a:spLocks/>
          </p:cNvSpPr>
          <p:nvPr>
            <p:custDataLst>
              <p:tags r:id="rId92"/>
            </p:custDataLst>
          </p:nvPr>
        </p:nvSpPr>
        <p:spPr bwMode="auto">
          <a:xfrm rot="205950" flipH="1">
            <a:off x="6591300" y="5554663"/>
            <a:ext cx="1176338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97" name="Freeform 145"/>
          <p:cNvSpPr>
            <a:spLocks/>
          </p:cNvSpPr>
          <p:nvPr>
            <p:custDataLst>
              <p:tags r:id="rId93"/>
            </p:custDataLst>
          </p:nvPr>
        </p:nvSpPr>
        <p:spPr bwMode="auto">
          <a:xfrm rot="205950" flipH="1">
            <a:off x="5759450" y="5572125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598" name="Oval 146"/>
          <p:cNvSpPr>
            <a:spLocks noChangeArrowheads="1"/>
          </p:cNvSpPr>
          <p:nvPr>
            <p:custDataLst>
              <p:tags r:id="rId94"/>
            </p:custDataLst>
          </p:nvPr>
        </p:nvSpPr>
        <p:spPr bwMode="auto">
          <a:xfrm rot="205950" flipH="1">
            <a:off x="6992938" y="5613400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599" name="Oval 147"/>
          <p:cNvSpPr>
            <a:spLocks noChangeArrowheads="1"/>
          </p:cNvSpPr>
          <p:nvPr>
            <p:custDataLst>
              <p:tags r:id="rId95"/>
            </p:custDataLst>
          </p:nvPr>
        </p:nvSpPr>
        <p:spPr bwMode="auto">
          <a:xfrm rot="205950" flipH="1">
            <a:off x="6980238" y="5727700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00" name="Oval 148"/>
          <p:cNvSpPr>
            <a:spLocks noChangeArrowheads="1"/>
          </p:cNvSpPr>
          <p:nvPr>
            <p:custDataLst>
              <p:tags r:id="rId96"/>
            </p:custDataLst>
          </p:nvPr>
        </p:nvSpPr>
        <p:spPr bwMode="auto">
          <a:xfrm rot="205950" flipH="1">
            <a:off x="6200775" y="5522913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01" name="Oval 149"/>
          <p:cNvSpPr>
            <a:spLocks noChangeArrowheads="1"/>
          </p:cNvSpPr>
          <p:nvPr>
            <p:custDataLst>
              <p:tags r:id="rId97"/>
            </p:custDataLst>
          </p:nvPr>
        </p:nvSpPr>
        <p:spPr bwMode="auto">
          <a:xfrm rot="205950" flipH="1">
            <a:off x="6367463" y="5689600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6" name="Group 150"/>
          <p:cNvGrpSpPr>
            <a:grpSpLocks/>
          </p:cNvGrpSpPr>
          <p:nvPr>
            <p:custDataLst>
              <p:tags r:id="rId98"/>
            </p:custDataLst>
          </p:nvPr>
        </p:nvGrpSpPr>
        <p:grpSpPr bwMode="auto">
          <a:xfrm>
            <a:off x="4845050" y="5672138"/>
            <a:ext cx="1181100" cy="185737"/>
            <a:chOff x="3052" y="3074"/>
            <a:chExt cx="744" cy="117"/>
          </a:xfrm>
        </p:grpSpPr>
        <p:sp>
          <p:nvSpPr>
            <p:cNvPr id="22960" name="Freeform 151"/>
            <p:cNvSpPr>
              <a:spLocks/>
            </p:cNvSpPr>
            <p:nvPr/>
          </p:nvSpPr>
          <p:spPr bwMode="auto">
            <a:xfrm rot="108416">
              <a:off x="3052" y="3074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61" name="Oval 152"/>
            <p:cNvSpPr>
              <a:spLocks noChangeArrowheads="1"/>
            </p:cNvSpPr>
            <p:nvPr/>
          </p:nvSpPr>
          <p:spPr bwMode="auto">
            <a:xfrm rot="108416">
              <a:off x="3253" y="3135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7" name="Group 153"/>
          <p:cNvGrpSpPr>
            <a:grpSpLocks/>
          </p:cNvGrpSpPr>
          <p:nvPr>
            <p:custDataLst>
              <p:tags r:id="rId99"/>
            </p:custDataLst>
          </p:nvPr>
        </p:nvGrpSpPr>
        <p:grpSpPr bwMode="auto">
          <a:xfrm>
            <a:off x="5945188" y="5710238"/>
            <a:ext cx="1181100" cy="184150"/>
            <a:chOff x="3745" y="3098"/>
            <a:chExt cx="744" cy="116"/>
          </a:xfrm>
        </p:grpSpPr>
        <p:sp>
          <p:nvSpPr>
            <p:cNvPr id="22958" name="Freeform 154"/>
            <p:cNvSpPr>
              <a:spLocks/>
            </p:cNvSpPr>
            <p:nvPr/>
          </p:nvSpPr>
          <p:spPr bwMode="auto">
            <a:xfrm rot="435797">
              <a:off x="3745" y="3098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59" name="Oval 155"/>
            <p:cNvSpPr>
              <a:spLocks noChangeArrowheads="1"/>
            </p:cNvSpPr>
            <p:nvPr/>
          </p:nvSpPr>
          <p:spPr bwMode="auto">
            <a:xfrm rot="435797">
              <a:off x="3944" y="3150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8" name="Group 156"/>
          <p:cNvGrpSpPr>
            <a:grpSpLocks/>
          </p:cNvGrpSpPr>
          <p:nvPr>
            <p:custDataLst>
              <p:tags r:id="rId100"/>
            </p:custDataLst>
          </p:nvPr>
        </p:nvGrpSpPr>
        <p:grpSpPr bwMode="auto">
          <a:xfrm>
            <a:off x="3816350" y="5686425"/>
            <a:ext cx="1181100" cy="184150"/>
            <a:chOff x="2404" y="3083"/>
            <a:chExt cx="744" cy="116"/>
          </a:xfrm>
        </p:grpSpPr>
        <p:sp>
          <p:nvSpPr>
            <p:cNvPr id="22956" name="Freeform 157"/>
            <p:cNvSpPr>
              <a:spLocks/>
            </p:cNvSpPr>
            <p:nvPr/>
          </p:nvSpPr>
          <p:spPr bwMode="auto">
            <a:xfrm rot="435797">
              <a:off x="2404" y="3083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57" name="Oval 158"/>
            <p:cNvSpPr>
              <a:spLocks noChangeArrowheads="1"/>
            </p:cNvSpPr>
            <p:nvPr/>
          </p:nvSpPr>
          <p:spPr bwMode="auto">
            <a:xfrm rot="435797">
              <a:off x="2603" y="3135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1605" name="Freeform 159"/>
          <p:cNvSpPr>
            <a:spLocks/>
          </p:cNvSpPr>
          <p:nvPr>
            <p:custDataLst>
              <p:tags r:id="rId101"/>
            </p:custDataLst>
          </p:nvPr>
        </p:nvSpPr>
        <p:spPr bwMode="auto">
          <a:xfrm rot="108416">
            <a:off x="1616075" y="5435600"/>
            <a:ext cx="942975" cy="141288"/>
          </a:xfrm>
          <a:custGeom>
            <a:avLst/>
            <a:gdLst>
              <a:gd name="T0" fmla="*/ 2147483647 w 594"/>
              <a:gd name="T1" fmla="*/ 2147483647 h 97"/>
              <a:gd name="T2" fmla="*/ 2147483647 w 594"/>
              <a:gd name="T3" fmla="*/ 2147483647 h 97"/>
              <a:gd name="T4" fmla="*/ 2147483647 w 594"/>
              <a:gd name="T5" fmla="*/ 2147483647 h 97"/>
              <a:gd name="T6" fmla="*/ 2147483647 w 594"/>
              <a:gd name="T7" fmla="*/ 2147483647 h 97"/>
              <a:gd name="T8" fmla="*/ 2147483647 w 594"/>
              <a:gd name="T9" fmla="*/ 2147483647 h 97"/>
              <a:gd name="T10" fmla="*/ 2147483647 w 594"/>
              <a:gd name="T11" fmla="*/ 0 h 97"/>
              <a:gd name="T12" fmla="*/ 2147483647 w 594"/>
              <a:gd name="T13" fmla="*/ 2147483647 h 97"/>
              <a:gd name="T14" fmla="*/ 0 w 594"/>
              <a:gd name="T15" fmla="*/ 2147483647 h 97"/>
              <a:gd name="T16" fmla="*/ 2147483647 w 594"/>
              <a:gd name="T17" fmla="*/ 2147483647 h 97"/>
              <a:gd name="T18" fmla="*/ 2147483647 w 594"/>
              <a:gd name="T19" fmla="*/ 2147483647 h 97"/>
              <a:gd name="T20" fmla="*/ 2147483647 w 594"/>
              <a:gd name="T21" fmla="*/ 2147483647 h 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4"/>
              <a:gd name="T34" fmla="*/ 0 h 97"/>
              <a:gd name="T35" fmla="*/ 594 w 594"/>
              <a:gd name="T36" fmla="*/ 97 h 9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4" h="97">
                <a:moveTo>
                  <a:pt x="162" y="48"/>
                </a:moveTo>
                <a:cubicBezTo>
                  <a:pt x="208" y="57"/>
                  <a:pt x="182" y="52"/>
                  <a:pt x="240" y="66"/>
                </a:cubicBezTo>
                <a:cubicBezTo>
                  <a:pt x="267" y="73"/>
                  <a:pt x="324" y="78"/>
                  <a:pt x="324" y="78"/>
                </a:cubicBezTo>
                <a:cubicBezTo>
                  <a:pt x="351" y="77"/>
                  <a:pt x="529" y="97"/>
                  <a:pt x="594" y="54"/>
                </a:cubicBezTo>
                <a:cubicBezTo>
                  <a:pt x="526" y="31"/>
                  <a:pt x="462" y="18"/>
                  <a:pt x="390" y="12"/>
                </a:cubicBezTo>
                <a:cubicBezTo>
                  <a:pt x="336" y="8"/>
                  <a:pt x="228" y="0"/>
                  <a:pt x="228" y="0"/>
                </a:cubicBezTo>
                <a:cubicBezTo>
                  <a:pt x="164" y="2"/>
                  <a:pt x="100" y="3"/>
                  <a:pt x="36" y="6"/>
                </a:cubicBezTo>
                <a:cubicBezTo>
                  <a:pt x="2" y="8"/>
                  <a:pt x="8" y="6"/>
                  <a:pt x="0" y="30"/>
                </a:cubicBezTo>
                <a:cubicBezTo>
                  <a:pt x="29" y="49"/>
                  <a:pt x="11" y="40"/>
                  <a:pt x="54" y="54"/>
                </a:cubicBezTo>
                <a:cubicBezTo>
                  <a:pt x="60" y="56"/>
                  <a:pt x="72" y="60"/>
                  <a:pt x="72" y="60"/>
                </a:cubicBezTo>
                <a:cubicBezTo>
                  <a:pt x="178" y="54"/>
                  <a:pt x="204" y="69"/>
                  <a:pt x="162" y="48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06" name="Freeform 160"/>
          <p:cNvSpPr>
            <a:spLocks/>
          </p:cNvSpPr>
          <p:nvPr>
            <p:custDataLst>
              <p:tags r:id="rId102"/>
            </p:custDataLst>
          </p:nvPr>
        </p:nvSpPr>
        <p:spPr bwMode="auto">
          <a:xfrm rot="108416">
            <a:off x="2320925" y="5381625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07" name="Oval 161"/>
          <p:cNvSpPr>
            <a:spLocks noChangeArrowheads="1"/>
          </p:cNvSpPr>
          <p:nvPr>
            <p:custDataLst>
              <p:tags r:id="rId103"/>
            </p:custDataLst>
          </p:nvPr>
        </p:nvSpPr>
        <p:spPr bwMode="auto">
          <a:xfrm rot="108416">
            <a:off x="2024063" y="5367338"/>
            <a:ext cx="252412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08" name="Oval 162"/>
          <p:cNvSpPr>
            <a:spLocks noChangeArrowheads="1"/>
          </p:cNvSpPr>
          <p:nvPr>
            <p:custDataLst>
              <p:tags r:id="rId104"/>
            </p:custDataLst>
          </p:nvPr>
        </p:nvSpPr>
        <p:spPr bwMode="auto">
          <a:xfrm rot="108416">
            <a:off x="2025650" y="5481638"/>
            <a:ext cx="252413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09" name="Oval 163"/>
          <p:cNvSpPr>
            <a:spLocks noChangeArrowheads="1"/>
          </p:cNvSpPr>
          <p:nvPr>
            <p:custDataLst>
              <p:tags r:id="rId105"/>
            </p:custDataLst>
          </p:nvPr>
        </p:nvSpPr>
        <p:spPr bwMode="auto">
          <a:xfrm rot="108416">
            <a:off x="2820988" y="5348288"/>
            <a:ext cx="252412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10" name="Oval 164"/>
          <p:cNvSpPr>
            <a:spLocks noChangeArrowheads="1"/>
          </p:cNvSpPr>
          <p:nvPr>
            <p:custDataLst>
              <p:tags r:id="rId106"/>
            </p:custDataLst>
          </p:nvPr>
        </p:nvSpPr>
        <p:spPr bwMode="auto">
          <a:xfrm rot="108416">
            <a:off x="2640013" y="5481638"/>
            <a:ext cx="252412" cy="42862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11" name="Freeform 165"/>
          <p:cNvSpPr>
            <a:spLocks/>
          </p:cNvSpPr>
          <p:nvPr>
            <p:custDataLst>
              <p:tags r:id="rId107"/>
            </p:custDataLst>
          </p:nvPr>
        </p:nvSpPr>
        <p:spPr bwMode="auto">
          <a:xfrm rot="545957" flipH="1">
            <a:off x="3416300" y="5314950"/>
            <a:ext cx="1009650" cy="131763"/>
          </a:xfrm>
          <a:custGeom>
            <a:avLst/>
            <a:gdLst>
              <a:gd name="T0" fmla="*/ 2147483647 w 559"/>
              <a:gd name="T1" fmla="*/ 2147483647 h 97"/>
              <a:gd name="T2" fmla="*/ 2147483647 w 559"/>
              <a:gd name="T3" fmla="*/ 2147483647 h 97"/>
              <a:gd name="T4" fmla="*/ 2147483647 w 559"/>
              <a:gd name="T5" fmla="*/ 2147483647 h 97"/>
              <a:gd name="T6" fmla="*/ 2147483647 w 559"/>
              <a:gd name="T7" fmla="*/ 2147483647 h 97"/>
              <a:gd name="T8" fmla="*/ 2147483647 w 559"/>
              <a:gd name="T9" fmla="*/ 2147483647 h 97"/>
              <a:gd name="T10" fmla="*/ 2147483647 w 559"/>
              <a:gd name="T11" fmla="*/ 2147483647 h 97"/>
              <a:gd name="T12" fmla="*/ 0 w 559"/>
              <a:gd name="T13" fmla="*/ 2147483647 h 97"/>
              <a:gd name="T14" fmla="*/ 2147483647 w 559"/>
              <a:gd name="T15" fmla="*/ 2147483647 h 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59"/>
              <a:gd name="T25" fmla="*/ 0 h 97"/>
              <a:gd name="T26" fmla="*/ 559 w 559"/>
              <a:gd name="T27" fmla="*/ 97 h 9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59" h="97">
                <a:moveTo>
                  <a:pt x="96" y="73"/>
                </a:moveTo>
                <a:cubicBezTo>
                  <a:pt x="166" y="96"/>
                  <a:pt x="219" y="93"/>
                  <a:pt x="300" y="97"/>
                </a:cubicBezTo>
                <a:cubicBezTo>
                  <a:pt x="368" y="95"/>
                  <a:pt x="436" y="96"/>
                  <a:pt x="504" y="91"/>
                </a:cubicBezTo>
                <a:cubicBezTo>
                  <a:pt x="517" y="90"/>
                  <a:pt x="540" y="79"/>
                  <a:pt x="540" y="79"/>
                </a:cubicBezTo>
                <a:cubicBezTo>
                  <a:pt x="559" y="23"/>
                  <a:pt x="470" y="20"/>
                  <a:pt x="432" y="19"/>
                </a:cubicBezTo>
                <a:cubicBezTo>
                  <a:pt x="334" y="16"/>
                  <a:pt x="236" y="15"/>
                  <a:pt x="138" y="13"/>
                </a:cubicBezTo>
                <a:cubicBezTo>
                  <a:pt x="112" y="15"/>
                  <a:pt x="14" y="0"/>
                  <a:pt x="0" y="43"/>
                </a:cubicBezTo>
                <a:cubicBezTo>
                  <a:pt x="19" y="72"/>
                  <a:pt x="63" y="84"/>
                  <a:pt x="96" y="73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12" name="Freeform 166"/>
          <p:cNvSpPr>
            <a:spLocks/>
          </p:cNvSpPr>
          <p:nvPr>
            <p:custDataLst>
              <p:tags r:id="rId108"/>
            </p:custDataLst>
          </p:nvPr>
        </p:nvSpPr>
        <p:spPr bwMode="auto">
          <a:xfrm rot="205950" flipH="1">
            <a:off x="4219575" y="5411788"/>
            <a:ext cx="1176338" cy="184150"/>
          </a:xfrm>
          <a:custGeom>
            <a:avLst/>
            <a:gdLst>
              <a:gd name="T0" fmla="*/ 2147483647 w 741"/>
              <a:gd name="T1" fmla="*/ 2147483647 h 126"/>
              <a:gd name="T2" fmla="*/ 2147483647 w 741"/>
              <a:gd name="T3" fmla="*/ 2147483647 h 126"/>
              <a:gd name="T4" fmla="*/ 2147483647 w 741"/>
              <a:gd name="T5" fmla="*/ 0 h 126"/>
              <a:gd name="T6" fmla="*/ 2147483647 w 741"/>
              <a:gd name="T7" fmla="*/ 2147483647 h 126"/>
              <a:gd name="T8" fmla="*/ 2147483647 w 741"/>
              <a:gd name="T9" fmla="*/ 2147483647 h 126"/>
              <a:gd name="T10" fmla="*/ 2147483647 w 741"/>
              <a:gd name="T11" fmla="*/ 2147483647 h 126"/>
              <a:gd name="T12" fmla="*/ 2147483647 w 741"/>
              <a:gd name="T13" fmla="*/ 2147483647 h 126"/>
              <a:gd name="T14" fmla="*/ 2147483647 w 741"/>
              <a:gd name="T15" fmla="*/ 2147483647 h 12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41"/>
              <a:gd name="T25" fmla="*/ 0 h 126"/>
              <a:gd name="T26" fmla="*/ 741 w 741"/>
              <a:gd name="T27" fmla="*/ 126 h 12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41" h="126">
                <a:moveTo>
                  <a:pt x="93" y="90"/>
                </a:moveTo>
                <a:cubicBezTo>
                  <a:pt x="695" y="78"/>
                  <a:pt x="495" y="126"/>
                  <a:pt x="711" y="72"/>
                </a:cubicBezTo>
                <a:cubicBezTo>
                  <a:pt x="741" y="27"/>
                  <a:pt x="724" y="12"/>
                  <a:pt x="675" y="0"/>
                </a:cubicBezTo>
                <a:cubicBezTo>
                  <a:pt x="552" y="5"/>
                  <a:pt x="432" y="15"/>
                  <a:pt x="309" y="24"/>
                </a:cubicBezTo>
                <a:cubicBezTo>
                  <a:pt x="217" y="42"/>
                  <a:pt x="152" y="39"/>
                  <a:pt x="45" y="42"/>
                </a:cubicBezTo>
                <a:cubicBezTo>
                  <a:pt x="33" y="44"/>
                  <a:pt x="20" y="42"/>
                  <a:pt x="9" y="48"/>
                </a:cubicBezTo>
                <a:cubicBezTo>
                  <a:pt x="0" y="53"/>
                  <a:pt x="2" y="79"/>
                  <a:pt x="9" y="84"/>
                </a:cubicBezTo>
                <a:cubicBezTo>
                  <a:pt x="37" y="104"/>
                  <a:pt x="62" y="94"/>
                  <a:pt x="93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13" name="Freeform 167"/>
          <p:cNvSpPr>
            <a:spLocks/>
          </p:cNvSpPr>
          <p:nvPr>
            <p:custDataLst>
              <p:tags r:id="rId109"/>
            </p:custDataLst>
          </p:nvPr>
        </p:nvSpPr>
        <p:spPr bwMode="auto">
          <a:xfrm rot="205950" flipH="1">
            <a:off x="3387725" y="5429250"/>
            <a:ext cx="1181100" cy="184150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14" name="Oval 168"/>
          <p:cNvSpPr>
            <a:spLocks noChangeArrowheads="1"/>
          </p:cNvSpPr>
          <p:nvPr>
            <p:custDataLst>
              <p:tags r:id="rId110"/>
            </p:custDataLst>
          </p:nvPr>
        </p:nvSpPr>
        <p:spPr bwMode="auto">
          <a:xfrm rot="205950" flipH="1">
            <a:off x="4621213" y="5470525"/>
            <a:ext cx="252412" cy="42863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15" name="Oval 169"/>
          <p:cNvSpPr>
            <a:spLocks noChangeArrowheads="1"/>
          </p:cNvSpPr>
          <p:nvPr>
            <p:custDataLst>
              <p:tags r:id="rId111"/>
            </p:custDataLst>
          </p:nvPr>
        </p:nvSpPr>
        <p:spPr bwMode="auto">
          <a:xfrm rot="205950" flipH="1">
            <a:off x="3829050" y="5380038"/>
            <a:ext cx="252413" cy="42862"/>
          </a:xfrm>
          <a:prstGeom prst="ellipse">
            <a:avLst/>
          </a:prstGeom>
          <a:solidFill>
            <a:srgbClr val="99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16" name="Oval 170"/>
          <p:cNvSpPr>
            <a:spLocks noChangeArrowheads="1"/>
          </p:cNvSpPr>
          <p:nvPr>
            <p:custDataLst>
              <p:tags r:id="rId112"/>
            </p:custDataLst>
          </p:nvPr>
        </p:nvSpPr>
        <p:spPr bwMode="auto">
          <a:xfrm rot="205950" flipH="1">
            <a:off x="3995738" y="5546725"/>
            <a:ext cx="252412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9" name="Group 171"/>
          <p:cNvGrpSpPr>
            <a:grpSpLocks/>
          </p:cNvGrpSpPr>
          <p:nvPr>
            <p:custDataLst>
              <p:tags r:id="rId113"/>
            </p:custDataLst>
          </p:nvPr>
        </p:nvGrpSpPr>
        <p:grpSpPr bwMode="auto">
          <a:xfrm>
            <a:off x="2473325" y="5529263"/>
            <a:ext cx="1181100" cy="185737"/>
            <a:chOff x="1558" y="2984"/>
            <a:chExt cx="744" cy="117"/>
          </a:xfrm>
        </p:grpSpPr>
        <p:sp>
          <p:nvSpPr>
            <p:cNvPr id="22954" name="Freeform 172"/>
            <p:cNvSpPr>
              <a:spLocks/>
            </p:cNvSpPr>
            <p:nvPr/>
          </p:nvSpPr>
          <p:spPr bwMode="auto">
            <a:xfrm rot="108416">
              <a:off x="1558" y="2984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55" name="Oval 173"/>
            <p:cNvSpPr>
              <a:spLocks noChangeArrowheads="1"/>
            </p:cNvSpPr>
            <p:nvPr/>
          </p:nvSpPr>
          <p:spPr bwMode="auto">
            <a:xfrm rot="108416">
              <a:off x="1759" y="3045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30" name="Group 174"/>
          <p:cNvGrpSpPr>
            <a:grpSpLocks/>
          </p:cNvGrpSpPr>
          <p:nvPr>
            <p:custDataLst>
              <p:tags r:id="rId114"/>
            </p:custDataLst>
          </p:nvPr>
        </p:nvGrpSpPr>
        <p:grpSpPr bwMode="auto">
          <a:xfrm>
            <a:off x="3573463" y="5567363"/>
            <a:ext cx="1181100" cy="184150"/>
            <a:chOff x="2251" y="3008"/>
            <a:chExt cx="744" cy="116"/>
          </a:xfrm>
        </p:grpSpPr>
        <p:sp>
          <p:nvSpPr>
            <p:cNvPr id="22952" name="Freeform 175"/>
            <p:cNvSpPr>
              <a:spLocks/>
            </p:cNvSpPr>
            <p:nvPr/>
          </p:nvSpPr>
          <p:spPr bwMode="auto">
            <a:xfrm rot="435797">
              <a:off x="2251" y="3008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53" name="Oval 176"/>
            <p:cNvSpPr>
              <a:spLocks noChangeArrowheads="1"/>
            </p:cNvSpPr>
            <p:nvPr/>
          </p:nvSpPr>
          <p:spPr bwMode="auto">
            <a:xfrm rot="435797">
              <a:off x="2450" y="3060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31" name="Group 177"/>
          <p:cNvGrpSpPr>
            <a:grpSpLocks/>
          </p:cNvGrpSpPr>
          <p:nvPr>
            <p:custDataLst>
              <p:tags r:id="rId115"/>
            </p:custDataLst>
          </p:nvPr>
        </p:nvGrpSpPr>
        <p:grpSpPr bwMode="auto">
          <a:xfrm>
            <a:off x="1444625" y="5505450"/>
            <a:ext cx="1181100" cy="184150"/>
            <a:chOff x="910" y="2969"/>
            <a:chExt cx="744" cy="116"/>
          </a:xfrm>
        </p:grpSpPr>
        <p:sp>
          <p:nvSpPr>
            <p:cNvPr id="22950" name="Freeform 178"/>
            <p:cNvSpPr>
              <a:spLocks/>
            </p:cNvSpPr>
            <p:nvPr/>
          </p:nvSpPr>
          <p:spPr bwMode="auto">
            <a:xfrm rot="435797">
              <a:off x="910" y="2969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951" name="Oval 179"/>
            <p:cNvSpPr>
              <a:spLocks noChangeArrowheads="1"/>
            </p:cNvSpPr>
            <p:nvPr/>
          </p:nvSpPr>
          <p:spPr bwMode="auto">
            <a:xfrm rot="435797">
              <a:off x="1109" y="302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1620" name="Freeform 180"/>
          <p:cNvSpPr>
            <a:spLocks/>
          </p:cNvSpPr>
          <p:nvPr>
            <p:custDataLst>
              <p:tags r:id="rId116"/>
            </p:custDataLst>
          </p:nvPr>
        </p:nvSpPr>
        <p:spPr bwMode="auto">
          <a:xfrm rot="108416">
            <a:off x="6724650" y="4927600"/>
            <a:ext cx="904875" cy="119063"/>
          </a:xfrm>
          <a:custGeom>
            <a:avLst/>
            <a:gdLst>
              <a:gd name="T0" fmla="*/ 2147483647 w 744"/>
              <a:gd name="T1" fmla="*/ 2147483647 h 126"/>
              <a:gd name="T2" fmla="*/ 2147483647 w 744"/>
              <a:gd name="T3" fmla="*/ 2147483647 h 126"/>
              <a:gd name="T4" fmla="*/ 2147483647 w 744"/>
              <a:gd name="T5" fmla="*/ 2147483647 h 126"/>
              <a:gd name="T6" fmla="*/ 2147483647 w 744"/>
              <a:gd name="T7" fmla="*/ 2147483647 h 126"/>
              <a:gd name="T8" fmla="*/ 2147483647 w 744"/>
              <a:gd name="T9" fmla="*/ 2147483647 h 126"/>
              <a:gd name="T10" fmla="*/ 2147483647 w 744"/>
              <a:gd name="T11" fmla="*/ 0 h 126"/>
              <a:gd name="T12" fmla="*/ 2147483647 w 744"/>
              <a:gd name="T13" fmla="*/ 2147483647 h 126"/>
              <a:gd name="T14" fmla="*/ 2147483647 w 744"/>
              <a:gd name="T15" fmla="*/ 2147483647 h 126"/>
              <a:gd name="T16" fmla="*/ 2147483647 w 744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44"/>
              <a:gd name="T28" fmla="*/ 0 h 126"/>
              <a:gd name="T29" fmla="*/ 744 w 744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44" h="126">
                <a:moveTo>
                  <a:pt x="36" y="90"/>
                </a:moveTo>
                <a:cubicBezTo>
                  <a:pt x="60" y="98"/>
                  <a:pt x="84" y="106"/>
                  <a:pt x="108" y="114"/>
                </a:cubicBezTo>
                <a:cubicBezTo>
                  <a:pt x="135" y="123"/>
                  <a:pt x="192" y="126"/>
                  <a:pt x="192" y="126"/>
                </a:cubicBezTo>
                <a:cubicBezTo>
                  <a:pt x="333" y="122"/>
                  <a:pt x="362" y="117"/>
                  <a:pt x="462" y="108"/>
                </a:cubicBezTo>
                <a:cubicBezTo>
                  <a:pt x="540" y="101"/>
                  <a:pt x="629" y="104"/>
                  <a:pt x="708" y="84"/>
                </a:cubicBezTo>
                <a:cubicBezTo>
                  <a:pt x="744" y="30"/>
                  <a:pt x="670" y="7"/>
                  <a:pt x="630" y="0"/>
                </a:cubicBezTo>
                <a:cubicBezTo>
                  <a:pt x="539" y="9"/>
                  <a:pt x="451" y="21"/>
                  <a:pt x="360" y="30"/>
                </a:cubicBezTo>
                <a:cubicBezTo>
                  <a:pt x="252" y="41"/>
                  <a:pt x="144" y="36"/>
                  <a:pt x="36" y="48"/>
                </a:cubicBezTo>
                <a:cubicBezTo>
                  <a:pt x="5" y="58"/>
                  <a:pt x="0" y="90"/>
                  <a:pt x="36" y="90"/>
                </a:cubicBezTo>
                <a:close/>
              </a:path>
            </a:pathLst>
          </a:custGeom>
          <a:solidFill>
            <a:srgbClr val="99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2306" name="Group 181"/>
          <p:cNvGrpSpPr>
            <a:grpSpLocks/>
          </p:cNvGrpSpPr>
          <p:nvPr>
            <p:custDataLst>
              <p:tags r:id="rId117"/>
            </p:custDataLst>
          </p:nvPr>
        </p:nvGrpSpPr>
        <p:grpSpPr bwMode="auto">
          <a:xfrm>
            <a:off x="1490663" y="5138738"/>
            <a:ext cx="1768475" cy="309562"/>
            <a:chOff x="939" y="2738"/>
            <a:chExt cx="1114" cy="195"/>
          </a:xfrm>
        </p:grpSpPr>
        <p:grpSp>
          <p:nvGrpSpPr>
            <p:cNvPr id="22375" name="Group 182"/>
            <p:cNvGrpSpPr>
              <a:grpSpLocks/>
            </p:cNvGrpSpPr>
            <p:nvPr/>
          </p:nvGrpSpPr>
          <p:grpSpPr bwMode="auto">
            <a:xfrm>
              <a:off x="939" y="2738"/>
              <a:ext cx="1114" cy="195"/>
              <a:chOff x="939" y="2738"/>
              <a:chExt cx="1114" cy="195"/>
            </a:xfrm>
          </p:grpSpPr>
          <p:sp>
            <p:nvSpPr>
              <p:cNvPr id="22946" name="Freeform 183"/>
              <p:cNvSpPr>
                <a:spLocks/>
              </p:cNvSpPr>
              <p:nvPr/>
            </p:nvSpPr>
            <p:spPr bwMode="auto">
              <a:xfrm rot="231592" flipH="1">
                <a:off x="948" y="2738"/>
                <a:ext cx="561" cy="90"/>
              </a:xfrm>
              <a:custGeom>
                <a:avLst/>
                <a:gdLst>
                  <a:gd name="T0" fmla="*/ 96 w 559"/>
                  <a:gd name="T1" fmla="*/ 50 h 97"/>
                  <a:gd name="T2" fmla="*/ 305 w 559"/>
                  <a:gd name="T3" fmla="*/ 67 h 97"/>
                  <a:gd name="T4" fmla="*/ 514 w 559"/>
                  <a:gd name="T5" fmla="*/ 62 h 97"/>
                  <a:gd name="T6" fmla="*/ 550 w 559"/>
                  <a:gd name="T7" fmla="*/ 54 h 97"/>
                  <a:gd name="T8" fmla="*/ 442 w 559"/>
                  <a:gd name="T9" fmla="*/ 14 h 97"/>
                  <a:gd name="T10" fmla="*/ 138 w 559"/>
                  <a:gd name="T11" fmla="*/ 8 h 97"/>
                  <a:gd name="T12" fmla="*/ 0 w 559"/>
                  <a:gd name="T13" fmla="*/ 30 h 97"/>
                  <a:gd name="T14" fmla="*/ 96 w 559"/>
                  <a:gd name="T15" fmla="*/ 50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947" name="Freeform 184"/>
              <p:cNvSpPr>
                <a:spLocks/>
              </p:cNvSpPr>
              <p:nvPr/>
            </p:nvSpPr>
            <p:spPr bwMode="auto">
              <a:xfrm rot="21491584" flipH="1">
                <a:off x="1464" y="2834"/>
                <a:ext cx="525" cy="97"/>
              </a:xfrm>
              <a:custGeom>
                <a:avLst/>
                <a:gdLst>
                  <a:gd name="T0" fmla="*/ 87 w 594"/>
                  <a:gd name="T1" fmla="*/ 48 h 97"/>
                  <a:gd name="T2" fmla="*/ 129 w 594"/>
                  <a:gd name="T3" fmla="*/ 66 h 97"/>
                  <a:gd name="T4" fmla="*/ 175 w 594"/>
                  <a:gd name="T5" fmla="*/ 78 h 97"/>
                  <a:gd name="T6" fmla="*/ 320 w 594"/>
                  <a:gd name="T7" fmla="*/ 54 h 97"/>
                  <a:gd name="T8" fmla="*/ 211 w 594"/>
                  <a:gd name="T9" fmla="*/ 12 h 97"/>
                  <a:gd name="T10" fmla="*/ 124 w 594"/>
                  <a:gd name="T11" fmla="*/ 0 h 97"/>
                  <a:gd name="T12" fmla="*/ 19 w 594"/>
                  <a:gd name="T13" fmla="*/ 6 h 97"/>
                  <a:gd name="T14" fmla="*/ 0 w 594"/>
                  <a:gd name="T15" fmla="*/ 30 h 97"/>
                  <a:gd name="T16" fmla="*/ 29 w 594"/>
                  <a:gd name="T17" fmla="*/ 54 h 97"/>
                  <a:gd name="T18" fmla="*/ 39 w 594"/>
                  <a:gd name="T19" fmla="*/ 60 h 97"/>
                  <a:gd name="T20" fmla="*/ 87 w 594"/>
                  <a:gd name="T21" fmla="*/ 48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948" name="Freeform 185"/>
              <p:cNvSpPr>
                <a:spLocks/>
              </p:cNvSpPr>
              <p:nvPr/>
            </p:nvSpPr>
            <p:spPr bwMode="auto">
              <a:xfrm rot="21491584" flipH="1">
                <a:off x="1399" y="2750"/>
                <a:ext cx="654" cy="126"/>
              </a:xfrm>
              <a:custGeom>
                <a:avLst/>
                <a:gdLst>
                  <a:gd name="T0" fmla="*/ 49 w 741"/>
                  <a:gd name="T1" fmla="*/ 90 h 126"/>
                  <a:gd name="T2" fmla="*/ 381 w 741"/>
                  <a:gd name="T3" fmla="*/ 72 h 126"/>
                  <a:gd name="T4" fmla="*/ 362 w 741"/>
                  <a:gd name="T5" fmla="*/ 0 h 126"/>
                  <a:gd name="T6" fmla="*/ 166 w 741"/>
                  <a:gd name="T7" fmla="*/ 24 h 126"/>
                  <a:gd name="T8" fmla="*/ 24 w 741"/>
                  <a:gd name="T9" fmla="*/ 42 h 126"/>
                  <a:gd name="T10" fmla="*/ 4 w 741"/>
                  <a:gd name="T11" fmla="*/ 48 h 126"/>
                  <a:gd name="T12" fmla="*/ 4 w 741"/>
                  <a:gd name="T13" fmla="*/ 84 h 126"/>
                  <a:gd name="T14" fmla="*/ 49 w 741"/>
                  <a:gd name="T15" fmla="*/ 90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949" name="Freeform 186"/>
              <p:cNvSpPr>
                <a:spLocks/>
              </p:cNvSpPr>
              <p:nvPr/>
            </p:nvSpPr>
            <p:spPr bwMode="auto">
              <a:xfrm rot="21491584" flipH="1">
                <a:off x="939" y="2807"/>
                <a:ext cx="657" cy="126"/>
              </a:xfrm>
              <a:custGeom>
                <a:avLst/>
                <a:gdLst>
                  <a:gd name="T0" fmla="*/ 19 w 744"/>
                  <a:gd name="T1" fmla="*/ 90 h 126"/>
                  <a:gd name="T2" fmla="*/ 57 w 744"/>
                  <a:gd name="T3" fmla="*/ 114 h 126"/>
                  <a:gd name="T4" fmla="*/ 103 w 744"/>
                  <a:gd name="T5" fmla="*/ 126 h 126"/>
                  <a:gd name="T6" fmla="*/ 248 w 744"/>
                  <a:gd name="T7" fmla="*/ 108 h 126"/>
                  <a:gd name="T8" fmla="*/ 380 w 744"/>
                  <a:gd name="T9" fmla="*/ 84 h 126"/>
                  <a:gd name="T10" fmla="*/ 338 w 744"/>
                  <a:gd name="T11" fmla="*/ 0 h 126"/>
                  <a:gd name="T12" fmla="*/ 193 w 744"/>
                  <a:gd name="T13" fmla="*/ 30 h 126"/>
                  <a:gd name="T14" fmla="*/ 19 w 744"/>
                  <a:gd name="T15" fmla="*/ 48 h 126"/>
                  <a:gd name="T16" fmla="*/ 19 w 744"/>
                  <a:gd name="T17" fmla="*/ 90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942" name="Oval 187"/>
            <p:cNvSpPr>
              <a:spLocks noChangeArrowheads="1"/>
            </p:cNvSpPr>
            <p:nvPr/>
          </p:nvSpPr>
          <p:spPr bwMode="auto">
            <a:xfrm rot="21491584" flipH="1">
              <a:off x="1621" y="2790"/>
              <a:ext cx="141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943" name="Oval 188"/>
            <p:cNvSpPr>
              <a:spLocks noChangeArrowheads="1"/>
            </p:cNvSpPr>
            <p:nvPr/>
          </p:nvSpPr>
          <p:spPr bwMode="auto">
            <a:xfrm rot="21491584" flipH="1">
              <a:off x="1621" y="2862"/>
              <a:ext cx="140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944" name="Oval 189"/>
            <p:cNvSpPr>
              <a:spLocks noChangeArrowheads="1"/>
            </p:cNvSpPr>
            <p:nvPr/>
          </p:nvSpPr>
          <p:spPr bwMode="auto">
            <a:xfrm rot="21491584" flipH="1">
              <a:off x="1178" y="2777"/>
              <a:ext cx="140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945" name="Oval 190"/>
            <p:cNvSpPr>
              <a:spLocks noChangeArrowheads="1"/>
            </p:cNvSpPr>
            <p:nvPr/>
          </p:nvSpPr>
          <p:spPr bwMode="auto">
            <a:xfrm rot="21491584" flipH="1">
              <a:off x="1279" y="2873"/>
              <a:ext cx="140" cy="27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384" name="Group 191"/>
          <p:cNvGrpSpPr>
            <a:grpSpLocks/>
          </p:cNvGrpSpPr>
          <p:nvPr>
            <p:custDataLst>
              <p:tags r:id="rId118"/>
            </p:custDataLst>
          </p:nvPr>
        </p:nvGrpSpPr>
        <p:grpSpPr bwMode="auto">
          <a:xfrm>
            <a:off x="4813300" y="4935538"/>
            <a:ext cx="1987550" cy="361950"/>
            <a:chOff x="3032" y="2610"/>
            <a:chExt cx="1252" cy="228"/>
          </a:xfrm>
        </p:grpSpPr>
        <p:grpSp>
          <p:nvGrpSpPr>
            <p:cNvPr id="22393" name="Group 192"/>
            <p:cNvGrpSpPr>
              <a:grpSpLocks/>
            </p:cNvGrpSpPr>
            <p:nvPr/>
          </p:nvGrpSpPr>
          <p:grpSpPr bwMode="auto">
            <a:xfrm>
              <a:off x="3032" y="2610"/>
              <a:ext cx="1252" cy="228"/>
              <a:chOff x="3032" y="2610"/>
              <a:chExt cx="1252" cy="228"/>
            </a:xfrm>
          </p:grpSpPr>
          <p:sp>
            <p:nvSpPr>
              <p:cNvPr id="22937" name="Freeform 193"/>
              <p:cNvSpPr>
                <a:spLocks/>
              </p:cNvSpPr>
              <p:nvPr/>
            </p:nvSpPr>
            <p:spPr bwMode="auto">
              <a:xfrm rot="146629">
                <a:off x="3647" y="2664"/>
                <a:ext cx="636" cy="83"/>
              </a:xfrm>
              <a:custGeom>
                <a:avLst/>
                <a:gdLst>
                  <a:gd name="T0" fmla="*/ 182 w 559"/>
                  <a:gd name="T1" fmla="*/ 33 h 97"/>
                  <a:gd name="T2" fmla="*/ 571 w 559"/>
                  <a:gd name="T3" fmla="*/ 44 h 97"/>
                  <a:gd name="T4" fmla="*/ 960 w 559"/>
                  <a:gd name="T5" fmla="*/ 42 h 97"/>
                  <a:gd name="T6" fmla="*/ 1030 w 559"/>
                  <a:gd name="T7" fmla="*/ 37 h 97"/>
                  <a:gd name="T8" fmla="*/ 825 w 559"/>
                  <a:gd name="T9" fmla="*/ 9 h 97"/>
                  <a:gd name="T10" fmla="*/ 264 w 559"/>
                  <a:gd name="T11" fmla="*/ 6 h 97"/>
                  <a:gd name="T12" fmla="*/ 0 w 559"/>
                  <a:gd name="T13" fmla="*/ 20 h 97"/>
                  <a:gd name="T14" fmla="*/ 182 w 559"/>
                  <a:gd name="T15" fmla="*/ 33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938" name="Freeform 194"/>
              <p:cNvSpPr>
                <a:spLocks/>
              </p:cNvSpPr>
              <p:nvPr/>
            </p:nvSpPr>
            <p:spPr bwMode="auto">
              <a:xfrm rot="486637">
                <a:off x="3098" y="2686"/>
                <a:ext cx="594" cy="90"/>
              </a:xfrm>
              <a:custGeom>
                <a:avLst/>
                <a:gdLst>
                  <a:gd name="T0" fmla="*/ 162 w 594"/>
                  <a:gd name="T1" fmla="*/ 33 h 97"/>
                  <a:gd name="T2" fmla="*/ 240 w 594"/>
                  <a:gd name="T3" fmla="*/ 45 h 97"/>
                  <a:gd name="T4" fmla="*/ 324 w 594"/>
                  <a:gd name="T5" fmla="*/ 54 h 97"/>
                  <a:gd name="T6" fmla="*/ 594 w 594"/>
                  <a:gd name="T7" fmla="*/ 37 h 97"/>
                  <a:gd name="T8" fmla="*/ 390 w 594"/>
                  <a:gd name="T9" fmla="*/ 7 h 97"/>
                  <a:gd name="T10" fmla="*/ 228 w 594"/>
                  <a:gd name="T11" fmla="*/ 0 h 97"/>
                  <a:gd name="T12" fmla="*/ 36 w 594"/>
                  <a:gd name="T13" fmla="*/ 6 h 97"/>
                  <a:gd name="T14" fmla="*/ 0 w 594"/>
                  <a:gd name="T15" fmla="*/ 20 h 97"/>
                  <a:gd name="T16" fmla="*/ 54 w 594"/>
                  <a:gd name="T17" fmla="*/ 37 h 97"/>
                  <a:gd name="T18" fmla="*/ 72 w 594"/>
                  <a:gd name="T19" fmla="*/ 42 h 97"/>
                  <a:gd name="T20" fmla="*/ 162 w 594"/>
                  <a:gd name="T21" fmla="*/ 33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939" name="Freeform 195"/>
              <p:cNvSpPr>
                <a:spLocks/>
              </p:cNvSpPr>
              <p:nvPr/>
            </p:nvSpPr>
            <p:spPr bwMode="auto">
              <a:xfrm rot="486637">
                <a:off x="3032" y="2610"/>
                <a:ext cx="741" cy="116"/>
              </a:xfrm>
              <a:custGeom>
                <a:avLst/>
                <a:gdLst>
                  <a:gd name="T0" fmla="*/ 93 w 741"/>
                  <a:gd name="T1" fmla="*/ 59 h 126"/>
                  <a:gd name="T2" fmla="*/ 711 w 741"/>
                  <a:gd name="T3" fmla="*/ 48 h 126"/>
                  <a:gd name="T4" fmla="*/ 675 w 741"/>
                  <a:gd name="T5" fmla="*/ 0 h 126"/>
                  <a:gd name="T6" fmla="*/ 309 w 741"/>
                  <a:gd name="T7" fmla="*/ 16 h 126"/>
                  <a:gd name="T8" fmla="*/ 45 w 741"/>
                  <a:gd name="T9" fmla="*/ 28 h 126"/>
                  <a:gd name="T10" fmla="*/ 9 w 741"/>
                  <a:gd name="T11" fmla="*/ 32 h 126"/>
                  <a:gd name="T12" fmla="*/ 9 w 741"/>
                  <a:gd name="T13" fmla="*/ 55 h 126"/>
                  <a:gd name="T14" fmla="*/ 93 w 741"/>
                  <a:gd name="T15" fmla="*/ 59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940" name="Freeform 196"/>
              <p:cNvSpPr>
                <a:spLocks/>
              </p:cNvSpPr>
              <p:nvPr/>
            </p:nvSpPr>
            <p:spPr bwMode="auto">
              <a:xfrm rot="486637">
                <a:off x="3540" y="2722"/>
                <a:ext cx="744" cy="116"/>
              </a:xfrm>
              <a:custGeom>
                <a:avLst/>
                <a:gdLst>
                  <a:gd name="T0" fmla="*/ 36 w 744"/>
                  <a:gd name="T1" fmla="*/ 59 h 126"/>
                  <a:gd name="T2" fmla="*/ 108 w 744"/>
                  <a:gd name="T3" fmla="*/ 75 h 126"/>
                  <a:gd name="T4" fmla="*/ 192 w 744"/>
                  <a:gd name="T5" fmla="*/ 84 h 126"/>
                  <a:gd name="T6" fmla="*/ 462 w 744"/>
                  <a:gd name="T7" fmla="*/ 71 h 126"/>
                  <a:gd name="T8" fmla="*/ 708 w 744"/>
                  <a:gd name="T9" fmla="*/ 55 h 126"/>
                  <a:gd name="T10" fmla="*/ 630 w 744"/>
                  <a:gd name="T11" fmla="*/ 0 h 126"/>
                  <a:gd name="T12" fmla="*/ 360 w 744"/>
                  <a:gd name="T13" fmla="*/ 20 h 126"/>
                  <a:gd name="T14" fmla="*/ 36 w 744"/>
                  <a:gd name="T15" fmla="*/ 32 h 126"/>
                  <a:gd name="T16" fmla="*/ 36 w 744"/>
                  <a:gd name="T17" fmla="*/ 59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933" name="Oval 197"/>
            <p:cNvSpPr>
              <a:spLocks noChangeArrowheads="1"/>
            </p:cNvSpPr>
            <p:nvPr/>
          </p:nvSpPr>
          <p:spPr bwMode="auto">
            <a:xfrm rot="486637">
              <a:off x="3363" y="2651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934" name="Oval 198"/>
            <p:cNvSpPr>
              <a:spLocks noChangeArrowheads="1"/>
            </p:cNvSpPr>
            <p:nvPr/>
          </p:nvSpPr>
          <p:spPr bwMode="auto">
            <a:xfrm rot="486637">
              <a:off x="3356" y="2717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935" name="Oval 199"/>
            <p:cNvSpPr>
              <a:spLocks noChangeArrowheads="1"/>
            </p:cNvSpPr>
            <p:nvPr/>
          </p:nvSpPr>
          <p:spPr bwMode="auto">
            <a:xfrm rot="486637">
              <a:off x="3862" y="2697"/>
              <a:ext cx="159" cy="25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936" name="Oval 200"/>
            <p:cNvSpPr>
              <a:spLocks noChangeArrowheads="1"/>
            </p:cNvSpPr>
            <p:nvPr/>
          </p:nvSpPr>
          <p:spPr bwMode="auto">
            <a:xfrm rot="486637">
              <a:off x="3740" y="2772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402" name="Group 201"/>
          <p:cNvGrpSpPr>
            <a:grpSpLocks/>
          </p:cNvGrpSpPr>
          <p:nvPr>
            <p:custDataLst>
              <p:tags r:id="rId119"/>
            </p:custDataLst>
          </p:nvPr>
        </p:nvGrpSpPr>
        <p:grpSpPr bwMode="auto">
          <a:xfrm>
            <a:off x="1487488" y="2527300"/>
            <a:ext cx="1838325" cy="1179513"/>
            <a:chOff x="937" y="1093"/>
            <a:chExt cx="1158" cy="743"/>
          </a:xfrm>
        </p:grpSpPr>
        <p:grpSp>
          <p:nvGrpSpPr>
            <p:cNvPr id="22411" name="Group 202"/>
            <p:cNvGrpSpPr>
              <a:grpSpLocks/>
            </p:cNvGrpSpPr>
            <p:nvPr/>
          </p:nvGrpSpPr>
          <p:grpSpPr bwMode="auto">
            <a:xfrm>
              <a:off x="937" y="1093"/>
              <a:ext cx="1158" cy="743"/>
              <a:chOff x="937" y="1093"/>
              <a:chExt cx="1158" cy="743"/>
            </a:xfrm>
          </p:grpSpPr>
          <p:grpSp>
            <p:nvGrpSpPr>
              <p:cNvPr id="22447" name="Group 203"/>
              <p:cNvGrpSpPr>
                <a:grpSpLocks/>
              </p:cNvGrpSpPr>
              <p:nvPr/>
            </p:nvGrpSpPr>
            <p:grpSpPr bwMode="auto">
              <a:xfrm>
                <a:off x="937" y="1093"/>
                <a:ext cx="1046" cy="426"/>
                <a:chOff x="937" y="1093"/>
                <a:chExt cx="1046" cy="426"/>
              </a:xfrm>
            </p:grpSpPr>
            <p:grpSp>
              <p:nvGrpSpPr>
                <p:cNvPr id="22448" name="Group 204"/>
                <p:cNvGrpSpPr>
                  <a:grpSpLocks/>
                </p:cNvGrpSpPr>
                <p:nvPr/>
              </p:nvGrpSpPr>
              <p:grpSpPr bwMode="auto">
                <a:xfrm>
                  <a:off x="937" y="1103"/>
                  <a:ext cx="327" cy="398"/>
                  <a:chOff x="937" y="1103"/>
                  <a:chExt cx="327" cy="398"/>
                </a:xfrm>
              </p:grpSpPr>
              <p:sp>
                <p:nvSpPr>
                  <p:cNvPr id="22927" name="Freeform 205"/>
                  <p:cNvSpPr>
                    <a:spLocks/>
                  </p:cNvSpPr>
                  <p:nvPr/>
                </p:nvSpPr>
                <p:spPr bwMode="auto">
                  <a:xfrm rot="1426593">
                    <a:off x="1056" y="1254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28" name="Freeform 206"/>
                  <p:cNvSpPr>
                    <a:spLocks/>
                  </p:cNvSpPr>
                  <p:nvPr/>
                </p:nvSpPr>
                <p:spPr bwMode="auto">
                  <a:xfrm rot="1426593">
                    <a:off x="937" y="1115"/>
                    <a:ext cx="248" cy="170"/>
                  </a:xfrm>
                  <a:custGeom>
                    <a:avLst/>
                    <a:gdLst>
                      <a:gd name="T0" fmla="*/ 2153 w 120"/>
                      <a:gd name="T1" fmla="*/ 7667 h 60"/>
                      <a:gd name="T2" fmla="*/ 3503 w 120"/>
                      <a:gd name="T3" fmla="*/ 6576 h 60"/>
                      <a:gd name="T4" fmla="*/ 2375 w 120"/>
                      <a:gd name="T5" fmla="*/ 0 h 60"/>
                      <a:gd name="T6" fmla="*/ 1695 w 120"/>
                      <a:gd name="T7" fmla="*/ 10965 h 60"/>
                      <a:gd name="T8" fmla="*/ 2153 w 120"/>
                      <a:gd name="T9" fmla="*/ 7667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29" name="Freeform 207"/>
                  <p:cNvSpPr>
                    <a:spLocks/>
                  </p:cNvSpPr>
                  <p:nvPr/>
                </p:nvSpPr>
                <p:spPr bwMode="auto">
                  <a:xfrm rot="1426593">
                    <a:off x="1017" y="1268"/>
                    <a:ext cx="136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2005 w 66"/>
                      <a:gd name="T3" fmla="*/ 1416 h 50"/>
                      <a:gd name="T4" fmla="*/ 884 w 66"/>
                      <a:gd name="T5" fmla="*/ 396 h 50"/>
                      <a:gd name="T6" fmla="*/ 220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30" name="Freeform 208"/>
                  <p:cNvSpPr>
                    <a:spLocks/>
                  </p:cNvSpPr>
                  <p:nvPr/>
                </p:nvSpPr>
                <p:spPr bwMode="auto">
                  <a:xfrm rot="1426593">
                    <a:off x="1051" y="1103"/>
                    <a:ext cx="206" cy="155"/>
                  </a:xfrm>
                  <a:custGeom>
                    <a:avLst/>
                    <a:gdLst>
                      <a:gd name="T0" fmla="*/ 2551 w 91"/>
                      <a:gd name="T1" fmla="*/ 4874 h 63"/>
                      <a:gd name="T2" fmla="*/ 5406 w 91"/>
                      <a:gd name="T3" fmla="*/ 2711 h 63"/>
                      <a:gd name="T4" fmla="*/ 5048 w 91"/>
                      <a:gd name="T5" fmla="*/ 1102 h 63"/>
                      <a:gd name="T6" fmla="*/ 2911 w 91"/>
                      <a:gd name="T7" fmla="*/ 0 h 63"/>
                      <a:gd name="T8" fmla="*/ 3285 w 91"/>
                      <a:gd name="T9" fmla="*/ 5423 h 63"/>
                      <a:gd name="T10" fmla="*/ 2551 w 91"/>
                      <a:gd name="T11" fmla="*/ 4874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31" name="Freeform 209"/>
                  <p:cNvSpPr>
                    <a:spLocks/>
                  </p:cNvSpPr>
                  <p:nvPr/>
                </p:nvSpPr>
                <p:spPr bwMode="auto">
                  <a:xfrm rot="1426593">
                    <a:off x="1065" y="1364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2463" name="Group 210"/>
                <p:cNvGrpSpPr>
                  <a:grpSpLocks/>
                </p:cNvGrpSpPr>
                <p:nvPr/>
              </p:nvGrpSpPr>
              <p:grpSpPr bwMode="auto">
                <a:xfrm>
                  <a:off x="1217" y="1105"/>
                  <a:ext cx="336" cy="395"/>
                  <a:chOff x="1217" y="1105"/>
                  <a:chExt cx="336" cy="395"/>
                </a:xfrm>
              </p:grpSpPr>
              <p:sp>
                <p:nvSpPr>
                  <p:cNvPr id="22922" name="Freeform 211"/>
                  <p:cNvSpPr>
                    <a:spLocks/>
                  </p:cNvSpPr>
                  <p:nvPr/>
                </p:nvSpPr>
                <p:spPr bwMode="auto">
                  <a:xfrm rot="-9373407">
                    <a:off x="1217" y="1245"/>
                    <a:ext cx="208" cy="134"/>
                  </a:xfrm>
                  <a:custGeom>
                    <a:avLst/>
                    <a:gdLst>
                      <a:gd name="T0" fmla="*/ 2226 w 101"/>
                      <a:gd name="T1" fmla="*/ 1340 h 66"/>
                      <a:gd name="T2" fmla="*/ 2447 w 101"/>
                      <a:gd name="T3" fmla="*/ 99 h 66"/>
                      <a:gd name="T4" fmla="*/ 881 w 101"/>
                      <a:gd name="T5" fmla="*/ 309 h 66"/>
                      <a:gd name="T6" fmla="*/ 2226 w 101"/>
                      <a:gd name="T7" fmla="*/ 1340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23" name="Freeform 212"/>
                  <p:cNvSpPr>
                    <a:spLocks/>
                  </p:cNvSpPr>
                  <p:nvPr/>
                </p:nvSpPr>
                <p:spPr bwMode="auto">
                  <a:xfrm rot="-9373407">
                    <a:off x="1306" y="1347"/>
                    <a:ext cx="247" cy="123"/>
                  </a:xfrm>
                  <a:custGeom>
                    <a:avLst/>
                    <a:gdLst>
                      <a:gd name="T0" fmla="*/ 2102 w 120"/>
                      <a:gd name="T1" fmla="*/ 1517 h 60"/>
                      <a:gd name="T2" fmla="*/ 3427 w 120"/>
                      <a:gd name="T3" fmla="*/ 1312 h 60"/>
                      <a:gd name="T4" fmla="*/ 2338 w 120"/>
                      <a:gd name="T5" fmla="*/ 0 h 60"/>
                      <a:gd name="T6" fmla="*/ 1665 w 120"/>
                      <a:gd name="T7" fmla="*/ 2173 h 60"/>
                      <a:gd name="T8" fmla="*/ 2102 w 120"/>
                      <a:gd name="T9" fmla="*/ 1517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24" name="Freeform 213"/>
                  <p:cNvSpPr>
                    <a:spLocks/>
                  </p:cNvSpPr>
                  <p:nvPr/>
                </p:nvSpPr>
                <p:spPr bwMode="auto">
                  <a:xfrm rot="-9373407">
                    <a:off x="1328" y="1263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25" name="Freeform 214"/>
                  <p:cNvSpPr>
                    <a:spLocks/>
                  </p:cNvSpPr>
                  <p:nvPr/>
                </p:nvSpPr>
                <p:spPr bwMode="auto">
                  <a:xfrm rot="-9373407">
                    <a:off x="1231" y="1373"/>
                    <a:ext cx="188" cy="127"/>
                  </a:xfrm>
                  <a:custGeom>
                    <a:avLst/>
                    <a:gdLst>
                      <a:gd name="T0" fmla="*/ 1622 w 91"/>
                      <a:gd name="T1" fmla="*/ 1800 h 63"/>
                      <a:gd name="T2" fmla="*/ 3423 w 91"/>
                      <a:gd name="T3" fmla="*/ 992 h 63"/>
                      <a:gd name="T4" fmla="*/ 3210 w 91"/>
                      <a:gd name="T5" fmla="*/ 395 h 63"/>
                      <a:gd name="T6" fmla="*/ 1843 w 91"/>
                      <a:gd name="T7" fmla="*/ 0 h 63"/>
                      <a:gd name="T8" fmla="*/ 2082 w 91"/>
                      <a:gd name="T9" fmla="*/ 2000 h 63"/>
                      <a:gd name="T10" fmla="*/ 1622 w 91"/>
                      <a:gd name="T11" fmla="*/ 1800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26" name="Freeform 215"/>
                  <p:cNvSpPr>
                    <a:spLocks/>
                  </p:cNvSpPr>
                  <p:nvPr/>
                </p:nvSpPr>
                <p:spPr bwMode="auto">
                  <a:xfrm rot="-9373407">
                    <a:off x="1249" y="1105"/>
                    <a:ext cx="173" cy="166"/>
                  </a:xfrm>
                  <a:custGeom>
                    <a:avLst/>
                    <a:gdLst>
                      <a:gd name="T0" fmla="*/ 1781 w 84"/>
                      <a:gd name="T1" fmla="*/ 4160 h 68"/>
                      <a:gd name="T2" fmla="*/ 2663 w 84"/>
                      <a:gd name="T3" fmla="*/ 3652 h 68"/>
                      <a:gd name="T4" fmla="*/ 1781 w 84"/>
                      <a:gd name="T5" fmla="*/ 0 h 68"/>
                      <a:gd name="T6" fmla="*/ 881 w 84"/>
                      <a:gd name="T7" fmla="*/ 5715 h 68"/>
                      <a:gd name="T8" fmla="*/ 1781 w 84"/>
                      <a:gd name="T9" fmla="*/ 416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2478" name="Group 216"/>
                <p:cNvGrpSpPr>
                  <a:grpSpLocks/>
                </p:cNvGrpSpPr>
                <p:nvPr/>
              </p:nvGrpSpPr>
              <p:grpSpPr bwMode="auto">
                <a:xfrm>
                  <a:off x="1366" y="1093"/>
                  <a:ext cx="329" cy="426"/>
                  <a:chOff x="1366" y="1093"/>
                  <a:chExt cx="329" cy="426"/>
                </a:xfrm>
              </p:grpSpPr>
              <p:sp>
                <p:nvSpPr>
                  <p:cNvPr id="22917" name="Freeform 217"/>
                  <p:cNvSpPr>
                    <a:spLocks/>
                  </p:cNvSpPr>
                  <p:nvPr/>
                </p:nvSpPr>
                <p:spPr bwMode="auto">
                  <a:xfrm rot="1426593">
                    <a:off x="1487" y="1272"/>
                    <a:ext cx="208" cy="134"/>
                  </a:xfrm>
                  <a:custGeom>
                    <a:avLst/>
                    <a:gdLst>
                      <a:gd name="T0" fmla="*/ 2226 w 101"/>
                      <a:gd name="T1" fmla="*/ 1340 h 66"/>
                      <a:gd name="T2" fmla="*/ 2447 w 101"/>
                      <a:gd name="T3" fmla="*/ 99 h 66"/>
                      <a:gd name="T4" fmla="*/ 881 w 101"/>
                      <a:gd name="T5" fmla="*/ 309 h 66"/>
                      <a:gd name="T6" fmla="*/ 2226 w 101"/>
                      <a:gd name="T7" fmla="*/ 1340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18" name="Freeform 218"/>
                  <p:cNvSpPr>
                    <a:spLocks/>
                  </p:cNvSpPr>
                  <p:nvPr/>
                </p:nvSpPr>
                <p:spPr bwMode="auto">
                  <a:xfrm rot="1426593">
                    <a:off x="1366" y="1137"/>
                    <a:ext cx="248" cy="166"/>
                  </a:xfrm>
                  <a:custGeom>
                    <a:avLst/>
                    <a:gdLst>
                      <a:gd name="T0" fmla="*/ 2153 w 120"/>
                      <a:gd name="T1" fmla="*/ 6798 h 60"/>
                      <a:gd name="T2" fmla="*/ 3503 w 120"/>
                      <a:gd name="T3" fmla="*/ 5863 h 60"/>
                      <a:gd name="T4" fmla="*/ 2375 w 120"/>
                      <a:gd name="T5" fmla="*/ 0 h 60"/>
                      <a:gd name="T6" fmla="*/ 1695 w 120"/>
                      <a:gd name="T7" fmla="*/ 9722 h 60"/>
                      <a:gd name="T8" fmla="*/ 2153 w 120"/>
                      <a:gd name="T9" fmla="*/ 6798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19" name="Freeform 219"/>
                  <p:cNvSpPr>
                    <a:spLocks/>
                  </p:cNvSpPr>
                  <p:nvPr/>
                </p:nvSpPr>
                <p:spPr bwMode="auto">
                  <a:xfrm rot="1426593">
                    <a:off x="1447" y="1286"/>
                    <a:ext cx="136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2005 w 66"/>
                      <a:gd name="T3" fmla="*/ 1416 h 50"/>
                      <a:gd name="T4" fmla="*/ 884 w 66"/>
                      <a:gd name="T5" fmla="*/ 396 h 50"/>
                      <a:gd name="T6" fmla="*/ 220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20" name="Freeform 220"/>
                  <p:cNvSpPr>
                    <a:spLocks/>
                  </p:cNvSpPr>
                  <p:nvPr/>
                </p:nvSpPr>
                <p:spPr bwMode="auto">
                  <a:xfrm rot="1426593">
                    <a:off x="1493" y="1093"/>
                    <a:ext cx="199" cy="185"/>
                  </a:xfrm>
                  <a:custGeom>
                    <a:avLst/>
                    <a:gdLst>
                      <a:gd name="T0" fmla="*/ 2152 w 91"/>
                      <a:gd name="T1" fmla="*/ 11822 h 63"/>
                      <a:gd name="T2" fmla="*/ 4549 w 91"/>
                      <a:gd name="T3" fmla="*/ 6537 h 63"/>
                      <a:gd name="T4" fmla="*/ 4256 w 91"/>
                      <a:gd name="T5" fmla="*/ 2605 h 63"/>
                      <a:gd name="T6" fmla="*/ 2449 w 91"/>
                      <a:gd name="T7" fmla="*/ 0 h 63"/>
                      <a:gd name="T8" fmla="*/ 2740 w 91"/>
                      <a:gd name="T9" fmla="*/ 13091 h 63"/>
                      <a:gd name="T10" fmla="*/ 2152 w 91"/>
                      <a:gd name="T11" fmla="*/ 11822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21" name="Freeform 221"/>
                  <p:cNvSpPr>
                    <a:spLocks/>
                  </p:cNvSpPr>
                  <p:nvPr/>
                </p:nvSpPr>
                <p:spPr bwMode="auto">
                  <a:xfrm rot="1426593">
                    <a:off x="1495" y="1381"/>
                    <a:ext cx="174" cy="138"/>
                  </a:xfrm>
                  <a:custGeom>
                    <a:avLst/>
                    <a:gdLst>
                      <a:gd name="T0" fmla="*/ 1823 w 84"/>
                      <a:gd name="T1" fmla="*/ 1648 h 68"/>
                      <a:gd name="T2" fmla="*/ 2747 w 84"/>
                      <a:gd name="T3" fmla="*/ 1445 h 68"/>
                      <a:gd name="T4" fmla="*/ 1823 w 84"/>
                      <a:gd name="T5" fmla="*/ 0 h 68"/>
                      <a:gd name="T6" fmla="*/ 922 w 84"/>
                      <a:gd name="T7" fmla="*/ 2273 h 68"/>
                      <a:gd name="T8" fmla="*/ 1823 w 84"/>
                      <a:gd name="T9" fmla="*/ 1648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2479" name="Group 222"/>
                <p:cNvGrpSpPr>
                  <a:grpSpLocks/>
                </p:cNvGrpSpPr>
                <p:nvPr/>
              </p:nvGrpSpPr>
              <p:grpSpPr bwMode="auto">
                <a:xfrm>
                  <a:off x="1648" y="1130"/>
                  <a:ext cx="335" cy="386"/>
                  <a:chOff x="1648" y="1130"/>
                  <a:chExt cx="335" cy="386"/>
                </a:xfrm>
              </p:grpSpPr>
              <p:sp>
                <p:nvSpPr>
                  <p:cNvPr id="22912" name="Freeform 223"/>
                  <p:cNvSpPr>
                    <a:spLocks/>
                  </p:cNvSpPr>
                  <p:nvPr/>
                </p:nvSpPr>
                <p:spPr bwMode="auto">
                  <a:xfrm rot="-9373407">
                    <a:off x="1648" y="1260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13" name="Freeform 224"/>
                  <p:cNvSpPr>
                    <a:spLocks/>
                  </p:cNvSpPr>
                  <p:nvPr/>
                </p:nvSpPr>
                <p:spPr bwMode="auto">
                  <a:xfrm rot="-9373407">
                    <a:off x="1736" y="1365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14" name="Freeform 225"/>
                  <p:cNvSpPr>
                    <a:spLocks/>
                  </p:cNvSpPr>
                  <p:nvPr/>
                </p:nvSpPr>
                <p:spPr bwMode="auto">
                  <a:xfrm rot="-9373407">
                    <a:off x="1758" y="1281"/>
                    <a:ext cx="135" cy="100"/>
                  </a:xfrm>
                  <a:custGeom>
                    <a:avLst/>
                    <a:gdLst>
                      <a:gd name="T0" fmla="*/ 0 w 66"/>
                      <a:gd name="T1" fmla="*/ 960 h 50"/>
                      <a:gd name="T2" fmla="*/ 1925 w 66"/>
                      <a:gd name="T3" fmla="*/ 1344 h 50"/>
                      <a:gd name="T4" fmla="*/ 857 w 66"/>
                      <a:gd name="T5" fmla="*/ 384 h 50"/>
                      <a:gd name="T6" fmla="*/ 213 w 66"/>
                      <a:gd name="T7" fmla="*/ 192 h 50"/>
                      <a:gd name="T8" fmla="*/ 0 w 66"/>
                      <a:gd name="T9" fmla="*/ 960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15" name="Freeform 226"/>
                  <p:cNvSpPr>
                    <a:spLocks/>
                  </p:cNvSpPr>
                  <p:nvPr/>
                </p:nvSpPr>
                <p:spPr bwMode="auto">
                  <a:xfrm rot="-9373407">
                    <a:off x="1661" y="1388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16" name="Freeform 227"/>
                  <p:cNvSpPr>
                    <a:spLocks/>
                  </p:cNvSpPr>
                  <p:nvPr/>
                </p:nvSpPr>
                <p:spPr bwMode="auto">
                  <a:xfrm rot="-9373407">
                    <a:off x="1663" y="1130"/>
                    <a:ext cx="187" cy="153"/>
                  </a:xfrm>
                  <a:custGeom>
                    <a:avLst/>
                    <a:gdLst>
                      <a:gd name="T0" fmla="*/ 2627 w 84"/>
                      <a:gd name="T1" fmla="*/ 2770 h 68"/>
                      <a:gd name="T2" fmla="*/ 3929 w 84"/>
                      <a:gd name="T3" fmla="*/ 2435 h 68"/>
                      <a:gd name="T4" fmla="*/ 2627 w 84"/>
                      <a:gd name="T5" fmla="*/ 0 h 68"/>
                      <a:gd name="T6" fmla="*/ 1302 w 84"/>
                      <a:gd name="T7" fmla="*/ 3816 h 68"/>
                      <a:gd name="T8" fmla="*/ 2627 w 84"/>
                      <a:gd name="T9" fmla="*/ 2770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22491" name="Group 228"/>
              <p:cNvGrpSpPr>
                <a:grpSpLocks/>
              </p:cNvGrpSpPr>
              <p:nvPr/>
            </p:nvGrpSpPr>
            <p:grpSpPr bwMode="auto">
              <a:xfrm>
                <a:off x="1040" y="1449"/>
                <a:ext cx="1055" cy="387"/>
                <a:chOff x="1040" y="1449"/>
                <a:chExt cx="1055" cy="387"/>
              </a:xfrm>
            </p:grpSpPr>
            <p:grpSp>
              <p:nvGrpSpPr>
                <p:cNvPr id="22522" name="Group 229"/>
                <p:cNvGrpSpPr>
                  <a:grpSpLocks/>
                </p:cNvGrpSpPr>
                <p:nvPr/>
              </p:nvGrpSpPr>
              <p:grpSpPr bwMode="auto">
                <a:xfrm>
                  <a:off x="1040" y="1451"/>
                  <a:ext cx="336" cy="367"/>
                  <a:chOff x="1040" y="1451"/>
                  <a:chExt cx="336" cy="367"/>
                </a:xfrm>
              </p:grpSpPr>
              <p:sp>
                <p:nvSpPr>
                  <p:cNvPr id="22903" name="Freeform 230"/>
                  <p:cNvSpPr>
                    <a:spLocks/>
                  </p:cNvSpPr>
                  <p:nvPr/>
                </p:nvSpPr>
                <p:spPr bwMode="auto">
                  <a:xfrm rot="1426593">
                    <a:off x="1168" y="1571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04" name="Freeform 231"/>
                  <p:cNvSpPr>
                    <a:spLocks/>
                  </p:cNvSpPr>
                  <p:nvPr/>
                </p:nvSpPr>
                <p:spPr bwMode="auto">
                  <a:xfrm rot="1426593">
                    <a:off x="1040" y="1480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05" name="Freeform 232"/>
                  <p:cNvSpPr>
                    <a:spLocks/>
                  </p:cNvSpPr>
                  <p:nvPr/>
                </p:nvSpPr>
                <p:spPr bwMode="auto">
                  <a:xfrm rot="1426593">
                    <a:off x="1130" y="1586"/>
                    <a:ext cx="135" cy="100"/>
                  </a:xfrm>
                  <a:custGeom>
                    <a:avLst/>
                    <a:gdLst>
                      <a:gd name="T0" fmla="*/ 0 w 66"/>
                      <a:gd name="T1" fmla="*/ 960 h 50"/>
                      <a:gd name="T2" fmla="*/ 1925 w 66"/>
                      <a:gd name="T3" fmla="*/ 1344 h 50"/>
                      <a:gd name="T4" fmla="*/ 857 w 66"/>
                      <a:gd name="T5" fmla="*/ 384 h 50"/>
                      <a:gd name="T6" fmla="*/ 213 w 66"/>
                      <a:gd name="T7" fmla="*/ 192 h 50"/>
                      <a:gd name="T8" fmla="*/ 0 w 66"/>
                      <a:gd name="T9" fmla="*/ 960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06" name="Freeform 233"/>
                  <p:cNvSpPr>
                    <a:spLocks/>
                  </p:cNvSpPr>
                  <p:nvPr/>
                </p:nvSpPr>
                <p:spPr bwMode="auto">
                  <a:xfrm rot="1426593">
                    <a:off x="1175" y="1451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07" name="Freeform 234"/>
                  <p:cNvSpPr>
                    <a:spLocks/>
                  </p:cNvSpPr>
                  <p:nvPr/>
                </p:nvSpPr>
                <p:spPr bwMode="auto">
                  <a:xfrm rot="1426593">
                    <a:off x="1177" y="1681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2523" name="Group 235"/>
                <p:cNvGrpSpPr>
                  <a:grpSpLocks/>
                </p:cNvGrpSpPr>
                <p:nvPr/>
              </p:nvGrpSpPr>
              <p:grpSpPr bwMode="auto">
                <a:xfrm>
                  <a:off x="1329" y="1449"/>
                  <a:ext cx="336" cy="368"/>
                  <a:chOff x="1329" y="1449"/>
                  <a:chExt cx="336" cy="368"/>
                </a:xfrm>
              </p:grpSpPr>
              <p:sp>
                <p:nvSpPr>
                  <p:cNvPr id="22898" name="Freeform 236"/>
                  <p:cNvSpPr>
                    <a:spLocks/>
                  </p:cNvSpPr>
                  <p:nvPr/>
                </p:nvSpPr>
                <p:spPr bwMode="auto">
                  <a:xfrm rot="-9373407">
                    <a:off x="1329" y="1562"/>
                    <a:ext cx="208" cy="134"/>
                  </a:xfrm>
                  <a:custGeom>
                    <a:avLst/>
                    <a:gdLst>
                      <a:gd name="T0" fmla="*/ 2226 w 101"/>
                      <a:gd name="T1" fmla="*/ 1340 h 66"/>
                      <a:gd name="T2" fmla="*/ 2447 w 101"/>
                      <a:gd name="T3" fmla="*/ 99 h 66"/>
                      <a:gd name="T4" fmla="*/ 881 w 101"/>
                      <a:gd name="T5" fmla="*/ 309 h 66"/>
                      <a:gd name="T6" fmla="*/ 2226 w 101"/>
                      <a:gd name="T7" fmla="*/ 1340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99" name="Freeform 237"/>
                  <p:cNvSpPr>
                    <a:spLocks/>
                  </p:cNvSpPr>
                  <p:nvPr/>
                </p:nvSpPr>
                <p:spPr bwMode="auto">
                  <a:xfrm rot="-9373407">
                    <a:off x="1418" y="1664"/>
                    <a:ext cx="247" cy="123"/>
                  </a:xfrm>
                  <a:custGeom>
                    <a:avLst/>
                    <a:gdLst>
                      <a:gd name="T0" fmla="*/ 2102 w 120"/>
                      <a:gd name="T1" fmla="*/ 1517 h 60"/>
                      <a:gd name="T2" fmla="*/ 3427 w 120"/>
                      <a:gd name="T3" fmla="*/ 1312 h 60"/>
                      <a:gd name="T4" fmla="*/ 2338 w 120"/>
                      <a:gd name="T5" fmla="*/ 0 h 60"/>
                      <a:gd name="T6" fmla="*/ 1665 w 120"/>
                      <a:gd name="T7" fmla="*/ 2173 h 60"/>
                      <a:gd name="T8" fmla="*/ 2102 w 120"/>
                      <a:gd name="T9" fmla="*/ 1517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00" name="Freeform 238"/>
                  <p:cNvSpPr>
                    <a:spLocks/>
                  </p:cNvSpPr>
                  <p:nvPr/>
                </p:nvSpPr>
                <p:spPr bwMode="auto">
                  <a:xfrm rot="-9373407">
                    <a:off x="1440" y="1580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01" name="Freeform 239"/>
                  <p:cNvSpPr>
                    <a:spLocks/>
                  </p:cNvSpPr>
                  <p:nvPr/>
                </p:nvSpPr>
                <p:spPr bwMode="auto">
                  <a:xfrm rot="-9373407">
                    <a:off x="1343" y="1689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902" name="Freeform 240"/>
                  <p:cNvSpPr>
                    <a:spLocks/>
                  </p:cNvSpPr>
                  <p:nvPr/>
                </p:nvSpPr>
                <p:spPr bwMode="auto">
                  <a:xfrm rot="-9373407">
                    <a:off x="1355" y="1449"/>
                    <a:ext cx="174" cy="138"/>
                  </a:xfrm>
                  <a:custGeom>
                    <a:avLst/>
                    <a:gdLst>
                      <a:gd name="T0" fmla="*/ 1823 w 84"/>
                      <a:gd name="T1" fmla="*/ 1648 h 68"/>
                      <a:gd name="T2" fmla="*/ 2747 w 84"/>
                      <a:gd name="T3" fmla="*/ 1445 h 68"/>
                      <a:gd name="T4" fmla="*/ 1823 w 84"/>
                      <a:gd name="T5" fmla="*/ 0 h 68"/>
                      <a:gd name="T6" fmla="*/ 922 w 84"/>
                      <a:gd name="T7" fmla="*/ 2273 h 68"/>
                      <a:gd name="T8" fmla="*/ 1823 w 84"/>
                      <a:gd name="T9" fmla="*/ 1648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4256" name="Group 241"/>
                <p:cNvGrpSpPr>
                  <a:grpSpLocks/>
                </p:cNvGrpSpPr>
                <p:nvPr/>
              </p:nvGrpSpPr>
              <p:grpSpPr bwMode="auto">
                <a:xfrm>
                  <a:off x="1470" y="1468"/>
                  <a:ext cx="337" cy="368"/>
                  <a:chOff x="1470" y="1468"/>
                  <a:chExt cx="337" cy="368"/>
                </a:xfrm>
              </p:grpSpPr>
              <p:sp>
                <p:nvSpPr>
                  <p:cNvPr id="22893" name="Freeform 242"/>
                  <p:cNvSpPr>
                    <a:spLocks/>
                  </p:cNvSpPr>
                  <p:nvPr/>
                </p:nvSpPr>
                <p:spPr bwMode="auto">
                  <a:xfrm rot="1426593">
                    <a:off x="1599" y="1589"/>
                    <a:ext cx="208" cy="134"/>
                  </a:xfrm>
                  <a:custGeom>
                    <a:avLst/>
                    <a:gdLst>
                      <a:gd name="T0" fmla="*/ 2226 w 101"/>
                      <a:gd name="T1" fmla="*/ 1340 h 66"/>
                      <a:gd name="T2" fmla="*/ 2447 w 101"/>
                      <a:gd name="T3" fmla="*/ 99 h 66"/>
                      <a:gd name="T4" fmla="*/ 881 w 101"/>
                      <a:gd name="T5" fmla="*/ 309 h 66"/>
                      <a:gd name="T6" fmla="*/ 2226 w 101"/>
                      <a:gd name="T7" fmla="*/ 1340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94" name="Freeform 243"/>
                  <p:cNvSpPr>
                    <a:spLocks/>
                  </p:cNvSpPr>
                  <p:nvPr/>
                </p:nvSpPr>
                <p:spPr bwMode="auto">
                  <a:xfrm rot="1426593">
                    <a:off x="1470" y="1497"/>
                    <a:ext cx="247" cy="123"/>
                  </a:xfrm>
                  <a:custGeom>
                    <a:avLst/>
                    <a:gdLst>
                      <a:gd name="T0" fmla="*/ 2102 w 120"/>
                      <a:gd name="T1" fmla="*/ 1517 h 60"/>
                      <a:gd name="T2" fmla="*/ 3427 w 120"/>
                      <a:gd name="T3" fmla="*/ 1312 h 60"/>
                      <a:gd name="T4" fmla="*/ 2338 w 120"/>
                      <a:gd name="T5" fmla="*/ 0 h 60"/>
                      <a:gd name="T6" fmla="*/ 1665 w 120"/>
                      <a:gd name="T7" fmla="*/ 2173 h 60"/>
                      <a:gd name="T8" fmla="*/ 2102 w 120"/>
                      <a:gd name="T9" fmla="*/ 1517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95" name="Freeform 244"/>
                  <p:cNvSpPr>
                    <a:spLocks/>
                  </p:cNvSpPr>
                  <p:nvPr/>
                </p:nvSpPr>
                <p:spPr bwMode="auto">
                  <a:xfrm rot="1426593">
                    <a:off x="1560" y="1603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96" name="Freeform 245"/>
                  <p:cNvSpPr>
                    <a:spLocks/>
                  </p:cNvSpPr>
                  <p:nvPr/>
                </p:nvSpPr>
                <p:spPr bwMode="auto">
                  <a:xfrm rot="1426593">
                    <a:off x="1605" y="1468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97" name="Freeform 246"/>
                  <p:cNvSpPr>
                    <a:spLocks/>
                  </p:cNvSpPr>
                  <p:nvPr/>
                </p:nvSpPr>
                <p:spPr bwMode="auto">
                  <a:xfrm rot="1426593">
                    <a:off x="1607" y="1698"/>
                    <a:ext cx="174" cy="138"/>
                  </a:xfrm>
                  <a:custGeom>
                    <a:avLst/>
                    <a:gdLst>
                      <a:gd name="T0" fmla="*/ 1823 w 84"/>
                      <a:gd name="T1" fmla="*/ 1648 h 68"/>
                      <a:gd name="T2" fmla="*/ 2747 w 84"/>
                      <a:gd name="T3" fmla="*/ 1445 h 68"/>
                      <a:gd name="T4" fmla="*/ 1823 w 84"/>
                      <a:gd name="T5" fmla="*/ 0 h 68"/>
                      <a:gd name="T6" fmla="*/ 922 w 84"/>
                      <a:gd name="T7" fmla="*/ 2273 h 68"/>
                      <a:gd name="T8" fmla="*/ 1823 w 84"/>
                      <a:gd name="T9" fmla="*/ 1648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4257" name="Group 247"/>
                <p:cNvGrpSpPr>
                  <a:grpSpLocks/>
                </p:cNvGrpSpPr>
                <p:nvPr/>
              </p:nvGrpSpPr>
              <p:grpSpPr bwMode="auto">
                <a:xfrm>
                  <a:off x="1760" y="1465"/>
                  <a:ext cx="335" cy="368"/>
                  <a:chOff x="1760" y="1465"/>
                  <a:chExt cx="335" cy="368"/>
                </a:xfrm>
              </p:grpSpPr>
              <p:sp>
                <p:nvSpPr>
                  <p:cNvPr id="22888" name="Freeform 248"/>
                  <p:cNvSpPr>
                    <a:spLocks/>
                  </p:cNvSpPr>
                  <p:nvPr/>
                </p:nvSpPr>
                <p:spPr bwMode="auto">
                  <a:xfrm rot="-9373407">
                    <a:off x="1760" y="1577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89" name="Freeform 249"/>
                  <p:cNvSpPr>
                    <a:spLocks/>
                  </p:cNvSpPr>
                  <p:nvPr/>
                </p:nvSpPr>
                <p:spPr bwMode="auto">
                  <a:xfrm rot="-9373407">
                    <a:off x="1848" y="1682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90" name="Freeform 250"/>
                  <p:cNvSpPr>
                    <a:spLocks/>
                  </p:cNvSpPr>
                  <p:nvPr/>
                </p:nvSpPr>
                <p:spPr bwMode="auto">
                  <a:xfrm rot="-9373407">
                    <a:off x="1870" y="1598"/>
                    <a:ext cx="135" cy="100"/>
                  </a:xfrm>
                  <a:custGeom>
                    <a:avLst/>
                    <a:gdLst>
                      <a:gd name="T0" fmla="*/ 0 w 66"/>
                      <a:gd name="T1" fmla="*/ 960 h 50"/>
                      <a:gd name="T2" fmla="*/ 1925 w 66"/>
                      <a:gd name="T3" fmla="*/ 1344 h 50"/>
                      <a:gd name="T4" fmla="*/ 857 w 66"/>
                      <a:gd name="T5" fmla="*/ 384 h 50"/>
                      <a:gd name="T6" fmla="*/ 213 w 66"/>
                      <a:gd name="T7" fmla="*/ 192 h 50"/>
                      <a:gd name="T8" fmla="*/ 0 w 66"/>
                      <a:gd name="T9" fmla="*/ 960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91" name="Freeform 251"/>
                  <p:cNvSpPr>
                    <a:spLocks/>
                  </p:cNvSpPr>
                  <p:nvPr/>
                </p:nvSpPr>
                <p:spPr bwMode="auto">
                  <a:xfrm rot="-9373407">
                    <a:off x="1773" y="1705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92" name="Freeform 252"/>
                  <p:cNvSpPr>
                    <a:spLocks/>
                  </p:cNvSpPr>
                  <p:nvPr/>
                </p:nvSpPr>
                <p:spPr bwMode="auto">
                  <a:xfrm rot="-9373407">
                    <a:off x="1785" y="1465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</p:grpSp>
        <p:sp>
          <p:nvSpPr>
            <p:cNvPr id="22843" name="Oval 253"/>
            <p:cNvSpPr>
              <a:spLocks noChangeArrowheads="1"/>
            </p:cNvSpPr>
            <p:nvPr/>
          </p:nvSpPr>
          <p:spPr bwMode="auto">
            <a:xfrm rot="1426593">
              <a:off x="1061" y="1295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44" name="Oval 254"/>
            <p:cNvSpPr>
              <a:spLocks noChangeArrowheads="1"/>
            </p:cNvSpPr>
            <p:nvPr/>
          </p:nvSpPr>
          <p:spPr bwMode="auto">
            <a:xfrm rot="1426593">
              <a:off x="1152" y="1407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45" name="Oval 255"/>
            <p:cNvSpPr>
              <a:spLocks noChangeArrowheads="1"/>
            </p:cNvSpPr>
            <p:nvPr/>
          </p:nvSpPr>
          <p:spPr bwMode="auto">
            <a:xfrm rot="1426593">
              <a:off x="1291" y="1413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46" name="Oval 256"/>
            <p:cNvSpPr>
              <a:spLocks noChangeArrowheads="1"/>
            </p:cNvSpPr>
            <p:nvPr/>
          </p:nvSpPr>
          <p:spPr bwMode="auto">
            <a:xfrm rot="1426593">
              <a:off x="1437" y="1499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47" name="Oval 257"/>
            <p:cNvSpPr>
              <a:spLocks noChangeArrowheads="1"/>
            </p:cNvSpPr>
            <p:nvPr/>
          </p:nvSpPr>
          <p:spPr bwMode="auto">
            <a:xfrm rot="1426593">
              <a:off x="1283" y="1499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48" name="Oval 258"/>
            <p:cNvSpPr>
              <a:spLocks noChangeArrowheads="1"/>
            </p:cNvSpPr>
            <p:nvPr/>
          </p:nvSpPr>
          <p:spPr bwMode="auto">
            <a:xfrm rot="1426593">
              <a:off x="1966" y="1739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49" name="Oval 259"/>
            <p:cNvSpPr>
              <a:spLocks noChangeArrowheads="1"/>
            </p:cNvSpPr>
            <p:nvPr/>
          </p:nvSpPr>
          <p:spPr bwMode="auto">
            <a:xfrm rot="1426593">
              <a:off x="1822" y="1767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50" name="Oval 260"/>
            <p:cNvSpPr>
              <a:spLocks noChangeArrowheads="1"/>
            </p:cNvSpPr>
            <p:nvPr/>
          </p:nvSpPr>
          <p:spPr bwMode="auto">
            <a:xfrm rot="1426593">
              <a:off x="1687" y="1733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51" name="Oval 261"/>
            <p:cNvSpPr>
              <a:spLocks noChangeArrowheads="1"/>
            </p:cNvSpPr>
            <p:nvPr/>
          </p:nvSpPr>
          <p:spPr bwMode="auto">
            <a:xfrm rot="1426593">
              <a:off x="1147" y="1519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52" name="Oval 262"/>
            <p:cNvSpPr>
              <a:spLocks noChangeArrowheads="1"/>
            </p:cNvSpPr>
            <p:nvPr/>
          </p:nvSpPr>
          <p:spPr bwMode="auto">
            <a:xfrm rot="1426593">
              <a:off x="1267" y="1606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53" name="Oval 263"/>
            <p:cNvSpPr>
              <a:spLocks noChangeArrowheads="1"/>
            </p:cNvSpPr>
            <p:nvPr/>
          </p:nvSpPr>
          <p:spPr bwMode="auto">
            <a:xfrm rot="1426593">
              <a:off x="1404" y="1635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54" name="Oval 264"/>
            <p:cNvSpPr>
              <a:spLocks noChangeArrowheads="1"/>
            </p:cNvSpPr>
            <p:nvPr/>
          </p:nvSpPr>
          <p:spPr bwMode="auto">
            <a:xfrm rot="1426593">
              <a:off x="1536" y="1718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55" name="Oval 265"/>
            <p:cNvSpPr>
              <a:spLocks noChangeArrowheads="1"/>
            </p:cNvSpPr>
            <p:nvPr/>
          </p:nvSpPr>
          <p:spPr bwMode="auto">
            <a:xfrm rot="1426593">
              <a:off x="1394" y="1727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56" name="Oval 266"/>
            <p:cNvSpPr>
              <a:spLocks noChangeArrowheads="1"/>
            </p:cNvSpPr>
            <p:nvPr/>
          </p:nvSpPr>
          <p:spPr bwMode="auto">
            <a:xfrm rot="1426593">
              <a:off x="1244" y="1719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57" name="Oval 267"/>
            <p:cNvSpPr>
              <a:spLocks noChangeArrowheads="1"/>
            </p:cNvSpPr>
            <p:nvPr/>
          </p:nvSpPr>
          <p:spPr bwMode="auto">
            <a:xfrm rot="1426593">
              <a:off x="1716" y="1528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58" name="Oval 268"/>
            <p:cNvSpPr>
              <a:spLocks noChangeArrowheads="1"/>
            </p:cNvSpPr>
            <p:nvPr/>
          </p:nvSpPr>
          <p:spPr bwMode="auto">
            <a:xfrm rot="1426593">
              <a:off x="1034" y="1186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59" name="Oval 269"/>
            <p:cNvSpPr>
              <a:spLocks noChangeArrowheads="1"/>
            </p:cNvSpPr>
            <p:nvPr/>
          </p:nvSpPr>
          <p:spPr bwMode="auto">
            <a:xfrm rot="1426593">
              <a:off x="1178" y="1285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60" name="Oval 270"/>
            <p:cNvSpPr>
              <a:spLocks noChangeArrowheads="1"/>
            </p:cNvSpPr>
            <p:nvPr/>
          </p:nvSpPr>
          <p:spPr bwMode="auto">
            <a:xfrm rot="1426593">
              <a:off x="1399" y="1408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61" name="Oval 271"/>
            <p:cNvSpPr>
              <a:spLocks noChangeArrowheads="1"/>
            </p:cNvSpPr>
            <p:nvPr/>
          </p:nvSpPr>
          <p:spPr bwMode="auto">
            <a:xfrm rot="1426593">
              <a:off x="1715" y="1617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62" name="Oval 272"/>
            <p:cNvSpPr>
              <a:spLocks noChangeArrowheads="1"/>
            </p:cNvSpPr>
            <p:nvPr/>
          </p:nvSpPr>
          <p:spPr bwMode="auto">
            <a:xfrm rot="1426593">
              <a:off x="1594" y="1523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63" name="Oval 273"/>
            <p:cNvSpPr>
              <a:spLocks noChangeArrowheads="1"/>
            </p:cNvSpPr>
            <p:nvPr/>
          </p:nvSpPr>
          <p:spPr bwMode="auto">
            <a:xfrm rot="1426593">
              <a:off x="1605" y="1627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64" name="Oval 274"/>
            <p:cNvSpPr>
              <a:spLocks noChangeArrowheads="1"/>
            </p:cNvSpPr>
            <p:nvPr/>
          </p:nvSpPr>
          <p:spPr bwMode="auto">
            <a:xfrm rot="1426593">
              <a:off x="1510" y="1620"/>
              <a:ext cx="29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65" name="Oval 275"/>
            <p:cNvSpPr>
              <a:spLocks noChangeArrowheads="1"/>
            </p:cNvSpPr>
            <p:nvPr/>
          </p:nvSpPr>
          <p:spPr bwMode="auto">
            <a:xfrm rot="1426593">
              <a:off x="1466" y="1216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66" name="Oval 276"/>
            <p:cNvSpPr>
              <a:spLocks noChangeArrowheads="1"/>
            </p:cNvSpPr>
            <p:nvPr/>
          </p:nvSpPr>
          <p:spPr bwMode="auto">
            <a:xfrm rot="1426593">
              <a:off x="1310" y="1174"/>
              <a:ext cx="39" cy="5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67" name="Oval 277"/>
            <p:cNvSpPr>
              <a:spLocks noChangeArrowheads="1"/>
            </p:cNvSpPr>
            <p:nvPr/>
          </p:nvSpPr>
          <p:spPr bwMode="auto">
            <a:xfrm rot="1426593">
              <a:off x="1177" y="1185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68" name="Oval 278"/>
            <p:cNvSpPr>
              <a:spLocks noChangeArrowheads="1"/>
            </p:cNvSpPr>
            <p:nvPr/>
          </p:nvSpPr>
          <p:spPr bwMode="auto">
            <a:xfrm rot="1426593">
              <a:off x="1295" y="130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69" name="Oval 279"/>
            <p:cNvSpPr>
              <a:spLocks noChangeArrowheads="1"/>
            </p:cNvSpPr>
            <p:nvPr/>
          </p:nvSpPr>
          <p:spPr bwMode="auto">
            <a:xfrm rot="1426593">
              <a:off x="1400" y="1294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70" name="Oval 280"/>
            <p:cNvSpPr>
              <a:spLocks noChangeArrowheads="1"/>
            </p:cNvSpPr>
            <p:nvPr/>
          </p:nvSpPr>
          <p:spPr bwMode="auto">
            <a:xfrm rot="1426593">
              <a:off x="1582" y="1416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71" name="Oval 281"/>
            <p:cNvSpPr>
              <a:spLocks noChangeArrowheads="1"/>
            </p:cNvSpPr>
            <p:nvPr/>
          </p:nvSpPr>
          <p:spPr bwMode="auto">
            <a:xfrm rot="1426593">
              <a:off x="1936" y="1629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72" name="Oval 282"/>
            <p:cNvSpPr>
              <a:spLocks noChangeArrowheads="1"/>
            </p:cNvSpPr>
            <p:nvPr/>
          </p:nvSpPr>
          <p:spPr bwMode="auto">
            <a:xfrm rot="1426593">
              <a:off x="1841" y="1648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73" name="Oval 283"/>
            <p:cNvSpPr>
              <a:spLocks noChangeArrowheads="1"/>
            </p:cNvSpPr>
            <p:nvPr/>
          </p:nvSpPr>
          <p:spPr bwMode="auto">
            <a:xfrm rot="1426593">
              <a:off x="1820" y="1321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74" name="Oval 284"/>
            <p:cNvSpPr>
              <a:spLocks noChangeArrowheads="1"/>
            </p:cNvSpPr>
            <p:nvPr/>
          </p:nvSpPr>
          <p:spPr bwMode="auto">
            <a:xfrm rot="1426593">
              <a:off x="1733" y="1207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75" name="Oval 285"/>
            <p:cNvSpPr>
              <a:spLocks noChangeArrowheads="1"/>
            </p:cNvSpPr>
            <p:nvPr/>
          </p:nvSpPr>
          <p:spPr bwMode="auto">
            <a:xfrm rot="1426593">
              <a:off x="1609" y="1199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76" name="Oval 286"/>
            <p:cNvSpPr>
              <a:spLocks noChangeArrowheads="1"/>
            </p:cNvSpPr>
            <p:nvPr/>
          </p:nvSpPr>
          <p:spPr bwMode="auto">
            <a:xfrm rot="1426593">
              <a:off x="1728" y="1331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77" name="Oval 287"/>
            <p:cNvSpPr>
              <a:spLocks noChangeArrowheads="1"/>
            </p:cNvSpPr>
            <p:nvPr/>
          </p:nvSpPr>
          <p:spPr bwMode="auto">
            <a:xfrm rot="1426593">
              <a:off x="1490" y="1323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78" name="Oval 288"/>
            <p:cNvSpPr>
              <a:spLocks noChangeArrowheads="1"/>
            </p:cNvSpPr>
            <p:nvPr/>
          </p:nvSpPr>
          <p:spPr bwMode="auto">
            <a:xfrm rot="1426593">
              <a:off x="1591" y="1298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79" name="Oval 289"/>
            <p:cNvSpPr>
              <a:spLocks noChangeArrowheads="1"/>
            </p:cNvSpPr>
            <p:nvPr/>
          </p:nvSpPr>
          <p:spPr bwMode="auto">
            <a:xfrm rot="1426593">
              <a:off x="1713" y="1425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80" name="Oval 290"/>
            <p:cNvSpPr>
              <a:spLocks noChangeArrowheads="1"/>
            </p:cNvSpPr>
            <p:nvPr/>
          </p:nvSpPr>
          <p:spPr bwMode="auto">
            <a:xfrm rot="1426593">
              <a:off x="1835" y="1519"/>
              <a:ext cx="29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881" name="Oval 291"/>
            <p:cNvSpPr>
              <a:spLocks noChangeArrowheads="1"/>
            </p:cNvSpPr>
            <p:nvPr/>
          </p:nvSpPr>
          <p:spPr bwMode="auto">
            <a:xfrm rot="1426593">
              <a:off x="1836" y="1413"/>
              <a:ext cx="30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4258" name="Group 292"/>
          <p:cNvGrpSpPr>
            <a:grpSpLocks/>
          </p:cNvGrpSpPr>
          <p:nvPr>
            <p:custDataLst>
              <p:tags r:id="rId120"/>
            </p:custDataLst>
          </p:nvPr>
        </p:nvGrpSpPr>
        <p:grpSpPr bwMode="auto">
          <a:xfrm>
            <a:off x="2825750" y="2579688"/>
            <a:ext cx="533400" cy="584200"/>
            <a:chOff x="1774" y="1126"/>
            <a:chExt cx="336" cy="368"/>
          </a:xfrm>
        </p:grpSpPr>
        <p:sp>
          <p:nvSpPr>
            <p:cNvPr id="22837" name="Freeform 293"/>
            <p:cNvSpPr>
              <a:spLocks/>
            </p:cNvSpPr>
            <p:nvPr/>
          </p:nvSpPr>
          <p:spPr bwMode="auto">
            <a:xfrm rot="1426593">
              <a:off x="1902" y="1247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38" name="Freeform 294"/>
            <p:cNvSpPr>
              <a:spLocks/>
            </p:cNvSpPr>
            <p:nvPr/>
          </p:nvSpPr>
          <p:spPr bwMode="auto">
            <a:xfrm rot="1426593">
              <a:off x="1774" y="1155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39" name="Freeform 295"/>
            <p:cNvSpPr>
              <a:spLocks/>
            </p:cNvSpPr>
            <p:nvPr/>
          </p:nvSpPr>
          <p:spPr bwMode="auto">
            <a:xfrm rot="1426593">
              <a:off x="1864" y="1261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40" name="Freeform 296"/>
            <p:cNvSpPr>
              <a:spLocks/>
            </p:cNvSpPr>
            <p:nvPr/>
          </p:nvSpPr>
          <p:spPr bwMode="auto">
            <a:xfrm rot="1426593">
              <a:off x="1909" y="1126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41" name="Freeform 297"/>
            <p:cNvSpPr>
              <a:spLocks/>
            </p:cNvSpPr>
            <p:nvPr/>
          </p:nvSpPr>
          <p:spPr bwMode="auto">
            <a:xfrm rot="1426593">
              <a:off x="1911" y="1357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59" name="Group 298"/>
          <p:cNvGrpSpPr>
            <a:grpSpLocks/>
          </p:cNvGrpSpPr>
          <p:nvPr>
            <p:custDataLst>
              <p:tags r:id="rId121"/>
            </p:custDataLst>
          </p:nvPr>
        </p:nvGrpSpPr>
        <p:grpSpPr bwMode="auto">
          <a:xfrm>
            <a:off x="3286125" y="2574925"/>
            <a:ext cx="531813" cy="585788"/>
            <a:chOff x="2064" y="1123"/>
            <a:chExt cx="335" cy="369"/>
          </a:xfrm>
        </p:grpSpPr>
        <p:sp>
          <p:nvSpPr>
            <p:cNvPr id="22832" name="Freeform 299"/>
            <p:cNvSpPr>
              <a:spLocks/>
            </p:cNvSpPr>
            <p:nvPr/>
          </p:nvSpPr>
          <p:spPr bwMode="auto">
            <a:xfrm rot="-9373407">
              <a:off x="2064" y="1235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33" name="Freeform 300"/>
            <p:cNvSpPr>
              <a:spLocks/>
            </p:cNvSpPr>
            <p:nvPr/>
          </p:nvSpPr>
          <p:spPr bwMode="auto">
            <a:xfrm rot="-9373407">
              <a:off x="2152" y="1341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34" name="Freeform 301"/>
            <p:cNvSpPr>
              <a:spLocks/>
            </p:cNvSpPr>
            <p:nvPr/>
          </p:nvSpPr>
          <p:spPr bwMode="auto">
            <a:xfrm rot="-9373407">
              <a:off x="2174" y="1256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35" name="Freeform 302"/>
            <p:cNvSpPr>
              <a:spLocks/>
            </p:cNvSpPr>
            <p:nvPr/>
          </p:nvSpPr>
          <p:spPr bwMode="auto">
            <a:xfrm rot="-9373407">
              <a:off x="2077" y="1364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36" name="Freeform 303"/>
            <p:cNvSpPr>
              <a:spLocks/>
            </p:cNvSpPr>
            <p:nvPr/>
          </p:nvSpPr>
          <p:spPr bwMode="auto">
            <a:xfrm rot="-9373407">
              <a:off x="2089" y="1123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60" name="Group 304"/>
          <p:cNvGrpSpPr>
            <a:grpSpLocks/>
          </p:cNvGrpSpPr>
          <p:nvPr>
            <p:custDataLst>
              <p:tags r:id="rId122"/>
            </p:custDataLst>
          </p:nvPr>
        </p:nvGrpSpPr>
        <p:grpSpPr bwMode="auto">
          <a:xfrm>
            <a:off x="3462338" y="2571750"/>
            <a:ext cx="581025" cy="620713"/>
            <a:chOff x="2175" y="1121"/>
            <a:chExt cx="366" cy="391"/>
          </a:xfrm>
        </p:grpSpPr>
        <p:sp>
          <p:nvSpPr>
            <p:cNvPr id="22827" name="Freeform 305"/>
            <p:cNvSpPr>
              <a:spLocks/>
            </p:cNvSpPr>
            <p:nvPr/>
          </p:nvSpPr>
          <p:spPr bwMode="auto">
            <a:xfrm rot="1426593">
              <a:off x="2333" y="1265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28" name="Freeform 306"/>
            <p:cNvSpPr>
              <a:spLocks/>
            </p:cNvSpPr>
            <p:nvPr/>
          </p:nvSpPr>
          <p:spPr bwMode="auto">
            <a:xfrm rot="1426593">
              <a:off x="2175" y="1121"/>
              <a:ext cx="287" cy="167"/>
            </a:xfrm>
            <a:custGeom>
              <a:avLst/>
              <a:gdLst>
                <a:gd name="T0" fmla="*/ 4444 w 120"/>
                <a:gd name="T1" fmla="*/ 7025 h 60"/>
                <a:gd name="T2" fmla="*/ 7263 w 120"/>
                <a:gd name="T3" fmla="*/ 5995 h 60"/>
                <a:gd name="T4" fmla="*/ 4936 w 120"/>
                <a:gd name="T5" fmla="*/ 0 h 60"/>
                <a:gd name="T6" fmla="*/ 3530 w 120"/>
                <a:gd name="T7" fmla="*/ 10026 h 60"/>
                <a:gd name="T8" fmla="*/ 4444 w 120"/>
                <a:gd name="T9" fmla="*/ 7025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29" name="Freeform 307"/>
            <p:cNvSpPr>
              <a:spLocks/>
            </p:cNvSpPr>
            <p:nvPr/>
          </p:nvSpPr>
          <p:spPr bwMode="auto">
            <a:xfrm rot="1426593">
              <a:off x="2294" y="1279"/>
              <a:ext cx="136" cy="101"/>
            </a:xfrm>
            <a:custGeom>
              <a:avLst/>
              <a:gdLst>
                <a:gd name="T0" fmla="*/ 0 w 66"/>
                <a:gd name="T1" fmla="*/ 1012 h 50"/>
                <a:gd name="T2" fmla="*/ 2005 w 66"/>
                <a:gd name="T3" fmla="*/ 1416 h 50"/>
                <a:gd name="T4" fmla="*/ 884 w 66"/>
                <a:gd name="T5" fmla="*/ 396 h 50"/>
                <a:gd name="T6" fmla="*/ 220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30" name="Freeform 308"/>
            <p:cNvSpPr>
              <a:spLocks/>
            </p:cNvSpPr>
            <p:nvPr/>
          </p:nvSpPr>
          <p:spPr bwMode="auto">
            <a:xfrm rot="1426593">
              <a:off x="2323" y="1121"/>
              <a:ext cx="209" cy="147"/>
            </a:xfrm>
            <a:custGeom>
              <a:avLst/>
              <a:gdLst>
                <a:gd name="T0" fmla="*/ 2749 w 91"/>
                <a:gd name="T1" fmla="*/ 3736 h 63"/>
                <a:gd name="T2" fmla="*/ 5813 w 91"/>
                <a:gd name="T3" fmla="*/ 2070 h 63"/>
                <a:gd name="T4" fmla="*/ 5427 w 91"/>
                <a:gd name="T5" fmla="*/ 828 h 63"/>
                <a:gd name="T6" fmla="*/ 3149 w 91"/>
                <a:gd name="T7" fmla="*/ 0 h 63"/>
                <a:gd name="T8" fmla="*/ 3502 w 91"/>
                <a:gd name="T9" fmla="*/ 4153 h 63"/>
                <a:gd name="T10" fmla="*/ 2749 w 91"/>
                <a:gd name="T11" fmla="*/ 3736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31" name="Freeform 309"/>
            <p:cNvSpPr>
              <a:spLocks/>
            </p:cNvSpPr>
            <p:nvPr/>
          </p:nvSpPr>
          <p:spPr bwMode="auto">
            <a:xfrm rot="1426593">
              <a:off x="2342" y="1375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61" name="Group 310"/>
          <p:cNvGrpSpPr>
            <a:grpSpLocks/>
          </p:cNvGrpSpPr>
          <p:nvPr>
            <p:custDataLst>
              <p:tags r:id="rId123"/>
            </p:custDataLst>
          </p:nvPr>
        </p:nvGrpSpPr>
        <p:grpSpPr bwMode="auto">
          <a:xfrm>
            <a:off x="3919538" y="2501900"/>
            <a:ext cx="582612" cy="687388"/>
            <a:chOff x="2463" y="1077"/>
            <a:chExt cx="367" cy="433"/>
          </a:xfrm>
        </p:grpSpPr>
        <p:sp>
          <p:nvSpPr>
            <p:cNvPr id="22822" name="Freeform 311"/>
            <p:cNvSpPr>
              <a:spLocks/>
            </p:cNvSpPr>
            <p:nvPr/>
          </p:nvSpPr>
          <p:spPr bwMode="auto">
            <a:xfrm rot="-9373407">
              <a:off x="2495" y="1253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23" name="Freeform 312"/>
            <p:cNvSpPr>
              <a:spLocks/>
            </p:cNvSpPr>
            <p:nvPr/>
          </p:nvSpPr>
          <p:spPr bwMode="auto">
            <a:xfrm rot="-9373407">
              <a:off x="2582" y="1359"/>
              <a:ext cx="248" cy="122"/>
            </a:xfrm>
            <a:custGeom>
              <a:avLst/>
              <a:gdLst>
                <a:gd name="T0" fmla="*/ 2153 w 120"/>
                <a:gd name="T1" fmla="*/ 1456 h 60"/>
                <a:gd name="T2" fmla="*/ 3503 w 120"/>
                <a:gd name="T3" fmla="*/ 1244 h 60"/>
                <a:gd name="T4" fmla="*/ 2375 w 120"/>
                <a:gd name="T5" fmla="*/ 0 h 60"/>
                <a:gd name="T6" fmla="*/ 1695 w 120"/>
                <a:gd name="T7" fmla="*/ 2084 h 60"/>
                <a:gd name="T8" fmla="*/ 2153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24" name="Freeform 313"/>
            <p:cNvSpPr>
              <a:spLocks/>
            </p:cNvSpPr>
            <p:nvPr/>
          </p:nvSpPr>
          <p:spPr bwMode="auto">
            <a:xfrm rot="-9373407">
              <a:off x="2605" y="1274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25" name="Freeform 314"/>
            <p:cNvSpPr>
              <a:spLocks/>
            </p:cNvSpPr>
            <p:nvPr/>
          </p:nvSpPr>
          <p:spPr bwMode="auto">
            <a:xfrm rot="-9373407">
              <a:off x="2508" y="1382"/>
              <a:ext cx="187" cy="128"/>
            </a:xfrm>
            <a:custGeom>
              <a:avLst/>
              <a:gdLst>
                <a:gd name="T0" fmla="*/ 1570 w 91"/>
                <a:gd name="T1" fmla="*/ 1869 h 63"/>
                <a:gd name="T2" fmla="*/ 3331 w 91"/>
                <a:gd name="T3" fmla="*/ 1040 h 63"/>
                <a:gd name="T4" fmla="*/ 3126 w 91"/>
                <a:gd name="T5" fmla="*/ 412 h 63"/>
                <a:gd name="T6" fmla="*/ 1802 w 91"/>
                <a:gd name="T7" fmla="*/ 0 h 63"/>
                <a:gd name="T8" fmla="*/ 2014 w 91"/>
                <a:gd name="T9" fmla="*/ 2081 h 63"/>
                <a:gd name="T10" fmla="*/ 1570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26" name="Freeform 315"/>
            <p:cNvSpPr>
              <a:spLocks/>
            </p:cNvSpPr>
            <p:nvPr/>
          </p:nvSpPr>
          <p:spPr bwMode="auto">
            <a:xfrm rot="-9373407">
              <a:off x="2463" y="1077"/>
              <a:ext cx="243" cy="189"/>
            </a:xfrm>
            <a:custGeom>
              <a:avLst/>
              <a:gdLst>
                <a:gd name="T0" fmla="*/ 9732 w 84"/>
                <a:gd name="T1" fmla="*/ 7941 h 68"/>
                <a:gd name="T2" fmla="*/ 14577 w 84"/>
                <a:gd name="T3" fmla="*/ 6976 h 68"/>
                <a:gd name="T4" fmla="*/ 9732 w 84"/>
                <a:gd name="T5" fmla="*/ 0 h 68"/>
                <a:gd name="T6" fmla="*/ 4846 w 84"/>
                <a:gd name="T7" fmla="*/ 10931 h 68"/>
                <a:gd name="T8" fmla="*/ 9732 w 84"/>
                <a:gd name="T9" fmla="*/ 7941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62" name="Group 316"/>
          <p:cNvGrpSpPr>
            <a:grpSpLocks/>
          </p:cNvGrpSpPr>
          <p:nvPr>
            <p:custDataLst>
              <p:tags r:id="rId124"/>
            </p:custDataLst>
          </p:nvPr>
        </p:nvGrpSpPr>
        <p:grpSpPr bwMode="auto">
          <a:xfrm>
            <a:off x="3003550" y="3082925"/>
            <a:ext cx="533400" cy="584200"/>
            <a:chOff x="1886" y="1443"/>
            <a:chExt cx="336" cy="368"/>
          </a:xfrm>
        </p:grpSpPr>
        <p:sp>
          <p:nvSpPr>
            <p:cNvPr id="22817" name="Freeform 317"/>
            <p:cNvSpPr>
              <a:spLocks/>
            </p:cNvSpPr>
            <p:nvPr/>
          </p:nvSpPr>
          <p:spPr bwMode="auto">
            <a:xfrm rot="1426593">
              <a:off x="2014" y="1564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18" name="Freeform 318"/>
            <p:cNvSpPr>
              <a:spLocks/>
            </p:cNvSpPr>
            <p:nvPr/>
          </p:nvSpPr>
          <p:spPr bwMode="auto">
            <a:xfrm rot="1426593">
              <a:off x="1886" y="1472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19" name="Freeform 319"/>
            <p:cNvSpPr>
              <a:spLocks/>
            </p:cNvSpPr>
            <p:nvPr/>
          </p:nvSpPr>
          <p:spPr bwMode="auto">
            <a:xfrm rot="1426593">
              <a:off x="1976" y="1578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20" name="Freeform 320"/>
            <p:cNvSpPr>
              <a:spLocks/>
            </p:cNvSpPr>
            <p:nvPr/>
          </p:nvSpPr>
          <p:spPr bwMode="auto">
            <a:xfrm rot="1426593">
              <a:off x="2021" y="1443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21" name="Freeform 321"/>
            <p:cNvSpPr>
              <a:spLocks/>
            </p:cNvSpPr>
            <p:nvPr/>
          </p:nvSpPr>
          <p:spPr bwMode="auto">
            <a:xfrm rot="1426593">
              <a:off x="2023" y="1674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63" name="Group 322"/>
          <p:cNvGrpSpPr>
            <a:grpSpLocks/>
          </p:cNvGrpSpPr>
          <p:nvPr>
            <p:custDataLst>
              <p:tags r:id="rId125"/>
            </p:custDataLst>
          </p:nvPr>
        </p:nvGrpSpPr>
        <p:grpSpPr bwMode="auto">
          <a:xfrm>
            <a:off x="3463925" y="3078163"/>
            <a:ext cx="531813" cy="585787"/>
            <a:chOff x="2176" y="1440"/>
            <a:chExt cx="335" cy="369"/>
          </a:xfrm>
        </p:grpSpPr>
        <p:sp>
          <p:nvSpPr>
            <p:cNvPr id="22812" name="Freeform 323"/>
            <p:cNvSpPr>
              <a:spLocks/>
            </p:cNvSpPr>
            <p:nvPr/>
          </p:nvSpPr>
          <p:spPr bwMode="auto">
            <a:xfrm rot="-9373407">
              <a:off x="2176" y="1552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13" name="Freeform 324"/>
            <p:cNvSpPr>
              <a:spLocks/>
            </p:cNvSpPr>
            <p:nvPr/>
          </p:nvSpPr>
          <p:spPr bwMode="auto">
            <a:xfrm rot="-9373407">
              <a:off x="2264" y="1658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14" name="Freeform 325"/>
            <p:cNvSpPr>
              <a:spLocks/>
            </p:cNvSpPr>
            <p:nvPr/>
          </p:nvSpPr>
          <p:spPr bwMode="auto">
            <a:xfrm rot="-9373407">
              <a:off x="2286" y="1573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15" name="Freeform 326"/>
            <p:cNvSpPr>
              <a:spLocks/>
            </p:cNvSpPr>
            <p:nvPr/>
          </p:nvSpPr>
          <p:spPr bwMode="auto">
            <a:xfrm rot="-9373407">
              <a:off x="2189" y="1681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16" name="Freeform 327"/>
            <p:cNvSpPr>
              <a:spLocks/>
            </p:cNvSpPr>
            <p:nvPr/>
          </p:nvSpPr>
          <p:spPr bwMode="auto">
            <a:xfrm rot="-9373407">
              <a:off x="2201" y="1440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630" name="Freeform 328"/>
          <p:cNvSpPr>
            <a:spLocks/>
          </p:cNvSpPr>
          <p:nvPr>
            <p:custDataLst>
              <p:tags r:id="rId126"/>
            </p:custDataLst>
          </p:nvPr>
        </p:nvSpPr>
        <p:spPr bwMode="auto">
          <a:xfrm rot="1426593">
            <a:off x="3890963" y="3303588"/>
            <a:ext cx="330200" cy="214312"/>
          </a:xfrm>
          <a:custGeom>
            <a:avLst/>
            <a:gdLst>
              <a:gd name="T0" fmla="*/ 2147483647 w 101"/>
              <a:gd name="T1" fmla="*/ 2147483647 h 66"/>
              <a:gd name="T2" fmla="*/ 2147483647 w 101"/>
              <a:gd name="T3" fmla="*/ 2147483647 h 66"/>
              <a:gd name="T4" fmla="*/ 2147483647 w 101"/>
              <a:gd name="T5" fmla="*/ 2147483647 h 66"/>
              <a:gd name="T6" fmla="*/ 2147483647 w 101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101"/>
              <a:gd name="T13" fmla="*/ 0 h 66"/>
              <a:gd name="T14" fmla="*/ 101 w 101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" h="66">
                <a:moveTo>
                  <a:pt x="60" y="39"/>
                </a:moveTo>
                <a:cubicBezTo>
                  <a:pt x="101" y="53"/>
                  <a:pt x="99" y="14"/>
                  <a:pt x="66" y="3"/>
                </a:cubicBezTo>
                <a:cubicBezTo>
                  <a:pt x="52" y="5"/>
                  <a:pt x="35" y="0"/>
                  <a:pt x="24" y="9"/>
                </a:cubicBezTo>
                <a:cubicBezTo>
                  <a:pt x="0" y="29"/>
                  <a:pt x="87" y="66"/>
                  <a:pt x="60" y="39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31" name="Freeform 329"/>
          <p:cNvSpPr>
            <a:spLocks/>
          </p:cNvSpPr>
          <p:nvPr>
            <p:custDataLst>
              <p:tags r:id="rId127"/>
            </p:custDataLst>
          </p:nvPr>
        </p:nvSpPr>
        <p:spPr bwMode="auto">
          <a:xfrm rot="1426593">
            <a:off x="3687763" y="3157538"/>
            <a:ext cx="392112" cy="193675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32" name="Freeform 330"/>
          <p:cNvSpPr>
            <a:spLocks/>
          </p:cNvSpPr>
          <p:nvPr>
            <p:custDataLst>
              <p:tags r:id="rId128"/>
            </p:custDataLst>
          </p:nvPr>
        </p:nvSpPr>
        <p:spPr bwMode="auto">
          <a:xfrm rot="1426593">
            <a:off x="3830638" y="3325813"/>
            <a:ext cx="214312" cy="160337"/>
          </a:xfrm>
          <a:custGeom>
            <a:avLst/>
            <a:gdLst>
              <a:gd name="T0" fmla="*/ 0 w 66"/>
              <a:gd name="T1" fmla="*/ 2147483647 h 50"/>
              <a:gd name="T2" fmla="*/ 2147483647 w 66"/>
              <a:gd name="T3" fmla="*/ 2147483647 h 50"/>
              <a:gd name="T4" fmla="*/ 2147483647 w 66"/>
              <a:gd name="T5" fmla="*/ 2147483647 h 50"/>
              <a:gd name="T6" fmla="*/ 2147483647 w 66"/>
              <a:gd name="T7" fmla="*/ 2147483647 h 50"/>
              <a:gd name="T8" fmla="*/ 0 w 66"/>
              <a:gd name="T9" fmla="*/ 2147483647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0"/>
              <a:gd name="T17" fmla="*/ 66 w 66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0">
                <a:moveTo>
                  <a:pt x="0" y="30"/>
                </a:moveTo>
                <a:cubicBezTo>
                  <a:pt x="21" y="44"/>
                  <a:pt x="29" y="50"/>
                  <a:pt x="54" y="42"/>
                </a:cubicBezTo>
                <a:cubicBezTo>
                  <a:pt x="64" y="12"/>
                  <a:pt x="66" y="26"/>
                  <a:pt x="24" y="12"/>
                </a:cubicBezTo>
                <a:cubicBezTo>
                  <a:pt x="18" y="10"/>
                  <a:pt x="8" y="0"/>
                  <a:pt x="6" y="6"/>
                </a:cubicBezTo>
                <a:cubicBezTo>
                  <a:pt x="4" y="14"/>
                  <a:pt x="2" y="22"/>
                  <a:pt x="0" y="30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33" name="Freeform 331"/>
          <p:cNvSpPr>
            <a:spLocks/>
          </p:cNvSpPr>
          <p:nvPr>
            <p:custDataLst>
              <p:tags r:id="rId129"/>
            </p:custDataLst>
          </p:nvPr>
        </p:nvSpPr>
        <p:spPr bwMode="auto">
          <a:xfrm rot="1426593">
            <a:off x="3902075" y="3111500"/>
            <a:ext cx="298450" cy="203200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34" name="Freeform 332"/>
          <p:cNvSpPr>
            <a:spLocks/>
          </p:cNvSpPr>
          <p:nvPr>
            <p:custDataLst>
              <p:tags r:id="rId130"/>
            </p:custDataLst>
          </p:nvPr>
        </p:nvSpPr>
        <p:spPr bwMode="auto">
          <a:xfrm rot="1426593">
            <a:off x="3905250" y="3478213"/>
            <a:ext cx="276225" cy="217487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4264" name="Group 333"/>
          <p:cNvGrpSpPr>
            <a:grpSpLocks/>
          </p:cNvGrpSpPr>
          <p:nvPr>
            <p:custDataLst>
              <p:tags r:id="rId131"/>
            </p:custDataLst>
          </p:nvPr>
        </p:nvGrpSpPr>
        <p:grpSpPr bwMode="auto">
          <a:xfrm>
            <a:off x="4148138" y="3106738"/>
            <a:ext cx="531812" cy="585787"/>
            <a:chOff x="2607" y="1458"/>
            <a:chExt cx="335" cy="369"/>
          </a:xfrm>
        </p:grpSpPr>
        <p:sp>
          <p:nvSpPr>
            <p:cNvPr id="22807" name="Freeform 334"/>
            <p:cNvSpPr>
              <a:spLocks/>
            </p:cNvSpPr>
            <p:nvPr/>
          </p:nvSpPr>
          <p:spPr bwMode="auto">
            <a:xfrm rot="-9373407">
              <a:off x="2607" y="1570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08" name="Freeform 335"/>
            <p:cNvSpPr>
              <a:spLocks/>
            </p:cNvSpPr>
            <p:nvPr/>
          </p:nvSpPr>
          <p:spPr bwMode="auto">
            <a:xfrm rot="-9373407">
              <a:off x="2695" y="1676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09" name="Freeform 336"/>
            <p:cNvSpPr>
              <a:spLocks/>
            </p:cNvSpPr>
            <p:nvPr/>
          </p:nvSpPr>
          <p:spPr bwMode="auto">
            <a:xfrm rot="-9373407">
              <a:off x="2717" y="1591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10" name="Freeform 337"/>
            <p:cNvSpPr>
              <a:spLocks/>
            </p:cNvSpPr>
            <p:nvPr/>
          </p:nvSpPr>
          <p:spPr bwMode="auto">
            <a:xfrm rot="-9373407">
              <a:off x="2620" y="1699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811" name="Freeform 338"/>
            <p:cNvSpPr>
              <a:spLocks/>
            </p:cNvSpPr>
            <p:nvPr/>
          </p:nvSpPr>
          <p:spPr bwMode="auto">
            <a:xfrm rot="-9373407">
              <a:off x="2632" y="1458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636" name="Oval 339"/>
          <p:cNvSpPr>
            <a:spLocks noChangeArrowheads="1"/>
          </p:cNvSpPr>
          <p:nvPr>
            <p:custDataLst>
              <p:tags r:id="rId132"/>
            </p:custDataLst>
          </p:nvPr>
        </p:nvSpPr>
        <p:spPr bwMode="auto">
          <a:xfrm rot="1426593">
            <a:off x="3027363" y="2838450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37" name="Oval 340"/>
          <p:cNvSpPr>
            <a:spLocks noChangeArrowheads="1"/>
          </p:cNvSpPr>
          <p:nvPr>
            <p:custDataLst>
              <p:tags r:id="rId133"/>
            </p:custDataLst>
          </p:nvPr>
        </p:nvSpPr>
        <p:spPr bwMode="auto">
          <a:xfrm rot="1426593">
            <a:off x="3171825" y="301466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38" name="Oval 341"/>
          <p:cNvSpPr>
            <a:spLocks noChangeArrowheads="1"/>
          </p:cNvSpPr>
          <p:nvPr>
            <p:custDataLst>
              <p:tags r:id="rId134"/>
            </p:custDataLst>
          </p:nvPr>
        </p:nvSpPr>
        <p:spPr bwMode="auto">
          <a:xfrm rot="1426593">
            <a:off x="3394075" y="3025775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39" name="Oval 342"/>
          <p:cNvSpPr>
            <a:spLocks noChangeArrowheads="1"/>
          </p:cNvSpPr>
          <p:nvPr>
            <p:custDataLst>
              <p:tags r:id="rId135"/>
            </p:custDataLst>
          </p:nvPr>
        </p:nvSpPr>
        <p:spPr bwMode="auto">
          <a:xfrm rot="1426593">
            <a:off x="3625850" y="3160713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40" name="Oval 343"/>
          <p:cNvSpPr>
            <a:spLocks noChangeArrowheads="1"/>
          </p:cNvSpPr>
          <p:nvPr>
            <p:custDataLst>
              <p:tags r:id="rId136"/>
            </p:custDataLst>
          </p:nvPr>
        </p:nvSpPr>
        <p:spPr bwMode="auto">
          <a:xfrm rot="1426593">
            <a:off x="3381375" y="3160713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41" name="Oval 344"/>
          <p:cNvSpPr>
            <a:spLocks noChangeArrowheads="1"/>
          </p:cNvSpPr>
          <p:nvPr>
            <p:custDataLst>
              <p:tags r:id="rId137"/>
            </p:custDataLst>
          </p:nvPr>
        </p:nvSpPr>
        <p:spPr bwMode="auto">
          <a:xfrm rot="1426593">
            <a:off x="4465638" y="3541713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42" name="Oval 345"/>
          <p:cNvSpPr>
            <a:spLocks noChangeArrowheads="1"/>
          </p:cNvSpPr>
          <p:nvPr>
            <p:custDataLst>
              <p:tags r:id="rId138"/>
            </p:custDataLst>
          </p:nvPr>
        </p:nvSpPr>
        <p:spPr bwMode="auto">
          <a:xfrm rot="1426593">
            <a:off x="4238625" y="3586163"/>
            <a:ext cx="49213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43" name="Oval 346"/>
          <p:cNvSpPr>
            <a:spLocks noChangeArrowheads="1"/>
          </p:cNvSpPr>
          <p:nvPr>
            <p:custDataLst>
              <p:tags r:id="rId139"/>
            </p:custDataLst>
          </p:nvPr>
        </p:nvSpPr>
        <p:spPr bwMode="auto">
          <a:xfrm rot="1426593">
            <a:off x="4022725" y="35337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44" name="Oval 347"/>
          <p:cNvSpPr>
            <a:spLocks noChangeArrowheads="1"/>
          </p:cNvSpPr>
          <p:nvPr>
            <p:custDataLst>
              <p:tags r:id="rId140"/>
            </p:custDataLst>
          </p:nvPr>
        </p:nvSpPr>
        <p:spPr bwMode="auto">
          <a:xfrm rot="1426593">
            <a:off x="3163888" y="319405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45" name="Oval 348"/>
          <p:cNvSpPr>
            <a:spLocks noChangeArrowheads="1"/>
          </p:cNvSpPr>
          <p:nvPr>
            <p:custDataLst>
              <p:tags r:id="rId141"/>
            </p:custDataLst>
          </p:nvPr>
        </p:nvSpPr>
        <p:spPr bwMode="auto">
          <a:xfrm rot="1426593">
            <a:off x="3354388" y="3332163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46" name="Oval 349"/>
          <p:cNvSpPr>
            <a:spLocks noChangeArrowheads="1"/>
          </p:cNvSpPr>
          <p:nvPr>
            <p:custDataLst>
              <p:tags r:id="rId142"/>
            </p:custDataLst>
          </p:nvPr>
        </p:nvSpPr>
        <p:spPr bwMode="auto">
          <a:xfrm rot="1426593">
            <a:off x="3573463" y="337820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47" name="Oval 350"/>
          <p:cNvSpPr>
            <a:spLocks noChangeArrowheads="1"/>
          </p:cNvSpPr>
          <p:nvPr>
            <p:custDataLst>
              <p:tags r:id="rId143"/>
            </p:custDataLst>
          </p:nvPr>
        </p:nvSpPr>
        <p:spPr bwMode="auto">
          <a:xfrm rot="1426593">
            <a:off x="3783013" y="350837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48" name="Oval 351"/>
          <p:cNvSpPr>
            <a:spLocks noChangeArrowheads="1"/>
          </p:cNvSpPr>
          <p:nvPr>
            <p:custDataLst>
              <p:tags r:id="rId144"/>
            </p:custDataLst>
          </p:nvPr>
        </p:nvSpPr>
        <p:spPr bwMode="auto">
          <a:xfrm rot="1426593">
            <a:off x="3556000" y="352425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49" name="Oval 352"/>
          <p:cNvSpPr>
            <a:spLocks noChangeArrowheads="1"/>
          </p:cNvSpPr>
          <p:nvPr>
            <p:custDataLst>
              <p:tags r:id="rId145"/>
            </p:custDataLst>
          </p:nvPr>
        </p:nvSpPr>
        <p:spPr bwMode="auto">
          <a:xfrm rot="1426593">
            <a:off x="3319463" y="350996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50" name="Oval 353"/>
          <p:cNvSpPr>
            <a:spLocks noChangeArrowheads="1"/>
          </p:cNvSpPr>
          <p:nvPr>
            <p:custDataLst>
              <p:tags r:id="rId146"/>
            </p:custDataLst>
          </p:nvPr>
        </p:nvSpPr>
        <p:spPr bwMode="auto">
          <a:xfrm rot="1426593">
            <a:off x="4068763" y="3208338"/>
            <a:ext cx="47625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51" name="Oval 354"/>
          <p:cNvSpPr>
            <a:spLocks noChangeArrowheads="1"/>
          </p:cNvSpPr>
          <p:nvPr>
            <p:custDataLst>
              <p:tags r:id="rId147"/>
            </p:custDataLst>
          </p:nvPr>
        </p:nvSpPr>
        <p:spPr bwMode="auto">
          <a:xfrm rot="1426593">
            <a:off x="2984500" y="2665413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52" name="Oval 355"/>
          <p:cNvSpPr>
            <a:spLocks noChangeArrowheads="1"/>
          </p:cNvSpPr>
          <p:nvPr>
            <p:custDataLst>
              <p:tags r:id="rId148"/>
            </p:custDataLst>
          </p:nvPr>
        </p:nvSpPr>
        <p:spPr bwMode="auto">
          <a:xfrm rot="1426593">
            <a:off x="3214688" y="2820988"/>
            <a:ext cx="46037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53" name="Oval 356"/>
          <p:cNvSpPr>
            <a:spLocks noChangeArrowheads="1"/>
          </p:cNvSpPr>
          <p:nvPr>
            <p:custDataLst>
              <p:tags r:id="rId149"/>
            </p:custDataLst>
          </p:nvPr>
        </p:nvSpPr>
        <p:spPr bwMode="auto">
          <a:xfrm rot="1426593">
            <a:off x="3565525" y="301625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54" name="Oval 357"/>
          <p:cNvSpPr>
            <a:spLocks noChangeArrowheads="1"/>
          </p:cNvSpPr>
          <p:nvPr>
            <p:custDataLst>
              <p:tags r:id="rId150"/>
            </p:custDataLst>
          </p:nvPr>
        </p:nvSpPr>
        <p:spPr bwMode="auto">
          <a:xfrm rot="1426593">
            <a:off x="4067175" y="3349625"/>
            <a:ext cx="47625" cy="523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55" name="Oval 358"/>
          <p:cNvSpPr>
            <a:spLocks noChangeArrowheads="1"/>
          </p:cNvSpPr>
          <p:nvPr>
            <p:custDataLst>
              <p:tags r:id="rId151"/>
            </p:custDataLst>
          </p:nvPr>
        </p:nvSpPr>
        <p:spPr bwMode="auto">
          <a:xfrm rot="1426593">
            <a:off x="3876675" y="3198813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56" name="Oval 359"/>
          <p:cNvSpPr>
            <a:spLocks noChangeArrowheads="1"/>
          </p:cNvSpPr>
          <p:nvPr>
            <p:custDataLst>
              <p:tags r:id="rId152"/>
            </p:custDataLst>
          </p:nvPr>
        </p:nvSpPr>
        <p:spPr bwMode="auto">
          <a:xfrm rot="1426593">
            <a:off x="3890963" y="3363913"/>
            <a:ext cx="49212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57" name="Oval 360"/>
          <p:cNvSpPr>
            <a:spLocks noChangeArrowheads="1"/>
          </p:cNvSpPr>
          <p:nvPr>
            <p:custDataLst>
              <p:tags r:id="rId153"/>
            </p:custDataLst>
          </p:nvPr>
        </p:nvSpPr>
        <p:spPr bwMode="auto">
          <a:xfrm rot="1426593">
            <a:off x="3740150" y="335438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58" name="Oval 361"/>
          <p:cNvSpPr>
            <a:spLocks noChangeArrowheads="1"/>
          </p:cNvSpPr>
          <p:nvPr>
            <p:custDataLst>
              <p:tags r:id="rId154"/>
            </p:custDataLst>
          </p:nvPr>
        </p:nvSpPr>
        <p:spPr bwMode="auto">
          <a:xfrm rot="1426593">
            <a:off x="3673475" y="271145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59" name="Oval 362"/>
          <p:cNvSpPr>
            <a:spLocks noChangeArrowheads="1"/>
          </p:cNvSpPr>
          <p:nvPr>
            <p:custDataLst>
              <p:tags r:id="rId155"/>
            </p:custDataLst>
          </p:nvPr>
        </p:nvSpPr>
        <p:spPr bwMode="auto">
          <a:xfrm rot="1426593">
            <a:off x="3432175" y="267335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60" name="Oval 363"/>
          <p:cNvSpPr>
            <a:spLocks noChangeArrowheads="1"/>
          </p:cNvSpPr>
          <p:nvPr>
            <p:custDataLst>
              <p:tags r:id="rId156"/>
            </p:custDataLst>
          </p:nvPr>
        </p:nvSpPr>
        <p:spPr bwMode="auto">
          <a:xfrm rot="1426593">
            <a:off x="3211513" y="2663825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61" name="Oval 364"/>
          <p:cNvSpPr>
            <a:spLocks noChangeArrowheads="1"/>
          </p:cNvSpPr>
          <p:nvPr>
            <p:custDataLst>
              <p:tags r:id="rId157"/>
            </p:custDataLst>
          </p:nvPr>
        </p:nvSpPr>
        <p:spPr bwMode="auto">
          <a:xfrm rot="1426593">
            <a:off x="3400425" y="284797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62" name="Oval 365"/>
          <p:cNvSpPr>
            <a:spLocks noChangeArrowheads="1"/>
          </p:cNvSpPr>
          <p:nvPr>
            <p:custDataLst>
              <p:tags r:id="rId158"/>
            </p:custDataLst>
          </p:nvPr>
        </p:nvSpPr>
        <p:spPr bwMode="auto">
          <a:xfrm rot="1426593">
            <a:off x="3568700" y="283368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63" name="Oval 366"/>
          <p:cNvSpPr>
            <a:spLocks noChangeArrowheads="1"/>
          </p:cNvSpPr>
          <p:nvPr>
            <p:custDataLst>
              <p:tags r:id="rId159"/>
            </p:custDataLst>
          </p:nvPr>
        </p:nvSpPr>
        <p:spPr bwMode="auto">
          <a:xfrm rot="1426593">
            <a:off x="3856038" y="3030538"/>
            <a:ext cx="46037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64" name="Oval 367"/>
          <p:cNvSpPr>
            <a:spLocks noChangeArrowheads="1"/>
          </p:cNvSpPr>
          <p:nvPr>
            <p:custDataLst>
              <p:tags r:id="rId160"/>
            </p:custDataLst>
          </p:nvPr>
        </p:nvSpPr>
        <p:spPr bwMode="auto">
          <a:xfrm rot="1426593">
            <a:off x="4418013" y="3368675"/>
            <a:ext cx="49212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65" name="Oval 368"/>
          <p:cNvSpPr>
            <a:spLocks noChangeArrowheads="1"/>
          </p:cNvSpPr>
          <p:nvPr>
            <p:custDataLst>
              <p:tags r:id="rId161"/>
            </p:custDataLst>
          </p:nvPr>
        </p:nvSpPr>
        <p:spPr bwMode="auto">
          <a:xfrm rot="1426593">
            <a:off x="4265613" y="3398838"/>
            <a:ext cx="49212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66" name="Oval 369"/>
          <p:cNvSpPr>
            <a:spLocks noChangeArrowheads="1"/>
          </p:cNvSpPr>
          <p:nvPr>
            <p:custDataLst>
              <p:tags r:id="rId162"/>
            </p:custDataLst>
          </p:nvPr>
        </p:nvSpPr>
        <p:spPr bwMode="auto">
          <a:xfrm rot="1426593">
            <a:off x="4233863" y="2879725"/>
            <a:ext cx="49212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67" name="Oval 370"/>
          <p:cNvSpPr>
            <a:spLocks noChangeArrowheads="1"/>
          </p:cNvSpPr>
          <p:nvPr>
            <p:custDataLst>
              <p:tags r:id="rId163"/>
            </p:custDataLst>
          </p:nvPr>
        </p:nvSpPr>
        <p:spPr bwMode="auto">
          <a:xfrm rot="1426593">
            <a:off x="4094163" y="2698750"/>
            <a:ext cx="49212" cy="5238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68" name="Oval 371"/>
          <p:cNvSpPr>
            <a:spLocks noChangeArrowheads="1"/>
          </p:cNvSpPr>
          <p:nvPr>
            <p:custDataLst>
              <p:tags r:id="rId164"/>
            </p:custDataLst>
          </p:nvPr>
        </p:nvSpPr>
        <p:spPr bwMode="auto">
          <a:xfrm rot="1426593">
            <a:off x="3897313" y="2684463"/>
            <a:ext cx="49212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69" name="Oval 372"/>
          <p:cNvSpPr>
            <a:spLocks noChangeArrowheads="1"/>
          </p:cNvSpPr>
          <p:nvPr>
            <p:custDataLst>
              <p:tags r:id="rId165"/>
            </p:custDataLst>
          </p:nvPr>
        </p:nvSpPr>
        <p:spPr bwMode="auto">
          <a:xfrm rot="1426593">
            <a:off x="4086225" y="2894013"/>
            <a:ext cx="49213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70" name="Oval 373"/>
          <p:cNvSpPr>
            <a:spLocks noChangeArrowheads="1"/>
          </p:cNvSpPr>
          <p:nvPr>
            <p:custDataLst>
              <p:tags r:id="rId166"/>
            </p:custDataLst>
          </p:nvPr>
        </p:nvSpPr>
        <p:spPr bwMode="auto">
          <a:xfrm rot="1426593">
            <a:off x="3708400" y="2882900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71" name="Oval 374"/>
          <p:cNvSpPr>
            <a:spLocks noChangeArrowheads="1"/>
          </p:cNvSpPr>
          <p:nvPr>
            <p:custDataLst>
              <p:tags r:id="rId167"/>
            </p:custDataLst>
          </p:nvPr>
        </p:nvSpPr>
        <p:spPr bwMode="auto">
          <a:xfrm rot="1426593">
            <a:off x="3870325" y="2843213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72" name="Oval 375"/>
          <p:cNvSpPr>
            <a:spLocks noChangeArrowheads="1"/>
          </p:cNvSpPr>
          <p:nvPr>
            <p:custDataLst>
              <p:tags r:id="rId168"/>
            </p:custDataLst>
          </p:nvPr>
        </p:nvSpPr>
        <p:spPr bwMode="auto">
          <a:xfrm rot="1426593">
            <a:off x="4064000" y="3043238"/>
            <a:ext cx="49213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73" name="Oval 376"/>
          <p:cNvSpPr>
            <a:spLocks noChangeArrowheads="1"/>
          </p:cNvSpPr>
          <p:nvPr>
            <p:custDataLst>
              <p:tags r:id="rId169"/>
            </p:custDataLst>
          </p:nvPr>
        </p:nvSpPr>
        <p:spPr bwMode="auto">
          <a:xfrm rot="1426593">
            <a:off x="4256088" y="3194050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74" name="Oval 377"/>
          <p:cNvSpPr>
            <a:spLocks noChangeArrowheads="1"/>
          </p:cNvSpPr>
          <p:nvPr>
            <p:custDataLst>
              <p:tags r:id="rId170"/>
            </p:custDataLst>
          </p:nvPr>
        </p:nvSpPr>
        <p:spPr bwMode="auto">
          <a:xfrm rot="1426593">
            <a:off x="4257675" y="3024188"/>
            <a:ext cx="49213" cy="476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44265" name="Group 378"/>
          <p:cNvGrpSpPr>
            <a:grpSpLocks/>
          </p:cNvGrpSpPr>
          <p:nvPr>
            <p:custDataLst>
              <p:tags r:id="rId171"/>
            </p:custDataLst>
          </p:nvPr>
        </p:nvGrpSpPr>
        <p:grpSpPr bwMode="auto">
          <a:xfrm>
            <a:off x="1765300" y="3594100"/>
            <a:ext cx="1854200" cy="1119188"/>
            <a:chOff x="1112" y="1765"/>
            <a:chExt cx="1168" cy="705"/>
          </a:xfrm>
        </p:grpSpPr>
        <p:grpSp>
          <p:nvGrpSpPr>
            <p:cNvPr id="244266" name="Group 379"/>
            <p:cNvGrpSpPr>
              <a:grpSpLocks/>
            </p:cNvGrpSpPr>
            <p:nvPr/>
          </p:nvGrpSpPr>
          <p:grpSpPr bwMode="auto">
            <a:xfrm>
              <a:off x="1112" y="1765"/>
              <a:ext cx="1168" cy="705"/>
              <a:chOff x="1112" y="1765"/>
              <a:chExt cx="1168" cy="705"/>
            </a:xfrm>
          </p:grpSpPr>
          <p:grpSp>
            <p:nvGrpSpPr>
              <p:cNvPr id="244267" name="Group 380"/>
              <p:cNvGrpSpPr>
                <a:grpSpLocks/>
              </p:cNvGrpSpPr>
              <p:nvPr/>
            </p:nvGrpSpPr>
            <p:grpSpPr bwMode="auto">
              <a:xfrm>
                <a:off x="1112" y="1765"/>
                <a:ext cx="1056" cy="388"/>
                <a:chOff x="1112" y="1765"/>
                <a:chExt cx="1056" cy="388"/>
              </a:xfrm>
            </p:grpSpPr>
            <p:grpSp>
              <p:nvGrpSpPr>
                <p:cNvPr id="244268" name="Group 381"/>
                <p:cNvGrpSpPr>
                  <a:grpSpLocks/>
                </p:cNvGrpSpPr>
                <p:nvPr/>
              </p:nvGrpSpPr>
              <p:grpSpPr bwMode="auto">
                <a:xfrm>
                  <a:off x="1112" y="1767"/>
                  <a:ext cx="336" cy="368"/>
                  <a:chOff x="1112" y="1767"/>
                  <a:chExt cx="336" cy="368"/>
                </a:xfrm>
              </p:grpSpPr>
              <p:sp>
                <p:nvSpPr>
                  <p:cNvPr id="22802" name="Freeform 382"/>
                  <p:cNvSpPr>
                    <a:spLocks/>
                  </p:cNvSpPr>
                  <p:nvPr/>
                </p:nvSpPr>
                <p:spPr bwMode="auto">
                  <a:xfrm rot="1426593">
                    <a:off x="1240" y="1888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03" name="Freeform 383"/>
                  <p:cNvSpPr>
                    <a:spLocks/>
                  </p:cNvSpPr>
                  <p:nvPr/>
                </p:nvSpPr>
                <p:spPr bwMode="auto">
                  <a:xfrm rot="1426593">
                    <a:off x="1112" y="1796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04" name="Freeform 384"/>
                  <p:cNvSpPr>
                    <a:spLocks/>
                  </p:cNvSpPr>
                  <p:nvPr/>
                </p:nvSpPr>
                <p:spPr bwMode="auto">
                  <a:xfrm rot="1426593">
                    <a:off x="1202" y="1902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05" name="Freeform 385"/>
                  <p:cNvSpPr>
                    <a:spLocks/>
                  </p:cNvSpPr>
                  <p:nvPr/>
                </p:nvSpPr>
                <p:spPr bwMode="auto">
                  <a:xfrm rot="1426593">
                    <a:off x="1247" y="1767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06" name="Freeform 386"/>
                  <p:cNvSpPr>
                    <a:spLocks/>
                  </p:cNvSpPr>
                  <p:nvPr/>
                </p:nvSpPr>
                <p:spPr bwMode="auto">
                  <a:xfrm rot="1426593">
                    <a:off x="1249" y="1998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4269" name="Group 387"/>
                <p:cNvGrpSpPr>
                  <a:grpSpLocks/>
                </p:cNvGrpSpPr>
                <p:nvPr/>
              </p:nvGrpSpPr>
              <p:grpSpPr bwMode="auto">
                <a:xfrm>
                  <a:off x="1401" y="1765"/>
                  <a:ext cx="336" cy="369"/>
                  <a:chOff x="1401" y="1765"/>
                  <a:chExt cx="336" cy="369"/>
                </a:xfrm>
              </p:grpSpPr>
              <p:sp>
                <p:nvSpPr>
                  <p:cNvPr id="22797" name="Freeform 388"/>
                  <p:cNvSpPr>
                    <a:spLocks/>
                  </p:cNvSpPr>
                  <p:nvPr/>
                </p:nvSpPr>
                <p:spPr bwMode="auto">
                  <a:xfrm rot="-9373407">
                    <a:off x="1401" y="1878"/>
                    <a:ext cx="208" cy="134"/>
                  </a:xfrm>
                  <a:custGeom>
                    <a:avLst/>
                    <a:gdLst>
                      <a:gd name="T0" fmla="*/ 2226 w 101"/>
                      <a:gd name="T1" fmla="*/ 1340 h 66"/>
                      <a:gd name="T2" fmla="*/ 2447 w 101"/>
                      <a:gd name="T3" fmla="*/ 99 h 66"/>
                      <a:gd name="T4" fmla="*/ 881 w 101"/>
                      <a:gd name="T5" fmla="*/ 309 h 66"/>
                      <a:gd name="T6" fmla="*/ 2226 w 101"/>
                      <a:gd name="T7" fmla="*/ 1340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98" name="Freeform 389"/>
                  <p:cNvSpPr>
                    <a:spLocks/>
                  </p:cNvSpPr>
                  <p:nvPr/>
                </p:nvSpPr>
                <p:spPr bwMode="auto">
                  <a:xfrm rot="-9373407">
                    <a:off x="1490" y="1981"/>
                    <a:ext cx="247" cy="123"/>
                  </a:xfrm>
                  <a:custGeom>
                    <a:avLst/>
                    <a:gdLst>
                      <a:gd name="T0" fmla="*/ 2102 w 120"/>
                      <a:gd name="T1" fmla="*/ 1517 h 60"/>
                      <a:gd name="T2" fmla="*/ 3427 w 120"/>
                      <a:gd name="T3" fmla="*/ 1312 h 60"/>
                      <a:gd name="T4" fmla="*/ 2338 w 120"/>
                      <a:gd name="T5" fmla="*/ 0 h 60"/>
                      <a:gd name="T6" fmla="*/ 1665 w 120"/>
                      <a:gd name="T7" fmla="*/ 2173 h 60"/>
                      <a:gd name="T8" fmla="*/ 2102 w 120"/>
                      <a:gd name="T9" fmla="*/ 1517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99" name="Freeform 390"/>
                  <p:cNvSpPr>
                    <a:spLocks/>
                  </p:cNvSpPr>
                  <p:nvPr/>
                </p:nvSpPr>
                <p:spPr bwMode="auto">
                  <a:xfrm rot="-9373407">
                    <a:off x="1512" y="1896"/>
                    <a:ext cx="135" cy="102"/>
                  </a:xfrm>
                  <a:custGeom>
                    <a:avLst/>
                    <a:gdLst>
                      <a:gd name="T0" fmla="*/ 0 w 66"/>
                      <a:gd name="T1" fmla="*/ 1053 h 50"/>
                      <a:gd name="T2" fmla="*/ 1925 w 66"/>
                      <a:gd name="T3" fmla="*/ 1485 h 50"/>
                      <a:gd name="T4" fmla="*/ 857 w 66"/>
                      <a:gd name="T5" fmla="*/ 416 h 50"/>
                      <a:gd name="T6" fmla="*/ 213 w 66"/>
                      <a:gd name="T7" fmla="*/ 204 h 50"/>
                      <a:gd name="T8" fmla="*/ 0 w 66"/>
                      <a:gd name="T9" fmla="*/ 1053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00" name="Freeform 391"/>
                  <p:cNvSpPr>
                    <a:spLocks/>
                  </p:cNvSpPr>
                  <p:nvPr/>
                </p:nvSpPr>
                <p:spPr bwMode="auto">
                  <a:xfrm rot="-9373407">
                    <a:off x="1415" y="2006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801" name="Freeform 392"/>
                  <p:cNvSpPr>
                    <a:spLocks/>
                  </p:cNvSpPr>
                  <p:nvPr/>
                </p:nvSpPr>
                <p:spPr bwMode="auto">
                  <a:xfrm rot="-9373407">
                    <a:off x="1427" y="1765"/>
                    <a:ext cx="174" cy="138"/>
                  </a:xfrm>
                  <a:custGeom>
                    <a:avLst/>
                    <a:gdLst>
                      <a:gd name="T0" fmla="*/ 1823 w 84"/>
                      <a:gd name="T1" fmla="*/ 1648 h 68"/>
                      <a:gd name="T2" fmla="*/ 2747 w 84"/>
                      <a:gd name="T3" fmla="*/ 1445 h 68"/>
                      <a:gd name="T4" fmla="*/ 1823 w 84"/>
                      <a:gd name="T5" fmla="*/ 0 h 68"/>
                      <a:gd name="T6" fmla="*/ 922 w 84"/>
                      <a:gd name="T7" fmla="*/ 2273 h 68"/>
                      <a:gd name="T8" fmla="*/ 1823 w 84"/>
                      <a:gd name="T9" fmla="*/ 1648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4270" name="Group 393"/>
                <p:cNvGrpSpPr>
                  <a:grpSpLocks/>
                </p:cNvGrpSpPr>
                <p:nvPr/>
              </p:nvGrpSpPr>
              <p:grpSpPr bwMode="auto">
                <a:xfrm>
                  <a:off x="1543" y="1784"/>
                  <a:ext cx="337" cy="369"/>
                  <a:chOff x="1543" y="1784"/>
                  <a:chExt cx="337" cy="369"/>
                </a:xfrm>
              </p:grpSpPr>
              <p:sp>
                <p:nvSpPr>
                  <p:cNvPr id="22792" name="Freeform 394"/>
                  <p:cNvSpPr>
                    <a:spLocks/>
                  </p:cNvSpPr>
                  <p:nvPr/>
                </p:nvSpPr>
                <p:spPr bwMode="auto">
                  <a:xfrm rot="1426593">
                    <a:off x="1672" y="1906"/>
                    <a:ext cx="208" cy="134"/>
                  </a:xfrm>
                  <a:custGeom>
                    <a:avLst/>
                    <a:gdLst>
                      <a:gd name="T0" fmla="*/ 2226 w 101"/>
                      <a:gd name="T1" fmla="*/ 1340 h 66"/>
                      <a:gd name="T2" fmla="*/ 2447 w 101"/>
                      <a:gd name="T3" fmla="*/ 99 h 66"/>
                      <a:gd name="T4" fmla="*/ 881 w 101"/>
                      <a:gd name="T5" fmla="*/ 309 h 66"/>
                      <a:gd name="T6" fmla="*/ 2226 w 101"/>
                      <a:gd name="T7" fmla="*/ 1340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93" name="Freeform 395"/>
                  <p:cNvSpPr>
                    <a:spLocks/>
                  </p:cNvSpPr>
                  <p:nvPr/>
                </p:nvSpPr>
                <p:spPr bwMode="auto">
                  <a:xfrm rot="1426593">
                    <a:off x="1543" y="1813"/>
                    <a:ext cx="247" cy="123"/>
                  </a:xfrm>
                  <a:custGeom>
                    <a:avLst/>
                    <a:gdLst>
                      <a:gd name="T0" fmla="*/ 2102 w 120"/>
                      <a:gd name="T1" fmla="*/ 1517 h 60"/>
                      <a:gd name="T2" fmla="*/ 3427 w 120"/>
                      <a:gd name="T3" fmla="*/ 1312 h 60"/>
                      <a:gd name="T4" fmla="*/ 2338 w 120"/>
                      <a:gd name="T5" fmla="*/ 0 h 60"/>
                      <a:gd name="T6" fmla="*/ 1665 w 120"/>
                      <a:gd name="T7" fmla="*/ 2173 h 60"/>
                      <a:gd name="T8" fmla="*/ 2102 w 120"/>
                      <a:gd name="T9" fmla="*/ 1517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94" name="Freeform 396"/>
                  <p:cNvSpPr>
                    <a:spLocks/>
                  </p:cNvSpPr>
                  <p:nvPr/>
                </p:nvSpPr>
                <p:spPr bwMode="auto">
                  <a:xfrm rot="1426593">
                    <a:off x="1633" y="1919"/>
                    <a:ext cx="135" cy="102"/>
                  </a:xfrm>
                  <a:custGeom>
                    <a:avLst/>
                    <a:gdLst>
                      <a:gd name="T0" fmla="*/ 0 w 66"/>
                      <a:gd name="T1" fmla="*/ 1053 h 50"/>
                      <a:gd name="T2" fmla="*/ 1925 w 66"/>
                      <a:gd name="T3" fmla="*/ 1485 h 50"/>
                      <a:gd name="T4" fmla="*/ 857 w 66"/>
                      <a:gd name="T5" fmla="*/ 416 h 50"/>
                      <a:gd name="T6" fmla="*/ 213 w 66"/>
                      <a:gd name="T7" fmla="*/ 204 h 50"/>
                      <a:gd name="T8" fmla="*/ 0 w 66"/>
                      <a:gd name="T9" fmla="*/ 1053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95" name="Freeform 397"/>
                  <p:cNvSpPr>
                    <a:spLocks/>
                  </p:cNvSpPr>
                  <p:nvPr/>
                </p:nvSpPr>
                <p:spPr bwMode="auto">
                  <a:xfrm rot="1426593">
                    <a:off x="1678" y="1784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96" name="Freeform 398"/>
                  <p:cNvSpPr>
                    <a:spLocks/>
                  </p:cNvSpPr>
                  <p:nvPr/>
                </p:nvSpPr>
                <p:spPr bwMode="auto">
                  <a:xfrm rot="1426593">
                    <a:off x="1680" y="2015"/>
                    <a:ext cx="174" cy="138"/>
                  </a:xfrm>
                  <a:custGeom>
                    <a:avLst/>
                    <a:gdLst>
                      <a:gd name="T0" fmla="*/ 1823 w 84"/>
                      <a:gd name="T1" fmla="*/ 1648 h 68"/>
                      <a:gd name="T2" fmla="*/ 2747 w 84"/>
                      <a:gd name="T3" fmla="*/ 1445 h 68"/>
                      <a:gd name="T4" fmla="*/ 1823 w 84"/>
                      <a:gd name="T5" fmla="*/ 0 h 68"/>
                      <a:gd name="T6" fmla="*/ 922 w 84"/>
                      <a:gd name="T7" fmla="*/ 2273 h 68"/>
                      <a:gd name="T8" fmla="*/ 1823 w 84"/>
                      <a:gd name="T9" fmla="*/ 1648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4271" name="Group 399"/>
                <p:cNvGrpSpPr>
                  <a:grpSpLocks/>
                </p:cNvGrpSpPr>
                <p:nvPr/>
              </p:nvGrpSpPr>
              <p:grpSpPr bwMode="auto">
                <a:xfrm>
                  <a:off x="1833" y="1781"/>
                  <a:ext cx="335" cy="369"/>
                  <a:chOff x="1833" y="1781"/>
                  <a:chExt cx="335" cy="369"/>
                </a:xfrm>
              </p:grpSpPr>
              <p:sp>
                <p:nvSpPr>
                  <p:cNvPr id="22787" name="Freeform 400"/>
                  <p:cNvSpPr>
                    <a:spLocks/>
                  </p:cNvSpPr>
                  <p:nvPr/>
                </p:nvSpPr>
                <p:spPr bwMode="auto">
                  <a:xfrm rot="-9373407">
                    <a:off x="1833" y="1893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88" name="Freeform 401"/>
                  <p:cNvSpPr>
                    <a:spLocks/>
                  </p:cNvSpPr>
                  <p:nvPr/>
                </p:nvSpPr>
                <p:spPr bwMode="auto">
                  <a:xfrm rot="-9373407">
                    <a:off x="1921" y="1999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89" name="Freeform 402"/>
                  <p:cNvSpPr>
                    <a:spLocks/>
                  </p:cNvSpPr>
                  <p:nvPr/>
                </p:nvSpPr>
                <p:spPr bwMode="auto">
                  <a:xfrm rot="-9373407">
                    <a:off x="1943" y="1914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90" name="Freeform 403"/>
                  <p:cNvSpPr>
                    <a:spLocks/>
                  </p:cNvSpPr>
                  <p:nvPr/>
                </p:nvSpPr>
                <p:spPr bwMode="auto">
                  <a:xfrm rot="-9373407">
                    <a:off x="1846" y="2022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91" name="Freeform 404"/>
                  <p:cNvSpPr>
                    <a:spLocks/>
                  </p:cNvSpPr>
                  <p:nvPr/>
                </p:nvSpPr>
                <p:spPr bwMode="auto">
                  <a:xfrm rot="-9373407">
                    <a:off x="1858" y="1781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  <p:grpSp>
            <p:nvGrpSpPr>
              <p:cNvPr id="244272" name="Group 405"/>
              <p:cNvGrpSpPr>
                <a:grpSpLocks/>
              </p:cNvGrpSpPr>
              <p:nvPr/>
            </p:nvGrpSpPr>
            <p:grpSpPr bwMode="auto">
              <a:xfrm>
                <a:off x="1224" y="2082"/>
                <a:ext cx="1056" cy="388"/>
                <a:chOff x="1224" y="2082"/>
                <a:chExt cx="1056" cy="388"/>
              </a:xfrm>
            </p:grpSpPr>
            <p:grpSp>
              <p:nvGrpSpPr>
                <p:cNvPr id="244273" name="Group 406"/>
                <p:cNvGrpSpPr>
                  <a:grpSpLocks/>
                </p:cNvGrpSpPr>
                <p:nvPr/>
              </p:nvGrpSpPr>
              <p:grpSpPr bwMode="auto">
                <a:xfrm>
                  <a:off x="1224" y="2084"/>
                  <a:ext cx="336" cy="368"/>
                  <a:chOff x="1224" y="2084"/>
                  <a:chExt cx="336" cy="368"/>
                </a:xfrm>
              </p:grpSpPr>
              <p:sp>
                <p:nvSpPr>
                  <p:cNvPr id="22778" name="Freeform 407"/>
                  <p:cNvSpPr>
                    <a:spLocks/>
                  </p:cNvSpPr>
                  <p:nvPr/>
                </p:nvSpPr>
                <p:spPr bwMode="auto">
                  <a:xfrm rot="1426593">
                    <a:off x="1352" y="2205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79" name="Freeform 408"/>
                  <p:cNvSpPr>
                    <a:spLocks/>
                  </p:cNvSpPr>
                  <p:nvPr/>
                </p:nvSpPr>
                <p:spPr bwMode="auto">
                  <a:xfrm rot="1426593">
                    <a:off x="1224" y="2113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80" name="Freeform 409"/>
                  <p:cNvSpPr>
                    <a:spLocks/>
                  </p:cNvSpPr>
                  <p:nvPr/>
                </p:nvSpPr>
                <p:spPr bwMode="auto">
                  <a:xfrm rot="1426593">
                    <a:off x="1314" y="2219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81" name="Freeform 410"/>
                  <p:cNvSpPr>
                    <a:spLocks/>
                  </p:cNvSpPr>
                  <p:nvPr/>
                </p:nvSpPr>
                <p:spPr bwMode="auto">
                  <a:xfrm rot="1426593">
                    <a:off x="1359" y="2084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82" name="Freeform 411"/>
                  <p:cNvSpPr>
                    <a:spLocks/>
                  </p:cNvSpPr>
                  <p:nvPr/>
                </p:nvSpPr>
                <p:spPr bwMode="auto">
                  <a:xfrm rot="1426593">
                    <a:off x="1361" y="2315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4274" name="Group 412"/>
                <p:cNvGrpSpPr>
                  <a:grpSpLocks/>
                </p:cNvGrpSpPr>
                <p:nvPr/>
              </p:nvGrpSpPr>
              <p:grpSpPr bwMode="auto">
                <a:xfrm>
                  <a:off x="1513" y="2082"/>
                  <a:ext cx="336" cy="369"/>
                  <a:chOff x="1513" y="2082"/>
                  <a:chExt cx="336" cy="369"/>
                </a:xfrm>
              </p:grpSpPr>
              <p:sp>
                <p:nvSpPr>
                  <p:cNvPr id="22773" name="Freeform 413"/>
                  <p:cNvSpPr>
                    <a:spLocks/>
                  </p:cNvSpPr>
                  <p:nvPr/>
                </p:nvSpPr>
                <p:spPr bwMode="auto">
                  <a:xfrm rot="-9373407">
                    <a:off x="1513" y="2195"/>
                    <a:ext cx="208" cy="134"/>
                  </a:xfrm>
                  <a:custGeom>
                    <a:avLst/>
                    <a:gdLst>
                      <a:gd name="T0" fmla="*/ 2226 w 101"/>
                      <a:gd name="T1" fmla="*/ 1340 h 66"/>
                      <a:gd name="T2" fmla="*/ 2447 w 101"/>
                      <a:gd name="T3" fmla="*/ 99 h 66"/>
                      <a:gd name="T4" fmla="*/ 881 w 101"/>
                      <a:gd name="T5" fmla="*/ 309 h 66"/>
                      <a:gd name="T6" fmla="*/ 2226 w 101"/>
                      <a:gd name="T7" fmla="*/ 1340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74" name="Freeform 414"/>
                  <p:cNvSpPr>
                    <a:spLocks/>
                  </p:cNvSpPr>
                  <p:nvPr/>
                </p:nvSpPr>
                <p:spPr bwMode="auto">
                  <a:xfrm rot="-9373407">
                    <a:off x="1602" y="2298"/>
                    <a:ext cx="247" cy="123"/>
                  </a:xfrm>
                  <a:custGeom>
                    <a:avLst/>
                    <a:gdLst>
                      <a:gd name="T0" fmla="*/ 2102 w 120"/>
                      <a:gd name="T1" fmla="*/ 1517 h 60"/>
                      <a:gd name="T2" fmla="*/ 3427 w 120"/>
                      <a:gd name="T3" fmla="*/ 1312 h 60"/>
                      <a:gd name="T4" fmla="*/ 2338 w 120"/>
                      <a:gd name="T5" fmla="*/ 0 h 60"/>
                      <a:gd name="T6" fmla="*/ 1665 w 120"/>
                      <a:gd name="T7" fmla="*/ 2173 h 60"/>
                      <a:gd name="T8" fmla="*/ 2102 w 120"/>
                      <a:gd name="T9" fmla="*/ 1517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75" name="Freeform 415"/>
                  <p:cNvSpPr>
                    <a:spLocks/>
                  </p:cNvSpPr>
                  <p:nvPr/>
                </p:nvSpPr>
                <p:spPr bwMode="auto">
                  <a:xfrm rot="-9373407">
                    <a:off x="1624" y="2213"/>
                    <a:ext cx="135" cy="102"/>
                  </a:xfrm>
                  <a:custGeom>
                    <a:avLst/>
                    <a:gdLst>
                      <a:gd name="T0" fmla="*/ 0 w 66"/>
                      <a:gd name="T1" fmla="*/ 1053 h 50"/>
                      <a:gd name="T2" fmla="*/ 1925 w 66"/>
                      <a:gd name="T3" fmla="*/ 1485 h 50"/>
                      <a:gd name="T4" fmla="*/ 857 w 66"/>
                      <a:gd name="T5" fmla="*/ 416 h 50"/>
                      <a:gd name="T6" fmla="*/ 213 w 66"/>
                      <a:gd name="T7" fmla="*/ 204 h 50"/>
                      <a:gd name="T8" fmla="*/ 0 w 66"/>
                      <a:gd name="T9" fmla="*/ 1053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76" name="Freeform 416"/>
                  <p:cNvSpPr>
                    <a:spLocks/>
                  </p:cNvSpPr>
                  <p:nvPr/>
                </p:nvSpPr>
                <p:spPr bwMode="auto">
                  <a:xfrm rot="-9373407">
                    <a:off x="1527" y="2323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77" name="Freeform 417"/>
                  <p:cNvSpPr>
                    <a:spLocks/>
                  </p:cNvSpPr>
                  <p:nvPr/>
                </p:nvSpPr>
                <p:spPr bwMode="auto">
                  <a:xfrm rot="-9373407">
                    <a:off x="1539" y="2082"/>
                    <a:ext cx="174" cy="138"/>
                  </a:xfrm>
                  <a:custGeom>
                    <a:avLst/>
                    <a:gdLst>
                      <a:gd name="T0" fmla="*/ 1823 w 84"/>
                      <a:gd name="T1" fmla="*/ 1648 h 68"/>
                      <a:gd name="T2" fmla="*/ 2747 w 84"/>
                      <a:gd name="T3" fmla="*/ 1445 h 68"/>
                      <a:gd name="T4" fmla="*/ 1823 w 84"/>
                      <a:gd name="T5" fmla="*/ 0 h 68"/>
                      <a:gd name="T6" fmla="*/ 922 w 84"/>
                      <a:gd name="T7" fmla="*/ 2273 h 68"/>
                      <a:gd name="T8" fmla="*/ 1823 w 84"/>
                      <a:gd name="T9" fmla="*/ 1648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4275" name="Group 418"/>
                <p:cNvGrpSpPr>
                  <a:grpSpLocks/>
                </p:cNvGrpSpPr>
                <p:nvPr/>
              </p:nvGrpSpPr>
              <p:grpSpPr bwMode="auto">
                <a:xfrm>
                  <a:off x="1655" y="2101"/>
                  <a:ext cx="337" cy="369"/>
                  <a:chOff x="1655" y="2101"/>
                  <a:chExt cx="337" cy="369"/>
                </a:xfrm>
              </p:grpSpPr>
              <p:sp>
                <p:nvSpPr>
                  <p:cNvPr id="22768" name="Freeform 419"/>
                  <p:cNvSpPr>
                    <a:spLocks/>
                  </p:cNvSpPr>
                  <p:nvPr/>
                </p:nvSpPr>
                <p:spPr bwMode="auto">
                  <a:xfrm rot="1426593">
                    <a:off x="1784" y="2223"/>
                    <a:ext cx="208" cy="134"/>
                  </a:xfrm>
                  <a:custGeom>
                    <a:avLst/>
                    <a:gdLst>
                      <a:gd name="T0" fmla="*/ 2226 w 101"/>
                      <a:gd name="T1" fmla="*/ 1340 h 66"/>
                      <a:gd name="T2" fmla="*/ 2447 w 101"/>
                      <a:gd name="T3" fmla="*/ 99 h 66"/>
                      <a:gd name="T4" fmla="*/ 881 w 101"/>
                      <a:gd name="T5" fmla="*/ 309 h 66"/>
                      <a:gd name="T6" fmla="*/ 2226 w 101"/>
                      <a:gd name="T7" fmla="*/ 1340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69" name="Freeform 420"/>
                  <p:cNvSpPr>
                    <a:spLocks/>
                  </p:cNvSpPr>
                  <p:nvPr/>
                </p:nvSpPr>
                <p:spPr bwMode="auto">
                  <a:xfrm rot="1426593">
                    <a:off x="1655" y="2130"/>
                    <a:ext cx="247" cy="123"/>
                  </a:xfrm>
                  <a:custGeom>
                    <a:avLst/>
                    <a:gdLst>
                      <a:gd name="T0" fmla="*/ 2102 w 120"/>
                      <a:gd name="T1" fmla="*/ 1517 h 60"/>
                      <a:gd name="T2" fmla="*/ 3427 w 120"/>
                      <a:gd name="T3" fmla="*/ 1312 h 60"/>
                      <a:gd name="T4" fmla="*/ 2338 w 120"/>
                      <a:gd name="T5" fmla="*/ 0 h 60"/>
                      <a:gd name="T6" fmla="*/ 1665 w 120"/>
                      <a:gd name="T7" fmla="*/ 2173 h 60"/>
                      <a:gd name="T8" fmla="*/ 2102 w 120"/>
                      <a:gd name="T9" fmla="*/ 1517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70" name="Freeform 421"/>
                  <p:cNvSpPr>
                    <a:spLocks/>
                  </p:cNvSpPr>
                  <p:nvPr/>
                </p:nvSpPr>
                <p:spPr bwMode="auto">
                  <a:xfrm rot="1426593">
                    <a:off x="1745" y="2236"/>
                    <a:ext cx="135" cy="102"/>
                  </a:xfrm>
                  <a:custGeom>
                    <a:avLst/>
                    <a:gdLst>
                      <a:gd name="T0" fmla="*/ 0 w 66"/>
                      <a:gd name="T1" fmla="*/ 1053 h 50"/>
                      <a:gd name="T2" fmla="*/ 1925 w 66"/>
                      <a:gd name="T3" fmla="*/ 1485 h 50"/>
                      <a:gd name="T4" fmla="*/ 857 w 66"/>
                      <a:gd name="T5" fmla="*/ 416 h 50"/>
                      <a:gd name="T6" fmla="*/ 213 w 66"/>
                      <a:gd name="T7" fmla="*/ 204 h 50"/>
                      <a:gd name="T8" fmla="*/ 0 w 66"/>
                      <a:gd name="T9" fmla="*/ 1053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71" name="Freeform 422"/>
                  <p:cNvSpPr>
                    <a:spLocks/>
                  </p:cNvSpPr>
                  <p:nvPr/>
                </p:nvSpPr>
                <p:spPr bwMode="auto">
                  <a:xfrm rot="1426593">
                    <a:off x="1790" y="2101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72" name="Freeform 423"/>
                  <p:cNvSpPr>
                    <a:spLocks/>
                  </p:cNvSpPr>
                  <p:nvPr/>
                </p:nvSpPr>
                <p:spPr bwMode="auto">
                  <a:xfrm rot="1426593">
                    <a:off x="1792" y="2332"/>
                    <a:ext cx="174" cy="138"/>
                  </a:xfrm>
                  <a:custGeom>
                    <a:avLst/>
                    <a:gdLst>
                      <a:gd name="T0" fmla="*/ 1823 w 84"/>
                      <a:gd name="T1" fmla="*/ 1648 h 68"/>
                      <a:gd name="T2" fmla="*/ 2747 w 84"/>
                      <a:gd name="T3" fmla="*/ 1445 h 68"/>
                      <a:gd name="T4" fmla="*/ 1823 w 84"/>
                      <a:gd name="T5" fmla="*/ 0 h 68"/>
                      <a:gd name="T6" fmla="*/ 922 w 84"/>
                      <a:gd name="T7" fmla="*/ 2273 h 68"/>
                      <a:gd name="T8" fmla="*/ 1823 w 84"/>
                      <a:gd name="T9" fmla="*/ 1648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grpSp>
              <p:nvGrpSpPr>
                <p:cNvPr id="244276" name="Group 424"/>
                <p:cNvGrpSpPr>
                  <a:grpSpLocks/>
                </p:cNvGrpSpPr>
                <p:nvPr/>
              </p:nvGrpSpPr>
              <p:grpSpPr bwMode="auto">
                <a:xfrm>
                  <a:off x="1945" y="2098"/>
                  <a:ext cx="335" cy="369"/>
                  <a:chOff x="1945" y="2098"/>
                  <a:chExt cx="335" cy="369"/>
                </a:xfrm>
              </p:grpSpPr>
              <p:sp>
                <p:nvSpPr>
                  <p:cNvPr id="22763" name="Freeform 425"/>
                  <p:cNvSpPr>
                    <a:spLocks/>
                  </p:cNvSpPr>
                  <p:nvPr/>
                </p:nvSpPr>
                <p:spPr bwMode="auto">
                  <a:xfrm rot="-9373407">
                    <a:off x="1945" y="2210"/>
                    <a:ext cx="208" cy="135"/>
                  </a:xfrm>
                  <a:custGeom>
                    <a:avLst/>
                    <a:gdLst>
                      <a:gd name="T0" fmla="*/ 2226 w 101"/>
                      <a:gd name="T1" fmla="*/ 1401 h 66"/>
                      <a:gd name="T2" fmla="*/ 2447 w 101"/>
                      <a:gd name="T3" fmla="*/ 104 h 66"/>
                      <a:gd name="T4" fmla="*/ 881 w 101"/>
                      <a:gd name="T5" fmla="*/ 317 h 66"/>
                      <a:gd name="T6" fmla="*/ 2226 w 101"/>
                      <a:gd name="T7" fmla="*/ 1401 h 6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01"/>
                      <a:gd name="T13" fmla="*/ 0 h 66"/>
                      <a:gd name="T14" fmla="*/ 101 w 101"/>
                      <a:gd name="T15" fmla="*/ 66 h 6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01" h="66">
                        <a:moveTo>
                          <a:pt x="60" y="39"/>
                        </a:moveTo>
                        <a:cubicBezTo>
                          <a:pt x="101" y="53"/>
                          <a:pt x="99" y="14"/>
                          <a:pt x="66" y="3"/>
                        </a:cubicBezTo>
                        <a:cubicBezTo>
                          <a:pt x="52" y="5"/>
                          <a:pt x="35" y="0"/>
                          <a:pt x="24" y="9"/>
                        </a:cubicBezTo>
                        <a:cubicBezTo>
                          <a:pt x="0" y="29"/>
                          <a:pt x="87" y="66"/>
                          <a:pt x="60" y="39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64" name="Freeform 426"/>
                  <p:cNvSpPr>
                    <a:spLocks/>
                  </p:cNvSpPr>
                  <p:nvPr/>
                </p:nvSpPr>
                <p:spPr bwMode="auto">
                  <a:xfrm rot="-9373407">
                    <a:off x="2033" y="2316"/>
                    <a:ext cx="247" cy="122"/>
                  </a:xfrm>
                  <a:custGeom>
                    <a:avLst/>
                    <a:gdLst>
                      <a:gd name="T0" fmla="*/ 2102 w 120"/>
                      <a:gd name="T1" fmla="*/ 1456 h 60"/>
                      <a:gd name="T2" fmla="*/ 3427 w 120"/>
                      <a:gd name="T3" fmla="*/ 1244 h 60"/>
                      <a:gd name="T4" fmla="*/ 2338 w 120"/>
                      <a:gd name="T5" fmla="*/ 0 h 60"/>
                      <a:gd name="T6" fmla="*/ 1665 w 120"/>
                      <a:gd name="T7" fmla="*/ 2084 h 60"/>
                      <a:gd name="T8" fmla="*/ 2102 w 120"/>
                      <a:gd name="T9" fmla="*/ 1456 h 6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0"/>
                      <a:gd name="T16" fmla="*/ 0 h 60"/>
                      <a:gd name="T17" fmla="*/ 120 w 120"/>
                      <a:gd name="T18" fmla="*/ 60 h 6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0" h="60">
                        <a:moveTo>
                          <a:pt x="57" y="42"/>
                        </a:moveTo>
                        <a:cubicBezTo>
                          <a:pt x="69" y="40"/>
                          <a:pt x="82" y="42"/>
                          <a:pt x="93" y="36"/>
                        </a:cubicBezTo>
                        <a:cubicBezTo>
                          <a:pt x="120" y="20"/>
                          <a:pt x="70" y="4"/>
                          <a:pt x="63" y="0"/>
                        </a:cubicBezTo>
                        <a:cubicBezTo>
                          <a:pt x="22" y="10"/>
                          <a:pt x="0" y="30"/>
                          <a:pt x="45" y="60"/>
                        </a:cubicBezTo>
                        <a:cubicBezTo>
                          <a:pt x="67" y="53"/>
                          <a:pt x="66" y="60"/>
                          <a:pt x="57" y="42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65" name="Freeform 427"/>
                  <p:cNvSpPr>
                    <a:spLocks/>
                  </p:cNvSpPr>
                  <p:nvPr/>
                </p:nvSpPr>
                <p:spPr bwMode="auto">
                  <a:xfrm rot="-9373407">
                    <a:off x="2055" y="2231"/>
                    <a:ext cx="135" cy="101"/>
                  </a:xfrm>
                  <a:custGeom>
                    <a:avLst/>
                    <a:gdLst>
                      <a:gd name="T0" fmla="*/ 0 w 66"/>
                      <a:gd name="T1" fmla="*/ 1012 h 50"/>
                      <a:gd name="T2" fmla="*/ 1925 w 66"/>
                      <a:gd name="T3" fmla="*/ 1416 h 50"/>
                      <a:gd name="T4" fmla="*/ 857 w 66"/>
                      <a:gd name="T5" fmla="*/ 396 h 50"/>
                      <a:gd name="T6" fmla="*/ 213 w 66"/>
                      <a:gd name="T7" fmla="*/ 196 h 50"/>
                      <a:gd name="T8" fmla="*/ 0 w 66"/>
                      <a:gd name="T9" fmla="*/ 1012 h 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50"/>
                      <a:gd name="T17" fmla="*/ 66 w 66"/>
                      <a:gd name="T18" fmla="*/ 50 h 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50">
                        <a:moveTo>
                          <a:pt x="0" y="30"/>
                        </a:moveTo>
                        <a:cubicBezTo>
                          <a:pt x="21" y="44"/>
                          <a:pt x="29" y="50"/>
                          <a:pt x="54" y="42"/>
                        </a:cubicBezTo>
                        <a:cubicBezTo>
                          <a:pt x="64" y="12"/>
                          <a:pt x="66" y="26"/>
                          <a:pt x="24" y="12"/>
                        </a:cubicBezTo>
                        <a:cubicBezTo>
                          <a:pt x="18" y="10"/>
                          <a:pt x="8" y="0"/>
                          <a:pt x="6" y="6"/>
                        </a:cubicBezTo>
                        <a:cubicBezTo>
                          <a:pt x="4" y="14"/>
                          <a:pt x="2" y="22"/>
                          <a:pt x="0" y="30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66" name="Freeform 428"/>
                  <p:cNvSpPr>
                    <a:spLocks/>
                  </p:cNvSpPr>
                  <p:nvPr/>
                </p:nvSpPr>
                <p:spPr bwMode="auto">
                  <a:xfrm rot="-9373407">
                    <a:off x="1958" y="2339"/>
                    <a:ext cx="188" cy="128"/>
                  </a:xfrm>
                  <a:custGeom>
                    <a:avLst/>
                    <a:gdLst>
                      <a:gd name="T0" fmla="*/ 1622 w 91"/>
                      <a:gd name="T1" fmla="*/ 1869 h 63"/>
                      <a:gd name="T2" fmla="*/ 3423 w 91"/>
                      <a:gd name="T3" fmla="*/ 1040 h 63"/>
                      <a:gd name="T4" fmla="*/ 3210 w 91"/>
                      <a:gd name="T5" fmla="*/ 412 h 63"/>
                      <a:gd name="T6" fmla="*/ 1843 w 91"/>
                      <a:gd name="T7" fmla="*/ 0 h 63"/>
                      <a:gd name="T8" fmla="*/ 2082 w 91"/>
                      <a:gd name="T9" fmla="*/ 2081 h 63"/>
                      <a:gd name="T10" fmla="*/ 1622 w 91"/>
                      <a:gd name="T11" fmla="*/ 1869 h 6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91"/>
                      <a:gd name="T19" fmla="*/ 0 h 63"/>
                      <a:gd name="T20" fmla="*/ 91 w 91"/>
                      <a:gd name="T21" fmla="*/ 63 h 6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91" h="63">
                        <a:moveTo>
                          <a:pt x="43" y="54"/>
                        </a:moveTo>
                        <a:cubicBezTo>
                          <a:pt x="68" y="50"/>
                          <a:pt x="91" y="60"/>
                          <a:pt x="91" y="30"/>
                        </a:cubicBezTo>
                        <a:cubicBezTo>
                          <a:pt x="91" y="24"/>
                          <a:pt x="90" y="16"/>
                          <a:pt x="85" y="12"/>
                        </a:cubicBezTo>
                        <a:cubicBezTo>
                          <a:pt x="75" y="5"/>
                          <a:pt x="49" y="0"/>
                          <a:pt x="49" y="0"/>
                        </a:cubicBezTo>
                        <a:cubicBezTo>
                          <a:pt x="0" y="16"/>
                          <a:pt x="35" y="40"/>
                          <a:pt x="55" y="60"/>
                        </a:cubicBezTo>
                        <a:cubicBezTo>
                          <a:pt x="58" y="63"/>
                          <a:pt x="47" y="56"/>
                          <a:pt x="43" y="54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22767" name="Freeform 429"/>
                  <p:cNvSpPr>
                    <a:spLocks/>
                  </p:cNvSpPr>
                  <p:nvPr/>
                </p:nvSpPr>
                <p:spPr bwMode="auto">
                  <a:xfrm rot="-9373407">
                    <a:off x="1970" y="2098"/>
                    <a:ext cx="174" cy="137"/>
                  </a:xfrm>
                  <a:custGeom>
                    <a:avLst/>
                    <a:gdLst>
                      <a:gd name="T0" fmla="*/ 1823 w 84"/>
                      <a:gd name="T1" fmla="*/ 1596 h 68"/>
                      <a:gd name="T2" fmla="*/ 2747 w 84"/>
                      <a:gd name="T3" fmla="*/ 1400 h 68"/>
                      <a:gd name="T4" fmla="*/ 1823 w 84"/>
                      <a:gd name="T5" fmla="*/ 0 h 68"/>
                      <a:gd name="T6" fmla="*/ 922 w 84"/>
                      <a:gd name="T7" fmla="*/ 2192 h 68"/>
                      <a:gd name="T8" fmla="*/ 1823 w 84"/>
                      <a:gd name="T9" fmla="*/ 1596 h 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84"/>
                      <a:gd name="T16" fmla="*/ 0 h 68"/>
                      <a:gd name="T17" fmla="*/ 84 w 84"/>
                      <a:gd name="T18" fmla="*/ 68 h 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84" h="68">
                        <a:moveTo>
                          <a:pt x="48" y="48"/>
                        </a:moveTo>
                        <a:cubicBezTo>
                          <a:pt x="56" y="46"/>
                          <a:pt x="68" y="49"/>
                          <a:pt x="72" y="42"/>
                        </a:cubicBezTo>
                        <a:cubicBezTo>
                          <a:pt x="84" y="18"/>
                          <a:pt x="61" y="8"/>
                          <a:pt x="48" y="0"/>
                        </a:cubicBezTo>
                        <a:cubicBezTo>
                          <a:pt x="0" y="16"/>
                          <a:pt x="9" y="21"/>
                          <a:pt x="24" y="66"/>
                        </a:cubicBezTo>
                        <a:cubicBezTo>
                          <a:pt x="52" y="59"/>
                          <a:pt x="48" y="68"/>
                          <a:pt x="48" y="48"/>
                        </a:cubicBezTo>
                        <a:close/>
                      </a:path>
                    </a:pathLst>
                  </a:custGeom>
                  <a:solidFill>
                    <a:srgbClr val="FF99FF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</p:grpSp>
        <p:sp>
          <p:nvSpPr>
            <p:cNvPr id="22718" name="Oval 430"/>
            <p:cNvSpPr>
              <a:spLocks noChangeArrowheads="1"/>
            </p:cNvSpPr>
            <p:nvPr/>
          </p:nvSpPr>
          <p:spPr bwMode="auto">
            <a:xfrm rot="1426593">
              <a:off x="1245" y="1928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19" name="Oval 431"/>
            <p:cNvSpPr>
              <a:spLocks noChangeArrowheads="1"/>
            </p:cNvSpPr>
            <p:nvPr/>
          </p:nvSpPr>
          <p:spPr bwMode="auto">
            <a:xfrm rot="1426593">
              <a:off x="1336" y="2041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20" name="Oval 432"/>
            <p:cNvSpPr>
              <a:spLocks noChangeArrowheads="1"/>
            </p:cNvSpPr>
            <p:nvPr/>
          </p:nvSpPr>
          <p:spPr bwMode="auto">
            <a:xfrm rot="1426593">
              <a:off x="1476" y="2047"/>
              <a:ext cx="29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21" name="Oval 433"/>
            <p:cNvSpPr>
              <a:spLocks noChangeArrowheads="1"/>
            </p:cNvSpPr>
            <p:nvPr/>
          </p:nvSpPr>
          <p:spPr bwMode="auto">
            <a:xfrm rot="1426593">
              <a:off x="1621" y="2133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22" name="Oval 434"/>
            <p:cNvSpPr>
              <a:spLocks noChangeArrowheads="1"/>
            </p:cNvSpPr>
            <p:nvPr/>
          </p:nvSpPr>
          <p:spPr bwMode="auto">
            <a:xfrm rot="1426593">
              <a:off x="1467" y="2133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23" name="Oval 435"/>
            <p:cNvSpPr>
              <a:spLocks noChangeArrowheads="1"/>
            </p:cNvSpPr>
            <p:nvPr/>
          </p:nvSpPr>
          <p:spPr bwMode="auto">
            <a:xfrm rot="1426593">
              <a:off x="2151" y="237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24" name="Oval 436"/>
            <p:cNvSpPr>
              <a:spLocks noChangeArrowheads="1"/>
            </p:cNvSpPr>
            <p:nvPr/>
          </p:nvSpPr>
          <p:spPr bwMode="auto">
            <a:xfrm rot="1426593">
              <a:off x="2007" y="2401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25" name="Oval 437"/>
            <p:cNvSpPr>
              <a:spLocks noChangeArrowheads="1"/>
            </p:cNvSpPr>
            <p:nvPr/>
          </p:nvSpPr>
          <p:spPr bwMode="auto">
            <a:xfrm rot="1426593">
              <a:off x="1872" y="2367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26" name="Oval 438"/>
            <p:cNvSpPr>
              <a:spLocks noChangeArrowheads="1"/>
            </p:cNvSpPr>
            <p:nvPr/>
          </p:nvSpPr>
          <p:spPr bwMode="auto">
            <a:xfrm rot="1426593">
              <a:off x="1331" y="2153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27" name="Oval 439"/>
            <p:cNvSpPr>
              <a:spLocks noChangeArrowheads="1"/>
            </p:cNvSpPr>
            <p:nvPr/>
          </p:nvSpPr>
          <p:spPr bwMode="auto">
            <a:xfrm rot="1426593">
              <a:off x="1451" y="2240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28" name="Oval 440"/>
            <p:cNvSpPr>
              <a:spLocks noChangeArrowheads="1"/>
            </p:cNvSpPr>
            <p:nvPr/>
          </p:nvSpPr>
          <p:spPr bwMode="auto">
            <a:xfrm rot="1426593">
              <a:off x="1589" y="2269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29" name="Oval 441"/>
            <p:cNvSpPr>
              <a:spLocks noChangeArrowheads="1"/>
            </p:cNvSpPr>
            <p:nvPr/>
          </p:nvSpPr>
          <p:spPr bwMode="auto">
            <a:xfrm rot="1426593">
              <a:off x="1721" y="2352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30" name="Oval 442"/>
            <p:cNvSpPr>
              <a:spLocks noChangeArrowheads="1"/>
            </p:cNvSpPr>
            <p:nvPr/>
          </p:nvSpPr>
          <p:spPr bwMode="auto">
            <a:xfrm rot="1426593">
              <a:off x="1578" y="2361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31" name="Oval 443"/>
            <p:cNvSpPr>
              <a:spLocks noChangeArrowheads="1"/>
            </p:cNvSpPr>
            <p:nvPr/>
          </p:nvSpPr>
          <p:spPr bwMode="auto">
            <a:xfrm rot="1426593">
              <a:off x="1429" y="2353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32" name="Oval 444"/>
            <p:cNvSpPr>
              <a:spLocks noChangeArrowheads="1"/>
            </p:cNvSpPr>
            <p:nvPr/>
          </p:nvSpPr>
          <p:spPr bwMode="auto">
            <a:xfrm rot="1426593">
              <a:off x="1901" y="2162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33" name="Oval 445"/>
            <p:cNvSpPr>
              <a:spLocks noChangeArrowheads="1"/>
            </p:cNvSpPr>
            <p:nvPr/>
          </p:nvSpPr>
          <p:spPr bwMode="auto">
            <a:xfrm rot="1426593">
              <a:off x="1218" y="1819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34" name="Oval 446"/>
            <p:cNvSpPr>
              <a:spLocks noChangeArrowheads="1"/>
            </p:cNvSpPr>
            <p:nvPr/>
          </p:nvSpPr>
          <p:spPr bwMode="auto">
            <a:xfrm rot="1426593">
              <a:off x="1363" y="1918"/>
              <a:ext cx="29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35" name="Oval 447"/>
            <p:cNvSpPr>
              <a:spLocks noChangeArrowheads="1"/>
            </p:cNvSpPr>
            <p:nvPr/>
          </p:nvSpPr>
          <p:spPr bwMode="auto">
            <a:xfrm rot="1426593">
              <a:off x="1583" y="2042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36" name="Oval 448"/>
            <p:cNvSpPr>
              <a:spLocks noChangeArrowheads="1"/>
            </p:cNvSpPr>
            <p:nvPr/>
          </p:nvSpPr>
          <p:spPr bwMode="auto">
            <a:xfrm rot="1426593">
              <a:off x="1900" y="2251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37" name="Oval 449"/>
            <p:cNvSpPr>
              <a:spLocks noChangeArrowheads="1"/>
            </p:cNvSpPr>
            <p:nvPr/>
          </p:nvSpPr>
          <p:spPr bwMode="auto">
            <a:xfrm rot="1426593">
              <a:off x="1779" y="2157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38" name="Oval 450"/>
            <p:cNvSpPr>
              <a:spLocks noChangeArrowheads="1"/>
            </p:cNvSpPr>
            <p:nvPr/>
          </p:nvSpPr>
          <p:spPr bwMode="auto">
            <a:xfrm rot="1426593">
              <a:off x="1789" y="2260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39" name="Oval 451"/>
            <p:cNvSpPr>
              <a:spLocks noChangeArrowheads="1"/>
            </p:cNvSpPr>
            <p:nvPr/>
          </p:nvSpPr>
          <p:spPr bwMode="auto">
            <a:xfrm rot="1426593">
              <a:off x="1694" y="2254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40" name="Oval 452"/>
            <p:cNvSpPr>
              <a:spLocks noChangeArrowheads="1"/>
            </p:cNvSpPr>
            <p:nvPr/>
          </p:nvSpPr>
          <p:spPr bwMode="auto">
            <a:xfrm rot="1426593">
              <a:off x="1651" y="1850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41" name="Oval 453"/>
            <p:cNvSpPr>
              <a:spLocks noChangeArrowheads="1"/>
            </p:cNvSpPr>
            <p:nvPr/>
          </p:nvSpPr>
          <p:spPr bwMode="auto">
            <a:xfrm rot="1426593">
              <a:off x="1500" y="1826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42" name="Oval 454"/>
            <p:cNvSpPr>
              <a:spLocks noChangeArrowheads="1"/>
            </p:cNvSpPr>
            <p:nvPr/>
          </p:nvSpPr>
          <p:spPr bwMode="auto">
            <a:xfrm rot="1426593">
              <a:off x="1361" y="1818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43" name="Oval 455"/>
            <p:cNvSpPr>
              <a:spLocks noChangeArrowheads="1"/>
            </p:cNvSpPr>
            <p:nvPr/>
          </p:nvSpPr>
          <p:spPr bwMode="auto">
            <a:xfrm rot="1426593">
              <a:off x="1480" y="1935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44" name="Oval 456"/>
            <p:cNvSpPr>
              <a:spLocks noChangeArrowheads="1"/>
            </p:cNvSpPr>
            <p:nvPr/>
          </p:nvSpPr>
          <p:spPr bwMode="auto">
            <a:xfrm rot="1426593">
              <a:off x="1584" y="1927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45" name="Oval 457"/>
            <p:cNvSpPr>
              <a:spLocks noChangeArrowheads="1"/>
            </p:cNvSpPr>
            <p:nvPr/>
          </p:nvSpPr>
          <p:spPr bwMode="auto">
            <a:xfrm rot="1426593">
              <a:off x="1767" y="2050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46" name="Oval 458"/>
            <p:cNvSpPr>
              <a:spLocks noChangeArrowheads="1"/>
            </p:cNvSpPr>
            <p:nvPr/>
          </p:nvSpPr>
          <p:spPr bwMode="auto">
            <a:xfrm rot="1426593">
              <a:off x="2121" y="2263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47" name="Oval 459"/>
            <p:cNvSpPr>
              <a:spLocks noChangeArrowheads="1"/>
            </p:cNvSpPr>
            <p:nvPr/>
          </p:nvSpPr>
          <p:spPr bwMode="auto">
            <a:xfrm rot="1426593">
              <a:off x="2025" y="2281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48" name="Oval 460"/>
            <p:cNvSpPr>
              <a:spLocks noChangeArrowheads="1"/>
            </p:cNvSpPr>
            <p:nvPr/>
          </p:nvSpPr>
          <p:spPr bwMode="auto">
            <a:xfrm rot="1426593">
              <a:off x="2005" y="1955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49" name="Oval 461"/>
            <p:cNvSpPr>
              <a:spLocks noChangeArrowheads="1"/>
            </p:cNvSpPr>
            <p:nvPr/>
          </p:nvSpPr>
          <p:spPr bwMode="auto">
            <a:xfrm rot="1426593">
              <a:off x="1917" y="1840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50" name="Oval 462"/>
            <p:cNvSpPr>
              <a:spLocks noChangeArrowheads="1"/>
            </p:cNvSpPr>
            <p:nvPr/>
          </p:nvSpPr>
          <p:spPr bwMode="auto">
            <a:xfrm rot="1426593">
              <a:off x="1793" y="1832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51" name="Oval 463"/>
            <p:cNvSpPr>
              <a:spLocks noChangeArrowheads="1"/>
            </p:cNvSpPr>
            <p:nvPr/>
          </p:nvSpPr>
          <p:spPr bwMode="auto">
            <a:xfrm rot="1426593">
              <a:off x="1912" y="1964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52" name="Oval 464"/>
            <p:cNvSpPr>
              <a:spLocks noChangeArrowheads="1"/>
            </p:cNvSpPr>
            <p:nvPr/>
          </p:nvSpPr>
          <p:spPr bwMode="auto">
            <a:xfrm rot="1426593">
              <a:off x="1674" y="1957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53" name="Oval 465"/>
            <p:cNvSpPr>
              <a:spLocks noChangeArrowheads="1"/>
            </p:cNvSpPr>
            <p:nvPr/>
          </p:nvSpPr>
          <p:spPr bwMode="auto">
            <a:xfrm rot="1426593">
              <a:off x="1776" y="1932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54" name="Oval 466"/>
            <p:cNvSpPr>
              <a:spLocks noChangeArrowheads="1"/>
            </p:cNvSpPr>
            <p:nvPr/>
          </p:nvSpPr>
          <p:spPr bwMode="auto">
            <a:xfrm rot="1426593">
              <a:off x="1898" y="2058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55" name="Oval 467"/>
            <p:cNvSpPr>
              <a:spLocks noChangeArrowheads="1"/>
            </p:cNvSpPr>
            <p:nvPr/>
          </p:nvSpPr>
          <p:spPr bwMode="auto">
            <a:xfrm rot="1426593">
              <a:off x="2019" y="2153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756" name="Oval 468"/>
            <p:cNvSpPr>
              <a:spLocks noChangeArrowheads="1"/>
            </p:cNvSpPr>
            <p:nvPr/>
          </p:nvSpPr>
          <p:spPr bwMode="auto">
            <a:xfrm rot="1426593">
              <a:off x="2020" y="2047"/>
              <a:ext cx="31" cy="3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4278" name="Group 469"/>
          <p:cNvGrpSpPr>
            <a:grpSpLocks/>
          </p:cNvGrpSpPr>
          <p:nvPr>
            <p:custDataLst>
              <p:tags r:id="rId172"/>
            </p:custDataLst>
          </p:nvPr>
        </p:nvGrpSpPr>
        <p:grpSpPr bwMode="auto">
          <a:xfrm>
            <a:off x="3108325" y="3590925"/>
            <a:ext cx="533400" cy="584200"/>
            <a:chOff x="1958" y="1763"/>
            <a:chExt cx="336" cy="368"/>
          </a:xfrm>
        </p:grpSpPr>
        <p:sp>
          <p:nvSpPr>
            <p:cNvPr id="22712" name="Freeform 470"/>
            <p:cNvSpPr>
              <a:spLocks/>
            </p:cNvSpPr>
            <p:nvPr/>
          </p:nvSpPr>
          <p:spPr bwMode="auto">
            <a:xfrm rot="1426593">
              <a:off x="2086" y="1884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13" name="Freeform 471"/>
            <p:cNvSpPr>
              <a:spLocks/>
            </p:cNvSpPr>
            <p:nvPr/>
          </p:nvSpPr>
          <p:spPr bwMode="auto">
            <a:xfrm rot="1426593">
              <a:off x="1958" y="1792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14" name="Freeform 472"/>
            <p:cNvSpPr>
              <a:spLocks/>
            </p:cNvSpPr>
            <p:nvPr/>
          </p:nvSpPr>
          <p:spPr bwMode="auto">
            <a:xfrm rot="1426593">
              <a:off x="2048" y="1898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15" name="Freeform 473"/>
            <p:cNvSpPr>
              <a:spLocks/>
            </p:cNvSpPr>
            <p:nvPr/>
          </p:nvSpPr>
          <p:spPr bwMode="auto">
            <a:xfrm rot="1426593">
              <a:off x="2093" y="1763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16" name="Freeform 474"/>
            <p:cNvSpPr>
              <a:spLocks/>
            </p:cNvSpPr>
            <p:nvPr/>
          </p:nvSpPr>
          <p:spPr bwMode="auto">
            <a:xfrm rot="1426593">
              <a:off x="2095" y="1994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79" name="Group 475"/>
          <p:cNvGrpSpPr>
            <a:grpSpLocks/>
          </p:cNvGrpSpPr>
          <p:nvPr>
            <p:custDataLst>
              <p:tags r:id="rId173"/>
            </p:custDataLst>
          </p:nvPr>
        </p:nvGrpSpPr>
        <p:grpSpPr bwMode="auto">
          <a:xfrm>
            <a:off x="3568700" y="3586163"/>
            <a:ext cx="531813" cy="585787"/>
            <a:chOff x="2248" y="1760"/>
            <a:chExt cx="335" cy="369"/>
          </a:xfrm>
        </p:grpSpPr>
        <p:sp>
          <p:nvSpPr>
            <p:cNvPr id="22707" name="Freeform 476"/>
            <p:cNvSpPr>
              <a:spLocks/>
            </p:cNvSpPr>
            <p:nvPr/>
          </p:nvSpPr>
          <p:spPr bwMode="auto">
            <a:xfrm rot="-9373407">
              <a:off x="2248" y="1872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08" name="Freeform 477"/>
            <p:cNvSpPr>
              <a:spLocks/>
            </p:cNvSpPr>
            <p:nvPr/>
          </p:nvSpPr>
          <p:spPr bwMode="auto">
            <a:xfrm rot="-9373407">
              <a:off x="2336" y="1978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09" name="Freeform 478"/>
            <p:cNvSpPr>
              <a:spLocks/>
            </p:cNvSpPr>
            <p:nvPr/>
          </p:nvSpPr>
          <p:spPr bwMode="auto">
            <a:xfrm rot="-9373407">
              <a:off x="2358" y="1893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10" name="Freeform 479"/>
            <p:cNvSpPr>
              <a:spLocks/>
            </p:cNvSpPr>
            <p:nvPr/>
          </p:nvSpPr>
          <p:spPr bwMode="auto">
            <a:xfrm rot="-9373407">
              <a:off x="2261" y="2001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11" name="Freeform 480"/>
            <p:cNvSpPr>
              <a:spLocks/>
            </p:cNvSpPr>
            <p:nvPr/>
          </p:nvSpPr>
          <p:spPr bwMode="auto">
            <a:xfrm rot="-9373407">
              <a:off x="2273" y="1760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678" name="Freeform 481"/>
          <p:cNvSpPr>
            <a:spLocks/>
          </p:cNvSpPr>
          <p:nvPr>
            <p:custDataLst>
              <p:tags r:id="rId174"/>
            </p:custDataLst>
          </p:nvPr>
        </p:nvSpPr>
        <p:spPr bwMode="auto">
          <a:xfrm rot="1426593">
            <a:off x="3995738" y="3811588"/>
            <a:ext cx="330200" cy="214312"/>
          </a:xfrm>
          <a:custGeom>
            <a:avLst/>
            <a:gdLst>
              <a:gd name="T0" fmla="*/ 2147483647 w 101"/>
              <a:gd name="T1" fmla="*/ 2147483647 h 66"/>
              <a:gd name="T2" fmla="*/ 2147483647 w 101"/>
              <a:gd name="T3" fmla="*/ 2147483647 h 66"/>
              <a:gd name="T4" fmla="*/ 2147483647 w 101"/>
              <a:gd name="T5" fmla="*/ 2147483647 h 66"/>
              <a:gd name="T6" fmla="*/ 2147483647 w 101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101"/>
              <a:gd name="T13" fmla="*/ 0 h 66"/>
              <a:gd name="T14" fmla="*/ 101 w 101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" h="66">
                <a:moveTo>
                  <a:pt x="60" y="39"/>
                </a:moveTo>
                <a:cubicBezTo>
                  <a:pt x="101" y="53"/>
                  <a:pt x="99" y="14"/>
                  <a:pt x="66" y="3"/>
                </a:cubicBezTo>
                <a:cubicBezTo>
                  <a:pt x="52" y="5"/>
                  <a:pt x="35" y="0"/>
                  <a:pt x="24" y="9"/>
                </a:cubicBezTo>
                <a:cubicBezTo>
                  <a:pt x="0" y="29"/>
                  <a:pt x="87" y="66"/>
                  <a:pt x="60" y="39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79" name="Freeform 482"/>
          <p:cNvSpPr>
            <a:spLocks/>
          </p:cNvSpPr>
          <p:nvPr>
            <p:custDataLst>
              <p:tags r:id="rId175"/>
            </p:custDataLst>
          </p:nvPr>
        </p:nvSpPr>
        <p:spPr bwMode="auto">
          <a:xfrm rot="1426593">
            <a:off x="3792538" y="3665538"/>
            <a:ext cx="392112" cy="193675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80" name="Freeform 483"/>
          <p:cNvSpPr>
            <a:spLocks/>
          </p:cNvSpPr>
          <p:nvPr>
            <p:custDataLst>
              <p:tags r:id="rId176"/>
            </p:custDataLst>
          </p:nvPr>
        </p:nvSpPr>
        <p:spPr bwMode="auto">
          <a:xfrm rot="1426593">
            <a:off x="3935413" y="3833813"/>
            <a:ext cx="214312" cy="160337"/>
          </a:xfrm>
          <a:custGeom>
            <a:avLst/>
            <a:gdLst>
              <a:gd name="T0" fmla="*/ 0 w 66"/>
              <a:gd name="T1" fmla="*/ 2147483647 h 50"/>
              <a:gd name="T2" fmla="*/ 2147483647 w 66"/>
              <a:gd name="T3" fmla="*/ 2147483647 h 50"/>
              <a:gd name="T4" fmla="*/ 2147483647 w 66"/>
              <a:gd name="T5" fmla="*/ 2147483647 h 50"/>
              <a:gd name="T6" fmla="*/ 2147483647 w 66"/>
              <a:gd name="T7" fmla="*/ 2147483647 h 50"/>
              <a:gd name="T8" fmla="*/ 0 w 66"/>
              <a:gd name="T9" fmla="*/ 2147483647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0"/>
              <a:gd name="T17" fmla="*/ 66 w 66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0">
                <a:moveTo>
                  <a:pt x="0" y="30"/>
                </a:moveTo>
                <a:cubicBezTo>
                  <a:pt x="21" y="44"/>
                  <a:pt x="29" y="50"/>
                  <a:pt x="54" y="42"/>
                </a:cubicBezTo>
                <a:cubicBezTo>
                  <a:pt x="64" y="12"/>
                  <a:pt x="66" y="26"/>
                  <a:pt x="24" y="12"/>
                </a:cubicBezTo>
                <a:cubicBezTo>
                  <a:pt x="18" y="10"/>
                  <a:pt x="8" y="0"/>
                  <a:pt x="6" y="6"/>
                </a:cubicBezTo>
                <a:cubicBezTo>
                  <a:pt x="4" y="14"/>
                  <a:pt x="2" y="22"/>
                  <a:pt x="0" y="30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81" name="Freeform 484"/>
          <p:cNvSpPr>
            <a:spLocks/>
          </p:cNvSpPr>
          <p:nvPr>
            <p:custDataLst>
              <p:tags r:id="rId177"/>
            </p:custDataLst>
          </p:nvPr>
        </p:nvSpPr>
        <p:spPr bwMode="auto">
          <a:xfrm rot="1426593">
            <a:off x="4006850" y="3619500"/>
            <a:ext cx="298450" cy="203200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682" name="Freeform 485"/>
          <p:cNvSpPr>
            <a:spLocks/>
          </p:cNvSpPr>
          <p:nvPr>
            <p:custDataLst>
              <p:tags r:id="rId178"/>
            </p:custDataLst>
          </p:nvPr>
        </p:nvSpPr>
        <p:spPr bwMode="auto">
          <a:xfrm rot="1426593">
            <a:off x="4010025" y="3986213"/>
            <a:ext cx="276225" cy="217487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4281" name="Group 486"/>
          <p:cNvGrpSpPr>
            <a:grpSpLocks/>
          </p:cNvGrpSpPr>
          <p:nvPr>
            <p:custDataLst>
              <p:tags r:id="rId179"/>
            </p:custDataLst>
          </p:nvPr>
        </p:nvGrpSpPr>
        <p:grpSpPr bwMode="auto">
          <a:xfrm>
            <a:off x="4252913" y="3614738"/>
            <a:ext cx="531812" cy="585787"/>
            <a:chOff x="2679" y="1778"/>
            <a:chExt cx="335" cy="369"/>
          </a:xfrm>
        </p:grpSpPr>
        <p:sp>
          <p:nvSpPr>
            <p:cNvPr id="22702" name="Freeform 487"/>
            <p:cNvSpPr>
              <a:spLocks/>
            </p:cNvSpPr>
            <p:nvPr/>
          </p:nvSpPr>
          <p:spPr bwMode="auto">
            <a:xfrm rot="-9373407">
              <a:off x="2679" y="1890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03" name="Freeform 488"/>
            <p:cNvSpPr>
              <a:spLocks/>
            </p:cNvSpPr>
            <p:nvPr/>
          </p:nvSpPr>
          <p:spPr bwMode="auto">
            <a:xfrm rot="-9373407">
              <a:off x="2767" y="1996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04" name="Freeform 489"/>
            <p:cNvSpPr>
              <a:spLocks/>
            </p:cNvSpPr>
            <p:nvPr/>
          </p:nvSpPr>
          <p:spPr bwMode="auto">
            <a:xfrm rot="-9373407">
              <a:off x="2789" y="1911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05" name="Freeform 490"/>
            <p:cNvSpPr>
              <a:spLocks/>
            </p:cNvSpPr>
            <p:nvPr/>
          </p:nvSpPr>
          <p:spPr bwMode="auto">
            <a:xfrm rot="-9373407">
              <a:off x="2692" y="2019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06" name="Freeform 491"/>
            <p:cNvSpPr>
              <a:spLocks/>
            </p:cNvSpPr>
            <p:nvPr/>
          </p:nvSpPr>
          <p:spPr bwMode="auto">
            <a:xfrm rot="-9373407">
              <a:off x="2704" y="1778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82" name="Group 492"/>
          <p:cNvGrpSpPr>
            <a:grpSpLocks/>
          </p:cNvGrpSpPr>
          <p:nvPr>
            <p:custDataLst>
              <p:tags r:id="rId180"/>
            </p:custDataLst>
          </p:nvPr>
        </p:nvGrpSpPr>
        <p:grpSpPr bwMode="auto">
          <a:xfrm>
            <a:off x="3286125" y="4094163"/>
            <a:ext cx="533400" cy="584200"/>
            <a:chOff x="2070" y="2080"/>
            <a:chExt cx="336" cy="368"/>
          </a:xfrm>
        </p:grpSpPr>
        <p:sp>
          <p:nvSpPr>
            <p:cNvPr id="22697" name="Freeform 493"/>
            <p:cNvSpPr>
              <a:spLocks/>
            </p:cNvSpPr>
            <p:nvPr/>
          </p:nvSpPr>
          <p:spPr bwMode="auto">
            <a:xfrm rot="1426593">
              <a:off x="2198" y="2201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98" name="Freeform 494"/>
            <p:cNvSpPr>
              <a:spLocks/>
            </p:cNvSpPr>
            <p:nvPr/>
          </p:nvSpPr>
          <p:spPr bwMode="auto">
            <a:xfrm rot="1426593">
              <a:off x="2070" y="2109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99" name="Freeform 495"/>
            <p:cNvSpPr>
              <a:spLocks/>
            </p:cNvSpPr>
            <p:nvPr/>
          </p:nvSpPr>
          <p:spPr bwMode="auto">
            <a:xfrm rot="1426593">
              <a:off x="2160" y="2215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00" name="Freeform 496"/>
            <p:cNvSpPr>
              <a:spLocks/>
            </p:cNvSpPr>
            <p:nvPr/>
          </p:nvSpPr>
          <p:spPr bwMode="auto">
            <a:xfrm rot="1426593">
              <a:off x="2205" y="2080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701" name="Freeform 497"/>
            <p:cNvSpPr>
              <a:spLocks/>
            </p:cNvSpPr>
            <p:nvPr/>
          </p:nvSpPr>
          <p:spPr bwMode="auto">
            <a:xfrm rot="1426593">
              <a:off x="2207" y="2311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83" name="Group 498"/>
          <p:cNvGrpSpPr>
            <a:grpSpLocks/>
          </p:cNvGrpSpPr>
          <p:nvPr>
            <p:custDataLst>
              <p:tags r:id="rId181"/>
            </p:custDataLst>
          </p:nvPr>
        </p:nvGrpSpPr>
        <p:grpSpPr bwMode="auto">
          <a:xfrm>
            <a:off x="3746500" y="4089400"/>
            <a:ext cx="531813" cy="585788"/>
            <a:chOff x="2360" y="2077"/>
            <a:chExt cx="335" cy="369"/>
          </a:xfrm>
        </p:grpSpPr>
        <p:sp>
          <p:nvSpPr>
            <p:cNvPr id="22692" name="Freeform 499"/>
            <p:cNvSpPr>
              <a:spLocks/>
            </p:cNvSpPr>
            <p:nvPr/>
          </p:nvSpPr>
          <p:spPr bwMode="auto">
            <a:xfrm rot="-9373407">
              <a:off x="2360" y="2189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93" name="Freeform 500"/>
            <p:cNvSpPr>
              <a:spLocks/>
            </p:cNvSpPr>
            <p:nvPr/>
          </p:nvSpPr>
          <p:spPr bwMode="auto">
            <a:xfrm rot="-9373407">
              <a:off x="2448" y="2295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94" name="Freeform 501"/>
            <p:cNvSpPr>
              <a:spLocks/>
            </p:cNvSpPr>
            <p:nvPr/>
          </p:nvSpPr>
          <p:spPr bwMode="auto">
            <a:xfrm rot="-9373407">
              <a:off x="2470" y="2210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95" name="Freeform 502"/>
            <p:cNvSpPr>
              <a:spLocks/>
            </p:cNvSpPr>
            <p:nvPr/>
          </p:nvSpPr>
          <p:spPr bwMode="auto">
            <a:xfrm rot="-9373407">
              <a:off x="2373" y="2318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96" name="Freeform 503"/>
            <p:cNvSpPr>
              <a:spLocks/>
            </p:cNvSpPr>
            <p:nvPr/>
          </p:nvSpPr>
          <p:spPr bwMode="auto">
            <a:xfrm rot="-9373407">
              <a:off x="2385" y="2077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84" name="Group 504"/>
          <p:cNvGrpSpPr>
            <a:grpSpLocks/>
          </p:cNvGrpSpPr>
          <p:nvPr>
            <p:custDataLst>
              <p:tags r:id="rId182"/>
            </p:custDataLst>
          </p:nvPr>
        </p:nvGrpSpPr>
        <p:grpSpPr bwMode="auto">
          <a:xfrm>
            <a:off x="3970338" y="4122738"/>
            <a:ext cx="533400" cy="584200"/>
            <a:chOff x="2501" y="2098"/>
            <a:chExt cx="336" cy="368"/>
          </a:xfrm>
        </p:grpSpPr>
        <p:sp>
          <p:nvSpPr>
            <p:cNvPr id="22687" name="Freeform 505"/>
            <p:cNvSpPr>
              <a:spLocks/>
            </p:cNvSpPr>
            <p:nvPr/>
          </p:nvSpPr>
          <p:spPr bwMode="auto">
            <a:xfrm rot="1426593">
              <a:off x="2629" y="2219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88" name="Freeform 506"/>
            <p:cNvSpPr>
              <a:spLocks/>
            </p:cNvSpPr>
            <p:nvPr/>
          </p:nvSpPr>
          <p:spPr bwMode="auto">
            <a:xfrm rot="1426593">
              <a:off x="2501" y="2127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89" name="Freeform 507"/>
            <p:cNvSpPr>
              <a:spLocks/>
            </p:cNvSpPr>
            <p:nvPr/>
          </p:nvSpPr>
          <p:spPr bwMode="auto">
            <a:xfrm rot="1426593">
              <a:off x="2591" y="2233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90" name="Freeform 508"/>
            <p:cNvSpPr>
              <a:spLocks/>
            </p:cNvSpPr>
            <p:nvPr/>
          </p:nvSpPr>
          <p:spPr bwMode="auto">
            <a:xfrm rot="1426593">
              <a:off x="2636" y="2098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91" name="Freeform 509"/>
            <p:cNvSpPr>
              <a:spLocks/>
            </p:cNvSpPr>
            <p:nvPr/>
          </p:nvSpPr>
          <p:spPr bwMode="auto">
            <a:xfrm rot="1426593">
              <a:off x="2638" y="2329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85" name="Group 510"/>
          <p:cNvGrpSpPr>
            <a:grpSpLocks/>
          </p:cNvGrpSpPr>
          <p:nvPr>
            <p:custDataLst>
              <p:tags r:id="rId183"/>
            </p:custDataLst>
          </p:nvPr>
        </p:nvGrpSpPr>
        <p:grpSpPr bwMode="auto">
          <a:xfrm>
            <a:off x="4430713" y="4117975"/>
            <a:ext cx="531812" cy="585788"/>
            <a:chOff x="2791" y="2095"/>
            <a:chExt cx="335" cy="369"/>
          </a:xfrm>
        </p:grpSpPr>
        <p:sp>
          <p:nvSpPr>
            <p:cNvPr id="22682" name="Freeform 511"/>
            <p:cNvSpPr>
              <a:spLocks/>
            </p:cNvSpPr>
            <p:nvPr/>
          </p:nvSpPr>
          <p:spPr bwMode="auto">
            <a:xfrm rot="-9373407">
              <a:off x="2791" y="2207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83" name="Freeform 512"/>
            <p:cNvSpPr>
              <a:spLocks/>
            </p:cNvSpPr>
            <p:nvPr/>
          </p:nvSpPr>
          <p:spPr bwMode="auto">
            <a:xfrm rot="-9373407">
              <a:off x="2879" y="2313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84" name="Freeform 513"/>
            <p:cNvSpPr>
              <a:spLocks/>
            </p:cNvSpPr>
            <p:nvPr/>
          </p:nvSpPr>
          <p:spPr bwMode="auto">
            <a:xfrm rot="-9373407">
              <a:off x="2901" y="2228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85" name="Freeform 514"/>
            <p:cNvSpPr>
              <a:spLocks/>
            </p:cNvSpPr>
            <p:nvPr/>
          </p:nvSpPr>
          <p:spPr bwMode="auto">
            <a:xfrm rot="-9373407">
              <a:off x="2804" y="2336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86" name="Freeform 515"/>
            <p:cNvSpPr>
              <a:spLocks/>
            </p:cNvSpPr>
            <p:nvPr/>
          </p:nvSpPr>
          <p:spPr bwMode="auto">
            <a:xfrm rot="-9373407">
              <a:off x="2816" y="2095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688" name="Oval 516"/>
          <p:cNvSpPr>
            <a:spLocks noChangeArrowheads="1"/>
          </p:cNvSpPr>
          <p:nvPr>
            <p:custDataLst>
              <p:tags r:id="rId184"/>
            </p:custDataLst>
          </p:nvPr>
        </p:nvSpPr>
        <p:spPr bwMode="auto">
          <a:xfrm rot="1426593">
            <a:off x="3319463" y="3849688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89" name="Oval 517"/>
          <p:cNvSpPr>
            <a:spLocks noChangeArrowheads="1"/>
          </p:cNvSpPr>
          <p:nvPr>
            <p:custDataLst>
              <p:tags r:id="rId185"/>
            </p:custDataLst>
          </p:nvPr>
        </p:nvSpPr>
        <p:spPr bwMode="auto">
          <a:xfrm rot="1426593">
            <a:off x="3463925" y="402590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90" name="Oval 518"/>
          <p:cNvSpPr>
            <a:spLocks noChangeArrowheads="1"/>
          </p:cNvSpPr>
          <p:nvPr>
            <p:custDataLst>
              <p:tags r:id="rId186"/>
            </p:custDataLst>
          </p:nvPr>
        </p:nvSpPr>
        <p:spPr bwMode="auto">
          <a:xfrm rot="1426593">
            <a:off x="3686175" y="4037013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91" name="Oval 519"/>
          <p:cNvSpPr>
            <a:spLocks noChangeArrowheads="1"/>
          </p:cNvSpPr>
          <p:nvPr>
            <p:custDataLst>
              <p:tags r:id="rId187"/>
            </p:custDataLst>
          </p:nvPr>
        </p:nvSpPr>
        <p:spPr bwMode="auto">
          <a:xfrm rot="1426593">
            <a:off x="3917950" y="4171950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92" name="Oval 520"/>
          <p:cNvSpPr>
            <a:spLocks noChangeArrowheads="1"/>
          </p:cNvSpPr>
          <p:nvPr>
            <p:custDataLst>
              <p:tags r:id="rId188"/>
            </p:custDataLst>
          </p:nvPr>
        </p:nvSpPr>
        <p:spPr bwMode="auto">
          <a:xfrm rot="1426593">
            <a:off x="3673475" y="417195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93" name="Oval 521"/>
          <p:cNvSpPr>
            <a:spLocks noChangeArrowheads="1"/>
          </p:cNvSpPr>
          <p:nvPr>
            <p:custDataLst>
              <p:tags r:id="rId189"/>
            </p:custDataLst>
          </p:nvPr>
        </p:nvSpPr>
        <p:spPr bwMode="auto">
          <a:xfrm rot="1426593">
            <a:off x="4757738" y="455295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94" name="Oval 522"/>
          <p:cNvSpPr>
            <a:spLocks noChangeArrowheads="1"/>
          </p:cNvSpPr>
          <p:nvPr>
            <p:custDataLst>
              <p:tags r:id="rId190"/>
            </p:custDataLst>
          </p:nvPr>
        </p:nvSpPr>
        <p:spPr bwMode="auto">
          <a:xfrm rot="1426593">
            <a:off x="4530725" y="4597400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95" name="Oval 523"/>
          <p:cNvSpPr>
            <a:spLocks noChangeArrowheads="1"/>
          </p:cNvSpPr>
          <p:nvPr>
            <p:custDataLst>
              <p:tags r:id="rId191"/>
            </p:custDataLst>
          </p:nvPr>
        </p:nvSpPr>
        <p:spPr bwMode="auto">
          <a:xfrm rot="1426593">
            <a:off x="4314825" y="454501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96" name="Oval 524"/>
          <p:cNvSpPr>
            <a:spLocks noChangeArrowheads="1"/>
          </p:cNvSpPr>
          <p:nvPr>
            <p:custDataLst>
              <p:tags r:id="rId192"/>
            </p:custDataLst>
          </p:nvPr>
        </p:nvSpPr>
        <p:spPr bwMode="auto">
          <a:xfrm rot="1426593">
            <a:off x="3455988" y="4205288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97" name="Oval 525"/>
          <p:cNvSpPr>
            <a:spLocks noChangeArrowheads="1"/>
          </p:cNvSpPr>
          <p:nvPr>
            <p:custDataLst>
              <p:tags r:id="rId193"/>
            </p:custDataLst>
          </p:nvPr>
        </p:nvSpPr>
        <p:spPr bwMode="auto">
          <a:xfrm rot="1426593">
            <a:off x="3646488" y="4343400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98" name="Oval 526"/>
          <p:cNvSpPr>
            <a:spLocks noChangeArrowheads="1"/>
          </p:cNvSpPr>
          <p:nvPr>
            <p:custDataLst>
              <p:tags r:id="rId194"/>
            </p:custDataLst>
          </p:nvPr>
        </p:nvSpPr>
        <p:spPr bwMode="auto">
          <a:xfrm rot="1426593">
            <a:off x="3865563" y="4389438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699" name="Oval 527"/>
          <p:cNvSpPr>
            <a:spLocks noChangeArrowheads="1"/>
          </p:cNvSpPr>
          <p:nvPr>
            <p:custDataLst>
              <p:tags r:id="rId195"/>
            </p:custDataLst>
          </p:nvPr>
        </p:nvSpPr>
        <p:spPr bwMode="auto">
          <a:xfrm rot="1426593">
            <a:off x="4075113" y="4519613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00" name="Oval 528"/>
          <p:cNvSpPr>
            <a:spLocks noChangeArrowheads="1"/>
          </p:cNvSpPr>
          <p:nvPr>
            <p:custDataLst>
              <p:tags r:id="rId196"/>
            </p:custDataLst>
          </p:nvPr>
        </p:nvSpPr>
        <p:spPr bwMode="auto">
          <a:xfrm rot="1426593">
            <a:off x="3848100" y="4535488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01" name="Oval 529"/>
          <p:cNvSpPr>
            <a:spLocks noChangeArrowheads="1"/>
          </p:cNvSpPr>
          <p:nvPr>
            <p:custDataLst>
              <p:tags r:id="rId197"/>
            </p:custDataLst>
          </p:nvPr>
        </p:nvSpPr>
        <p:spPr bwMode="auto">
          <a:xfrm rot="1426593">
            <a:off x="3611563" y="452120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02" name="Oval 530"/>
          <p:cNvSpPr>
            <a:spLocks noChangeArrowheads="1"/>
          </p:cNvSpPr>
          <p:nvPr>
            <p:custDataLst>
              <p:tags r:id="rId198"/>
            </p:custDataLst>
          </p:nvPr>
        </p:nvSpPr>
        <p:spPr bwMode="auto">
          <a:xfrm rot="1426593">
            <a:off x="4360863" y="42195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03" name="Oval 531"/>
          <p:cNvSpPr>
            <a:spLocks noChangeArrowheads="1"/>
          </p:cNvSpPr>
          <p:nvPr>
            <p:custDataLst>
              <p:tags r:id="rId199"/>
            </p:custDataLst>
          </p:nvPr>
        </p:nvSpPr>
        <p:spPr bwMode="auto">
          <a:xfrm rot="1426593">
            <a:off x="3276600" y="367665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04" name="Oval 532"/>
          <p:cNvSpPr>
            <a:spLocks noChangeArrowheads="1"/>
          </p:cNvSpPr>
          <p:nvPr>
            <p:custDataLst>
              <p:tags r:id="rId200"/>
            </p:custDataLst>
          </p:nvPr>
        </p:nvSpPr>
        <p:spPr bwMode="auto">
          <a:xfrm rot="1426593">
            <a:off x="3506788" y="3832225"/>
            <a:ext cx="46037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05" name="Oval 533"/>
          <p:cNvSpPr>
            <a:spLocks noChangeArrowheads="1"/>
          </p:cNvSpPr>
          <p:nvPr>
            <p:custDataLst>
              <p:tags r:id="rId201"/>
            </p:custDataLst>
          </p:nvPr>
        </p:nvSpPr>
        <p:spPr bwMode="auto">
          <a:xfrm rot="1426593">
            <a:off x="3857625" y="4027488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06" name="Oval 534"/>
          <p:cNvSpPr>
            <a:spLocks noChangeArrowheads="1"/>
          </p:cNvSpPr>
          <p:nvPr>
            <p:custDataLst>
              <p:tags r:id="rId202"/>
            </p:custDataLst>
          </p:nvPr>
        </p:nvSpPr>
        <p:spPr bwMode="auto">
          <a:xfrm rot="1426593">
            <a:off x="4359275" y="436086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07" name="Oval 535"/>
          <p:cNvSpPr>
            <a:spLocks noChangeArrowheads="1"/>
          </p:cNvSpPr>
          <p:nvPr>
            <p:custDataLst>
              <p:tags r:id="rId203"/>
            </p:custDataLst>
          </p:nvPr>
        </p:nvSpPr>
        <p:spPr bwMode="auto">
          <a:xfrm rot="1426593">
            <a:off x="4168775" y="4210050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08" name="Oval 536"/>
          <p:cNvSpPr>
            <a:spLocks noChangeArrowheads="1"/>
          </p:cNvSpPr>
          <p:nvPr>
            <p:custDataLst>
              <p:tags r:id="rId204"/>
            </p:custDataLst>
          </p:nvPr>
        </p:nvSpPr>
        <p:spPr bwMode="auto">
          <a:xfrm rot="1426593">
            <a:off x="4183063" y="4375150"/>
            <a:ext cx="49212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09" name="Oval 537"/>
          <p:cNvSpPr>
            <a:spLocks noChangeArrowheads="1"/>
          </p:cNvSpPr>
          <p:nvPr>
            <p:custDataLst>
              <p:tags r:id="rId205"/>
            </p:custDataLst>
          </p:nvPr>
        </p:nvSpPr>
        <p:spPr bwMode="auto">
          <a:xfrm rot="1426593">
            <a:off x="4032250" y="436562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10" name="Oval 538"/>
          <p:cNvSpPr>
            <a:spLocks noChangeArrowheads="1"/>
          </p:cNvSpPr>
          <p:nvPr>
            <p:custDataLst>
              <p:tags r:id="rId206"/>
            </p:custDataLst>
          </p:nvPr>
        </p:nvSpPr>
        <p:spPr bwMode="auto">
          <a:xfrm rot="1426593">
            <a:off x="3965575" y="372268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11" name="Oval 539"/>
          <p:cNvSpPr>
            <a:spLocks noChangeArrowheads="1"/>
          </p:cNvSpPr>
          <p:nvPr>
            <p:custDataLst>
              <p:tags r:id="rId207"/>
            </p:custDataLst>
          </p:nvPr>
        </p:nvSpPr>
        <p:spPr bwMode="auto">
          <a:xfrm rot="1426593">
            <a:off x="3724275" y="3684588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12" name="Oval 540"/>
          <p:cNvSpPr>
            <a:spLocks noChangeArrowheads="1"/>
          </p:cNvSpPr>
          <p:nvPr>
            <p:custDataLst>
              <p:tags r:id="rId208"/>
            </p:custDataLst>
          </p:nvPr>
        </p:nvSpPr>
        <p:spPr bwMode="auto">
          <a:xfrm rot="1426593">
            <a:off x="3503613" y="3675063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13" name="Oval 541"/>
          <p:cNvSpPr>
            <a:spLocks noChangeArrowheads="1"/>
          </p:cNvSpPr>
          <p:nvPr>
            <p:custDataLst>
              <p:tags r:id="rId209"/>
            </p:custDataLst>
          </p:nvPr>
        </p:nvSpPr>
        <p:spPr bwMode="auto">
          <a:xfrm rot="1426593">
            <a:off x="3692525" y="3859213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14" name="Oval 542"/>
          <p:cNvSpPr>
            <a:spLocks noChangeArrowheads="1"/>
          </p:cNvSpPr>
          <p:nvPr>
            <p:custDataLst>
              <p:tags r:id="rId210"/>
            </p:custDataLst>
          </p:nvPr>
        </p:nvSpPr>
        <p:spPr bwMode="auto">
          <a:xfrm rot="1426593">
            <a:off x="3860800" y="384492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15" name="Oval 543"/>
          <p:cNvSpPr>
            <a:spLocks noChangeArrowheads="1"/>
          </p:cNvSpPr>
          <p:nvPr>
            <p:custDataLst>
              <p:tags r:id="rId211"/>
            </p:custDataLst>
          </p:nvPr>
        </p:nvSpPr>
        <p:spPr bwMode="auto">
          <a:xfrm rot="1426593">
            <a:off x="4148138" y="4041775"/>
            <a:ext cx="46037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16" name="Oval 544"/>
          <p:cNvSpPr>
            <a:spLocks noChangeArrowheads="1"/>
          </p:cNvSpPr>
          <p:nvPr>
            <p:custDataLst>
              <p:tags r:id="rId212"/>
            </p:custDataLst>
          </p:nvPr>
        </p:nvSpPr>
        <p:spPr bwMode="auto">
          <a:xfrm rot="1426593">
            <a:off x="4710113" y="4379913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17" name="Oval 545"/>
          <p:cNvSpPr>
            <a:spLocks noChangeArrowheads="1"/>
          </p:cNvSpPr>
          <p:nvPr>
            <p:custDataLst>
              <p:tags r:id="rId213"/>
            </p:custDataLst>
          </p:nvPr>
        </p:nvSpPr>
        <p:spPr bwMode="auto">
          <a:xfrm rot="1426593">
            <a:off x="4557713" y="4410075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18" name="Oval 546"/>
          <p:cNvSpPr>
            <a:spLocks noChangeArrowheads="1"/>
          </p:cNvSpPr>
          <p:nvPr>
            <p:custDataLst>
              <p:tags r:id="rId214"/>
            </p:custDataLst>
          </p:nvPr>
        </p:nvSpPr>
        <p:spPr bwMode="auto">
          <a:xfrm rot="1426593">
            <a:off x="4525963" y="3890963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19" name="Oval 547"/>
          <p:cNvSpPr>
            <a:spLocks noChangeArrowheads="1"/>
          </p:cNvSpPr>
          <p:nvPr>
            <p:custDataLst>
              <p:tags r:id="rId215"/>
            </p:custDataLst>
          </p:nvPr>
        </p:nvSpPr>
        <p:spPr bwMode="auto">
          <a:xfrm rot="1426593">
            <a:off x="4386263" y="3709988"/>
            <a:ext cx="49212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20" name="Oval 548"/>
          <p:cNvSpPr>
            <a:spLocks noChangeArrowheads="1"/>
          </p:cNvSpPr>
          <p:nvPr>
            <p:custDataLst>
              <p:tags r:id="rId216"/>
            </p:custDataLst>
          </p:nvPr>
        </p:nvSpPr>
        <p:spPr bwMode="auto">
          <a:xfrm rot="1426593">
            <a:off x="4189413" y="3695700"/>
            <a:ext cx="49212" cy="539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21" name="Oval 549"/>
          <p:cNvSpPr>
            <a:spLocks noChangeArrowheads="1"/>
          </p:cNvSpPr>
          <p:nvPr>
            <p:custDataLst>
              <p:tags r:id="rId217"/>
            </p:custDataLst>
          </p:nvPr>
        </p:nvSpPr>
        <p:spPr bwMode="auto">
          <a:xfrm rot="1426593">
            <a:off x="4378325" y="3905250"/>
            <a:ext cx="49213" cy="5238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22" name="Oval 550"/>
          <p:cNvSpPr>
            <a:spLocks noChangeArrowheads="1"/>
          </p:cNvSpPr>
          <p:nvPr>
            <p:custDataLst>
              <p:tags r:id="rId218"/>
            </p:custDataLst>
          </p:nvPr>
        </p:nvSpPr>
        <p:spPr bwMode="auto">
          <a:xfrm rot="1426593">
            <a:off x="4000500" y="3894138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23" name="Oval 551"/>
          <p:cNvSpPr>
            <a:spLocks noChangeArrowheads="1"/>
          </p:cNvSpPr>
          <p:nvPr>
            <p:custDataLst>
              <p:tags r:id="rId219"/>
            </p:custDataLst>
          </p:nvPr>
        </p:nvSpPr>
        <p:spPr bwMode="auto">
          <a:xfrm rot="1426593">
            <a:off x="4162425" y="3854450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24" name="Oval 552"/>
          <p:cNvSpPr>
            <a:spLocks noChangeArrowheads="1"/>
          </p:cNvSpPr>
          <p:nvPr>
            <p:custDataLst>
              <p:tags r:id="rId220"/>
            </p:custDataLst>
          </p:nvPr>
        </p:nvSpPr>
        <p:spPr bwMode="auto">
          <a:xfrm rot="1426593">
            <a:off x="4356100" y="4054475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25" name="Oval 553"/>
          <p:cNvSpPr>
            <a:spLocks noChangeArrowheads="1"/>
          </p:cNvSpPr>
          <p:nvPr>
            <p:custDataLst>
              <p:tags r:id="rId221"/>
            </p:custDataLst>
          </p:nvPr>
        </p:nvSpPr>
        <p:spPr bwMode="auto">
          <a:xfrm rot="1426593">
            <a:off x="4548188" y="4205288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26" name="Oval 554"/>
          <p:cNvSpPr>
            <a:spLocks noChangeArrowheads="1"/>
          </p:cNvSpPr>
          <p:nvPr>
            <p:custDataLst>
              <p:tags r:id="rId222"/>
            </p:custDataLst>
          </p:nvPr>
        </p:nvSpPr>
        <p:spPr bwMode="auto">
          <a:xfrm rot="1426593">
            <a:off x="4549775" y="4035425"/>
            <a:ext cx="49213" cy="4762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27" name="Freeform 555"/>
          <p:cNvSpPr>
            <a:spLocks/>
          </p:cNvSpPr>
          <p:nvPr>
            <p:custDataLst>
              <p:tags r:id="rId223"/>
            </p:custDataLst>
          </p:nvPr>
        </p:nvSpPr>
        <p:spPr bwMode="auto">
          <a:xfrm rot="1426593">
            <a:off x="4357688" y="2787650"/>
            <a:ext cx="330200" cy="214313"/>
          </a:xfrm>
          <a:custGeom>
            <a:avLst/>
            <a:gdLst>
              <a:gd name="T0" fmla="*/ 2147483647 w 101"/>
              <a:gd name="T1" fmla="*/ 2147483647 h 66"/>
              <a:gd name="T2" fmla="*/ 2147483647 w 101"/>
              <a:gd name="T3" fmla="*/ 2147483647 h 66"/>
              <a:gd name="T4" fmla="*/ 2147483647 w 101"/>
              <a:gd name="T5" fmla="*/ 2147483647 h 66"/>
              <a:gd name="T6" fmla="*/ 2147483647 w 101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101"/>
              <a:gd name="T13" fmla="*/ 0 h 66"/>
              <a:gd name="T14" fmla="*/ 101 w 101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" h="66">
                <a:moveTo>
                  <a:pt x="60" y="39"/>
                </a:moveTo>
                <a:cubicBezTo>
                  <a:pt x="101" y="53"/>
                  <a:pt x="99" y="14"/>
                  <a:pt x="66" y="3"/>
                </a:cubicBezTo>
                <a:cubicBezTo>
                  <a:pt x="52" y="5"/>
                  <a:pt x="35" y="0"/>
                  <a:pt x="24" y="9"/>
                </a:cubicBezTo>
                <a:cubicBezTo>
                  <a:pt x="0" y="29"/>
                  <a:pt x="87" y="66"/>
                  <a:pt x="60" y="39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728" name="Freeform 556"/>
          <p:cNvSpPr>
            <a:spLocks/>
          </p:cNvSpPr>
          <p:nvPr>
            <p:custDataLst>
              <p:tags r:id="rId224"/>
            </p:custDataLst>
          </p:nvPr>
        </p:nvSpPr>
        <p:spPr bwMode="auto">
          <a:xfrm rot="1426593">
            <a:off x="4297363" y="2811463"/>
            <a:ext cx="214312" cy="158750"/>
          </a:xfrm>
          <a:custGeom>
            <a:avLst/>
            <a:gdLst>
              <a:gd name="T0" fmla="*/ 0 w 66"/>
              <a:gd name="T1" fmla="*/ 2147483647 h 50"/>
              <a:gd name="T2" fmla="*/ 2147483647 w 66"/>
              <a:gd name="T3" fmla="*/ 2147483647 h 50"/>
              <a:gd name="T4" fmla="*/ 2147483647 w 66"/>
              <a:gd name="T5" fmla="*/ 2147483647 h 50"/>
              <a:gd name="T6" fmla="*/ 2147483647 w 66"/>
              <a:gd name="T7" fmla="*/ 2147483647 h 50"/>
              <a:gd name="T8" fmla="*/ 0 w 66"/>
              <a:gd name="T9" fmla="*/ 2147483647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0"/>
              <a:gd name="T17" fmla="*/ 66 w 66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0">
                <a:moveTo>
                  <a:pt x="0" y="30"/>
                </a:moveTo>
                <a:cubicBezTo>
                  <a:pt x="21" y="44"/>
                  <a:pt x="29" y="50"/>
                  <a:pt x="54" y="42"/>
                </a:cubicBezTo>
                <a:cubicBezTo>
                  <a:pt x="64" y="12"/>
                  <a:pt x="66" y="26"/>
                  <a:pt x="24" y="12"/>
                </a:cubicBezTo>
                <a:cubicBezTo>
                  <a:pt x="18" y="10"/>
                  <a:pt x="8" y="0"/>
                  <a:pt x="6" y="6"/>
                </a:cubicBezTo>
                <a:cubicBezTo>
                  <a:pt x="4" y="14"/>
                  <a:pt x="2" y="22"/>
                  <a:pt x="0" y="30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729" name="Freeform 557"/>
          <p:cNvSpPr>
            <a:spLocks/>
          </p:cNvSpPr>
          <p:nvPr>
            <p:custDataLst>
              <p:tags r:id="rId225"/>
            </p:custDataLst>
          </p:nvPr>
        </p:nvSpPr>
        <p:spPr bwMode="auto">
          <a:xfrm rot="1426593">
            <a:off x="4371975" y="2962275"/>
            <a:ext cx="276225" cy="217488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730" name="Freeform 558"/>
          <p:cNvSpPr>
            <a:spLocks/>
          </p:cNvSpPr>
          <p:nvPr>
            <p:custDataLst>
              <p:tags r:id="rId226"/>
            </p:custDataLst>
          </p:nvPr>
        </p:nvSpPr>
        <p:spPr bwMode="auto">
          <a:xfrm rot="-9373407">
            <a:off x="4614863" y="2768600"/>
            <a:ext cx="330200" cy="215900"/>
          </a:xfrm>
          <a:custGeom>
            <a:avLst/>
            <a:gdLst>
              <a:gd name="T0" fmla="*/ 2147483647 w 101"/>
              <a:gd name="T1" fmla="*/ 2147483647 h 66"/>
              <a:gd name="T2" fmla="*/ 2147483647 w 101"/>
              <a:gd name="T3" fmla="*/ 2147483647 h 66"/>
              <a:gd name="T4" fmla="*/ 2147483647 w 101"/>
              <a:gd name="T5" fmla="*/ 2147483647 h 66"/>
              <a:gd name="T6" fmla="*/ 2147483647 w 101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101"/>
              <a:gd name="T13" fmla="*/ 0 h 66"/>
              <a:gd name="T14" fmla="*/ 101 w 101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" h="66">
                <a:moveTo>
                  <a:pt x="60" y="39"/>
                </a:moveTo>
                <a:cubicBezTo>
                  <a:pt x="101" y="53"/>
                  <a:pt x="99" y="14"/>
                  <a:pt x="66" y="3"/>
                </a:cubicBezTo>
                <a:cubicBezTo>
                  <a:pt x="52" y="5"/>
                  <a:pt x="35" y="0"/>
                  <a:pt x="24" y="9"/>
                </a:cubicBezTo>
                <a:cubicBezTo>
                  <a:pt x="0" y="29"/>
                  <a:pt x="87" y="66"/>
                  <a:pt x="60" y="39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731" name="Freeform 559"/>
          <p:cNvSpPr>
            <a:spLocks/>
          </p:cNvSpPr>
          <p:nvPr>
            <p:custDataLst>
              <p:tags r:id="rId227"/>
            </p:custDataLst>
          </p:nvPr>
        </p:nvSpPr>
        <p:spPr bwMode="auto">
          <a:xfrm rot="-9373407">
            <a:off x="4754563" y="2936875"/>
            <a:ext cx="392112" cy="193675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732" name="Freeform 560"/>
          <p:cNvSpPr>
            <a:spLocks/>
          </p:cNvSpPr>
          <p:nvPr>
            <p:custDataLst>
              <p:tags r:id="rId228"/>
            </p:custDataLst>
          </p:nvPr>
        </p:nvSpPr>
        <p:spPr bwMode="auto">
          <a:xfrm rot="-9373407">
            <a:off x="4789488" y="2801938"/>
            <a:ext cx="214312" cy="160337"/>
          </a:xfrm>
          <a:custGeom>
            <a:avLst/>
            <a:gdLst>
              <a:gd name="T0" fmla="*/ 0 w 66"/>
              <a:gd name="T1" fmla="*/ 2147483647 h 50"/>
              <a:gd name="T2" fmla="*/ 2147483647 w 66"/>
              <a:gd name="T3" fmla="*/ 2147483647 h 50"/>
              <a:gd name="T4" fmla="*/ 2147483647 w 66"/>
              <a:gd name="T5" fmla="*/ 2147483647 h 50"/>
              <a:gd name="T6" fmla="*/ 2147483647 w 66"/>
              <a:gd name="T7" fmla="*/ 2147483647 h 50"/>
              <a:gd name="T8" fmla="*/ 0 w 66"/>
              <a:gd name="T9" fmla="*/ 2147483647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0"/>
              <a:gd name="T17" fmla="*/ 66 w 66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0">
                <a:moveTo>
                  <a:pt x="0" y="30"/>
                </a:moveTo>
                <a:cubicBezTo>
                  <a:pt x="21" y="44"/>
                  <a:pt x="29" y="50"/>
                  <a:pt x="54" y="42"/>
                </a:cubicBezTo>
                <a:cubicBezTo>
                  <a:pt x="64" y="12"/>
                  <a:pt x="66" y="26"/>
                  <a:pt x="24" y="12"/>
                </a:cubicBezTo>
                <a:cubicBezTo>
                  <a:pt x="18" y="10"/>
                  <a:pt x="8" y="0"/>
                  <a:pt x="6" y="6"/>
                </a:cubicBezTo>
                <a:cubicBezTo>
                  <a:pt x="4" y="14"/>
                  <a:pt x="2" y="22"/>
                  <a:pt x="0" y="30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733" name="Freeform 561"/>
          <p:cNvSpPr>
            <a:spLocks/>
          </p:cNvSpPr>
          <p:nvPr>
            <p:custDataLst>
              <p:tags r:id="rId229"/>
            </p:custDataLst>
          </p:nvPr>
        </p:nvSpPr>
        <p:spPr bwMode="auto">
          <a:xfrm rot="-9373407">
            <a:off x="4635500" y="2973388"/>
            <a:ext cx="298450" cy="203200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734" name="Freeform 562"/>
          <p:cNvSpPr>
            <a:spLocks/>
          </p:cNvSpPr>
          <p:nvPr>
            <p:custDataLst>
              <p:tags r:id="rId230"/>
            </p:custDataLst>
          </p:nvPr>
        </p:nvSpPr>
        <p:spPr bwMode="auto">
          <a:xfrm rot="1426593">
            <a:off x="5041900" y="2816225"/>
            <a:ext cx="330200" cy="214313"/>
          </a:xfrm>
          <a:custGeom>
            <a:avLst/>
            <a:gdLst>
              <a:gd name="T0" fmla="*/ 2147483647 w 101"/>
              <a:gd name="T1" fmla="*/ 2147483647 h 66"/>
              <a:gd name="T2" fmla="*/ 2147483647 w 101"/>
              <a:gd name="T3" fmla="*/ 2147483647 h 66"/>
              <a:gd name="T4" fmla="*/ 2147483647 w 101"/>
              <a:gd name="T5" fmla="*/ 2147483647 h 66"/>
              <a:gd name="T6" fmla="*/ 2147483647 w 101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101"/>
              <a:gd name="T13" fmla="*/ 0 h 66"/>
              <a:gd name="T14" fmla="*/ 101 w 101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" h="66">
                <a:moveTo>
                  <a:pt x="60" y="39"/>
                </a:moveTo>
                <a:cubicBezTo>
                  <a:pt x="101" y="53"/>
                  <a:pt x="99" y="14"/>
                  <a:pt x="66" y="3"/>
                </a:cubicBezTo>
                <a:cubicBezTo>
                  <a:pt x="52" y="5"/>
                  <a:pt x="35" y="0"/>
                  <a:pt x="24" y="9"/>
                </a:cubicBezTo>
                <a:cubicBezTo>
                  <a:pt x="0" y="29"/>
                  <a:pt x="87" y="66"/>
                  <a:pt x="60" y="39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735" name="Freeform 563"/>
          <p:cNvSpPr>
            <a:spLocks/>
          </p:cNvSpPr>
          <p:nvPr>
            <p:custDataLst>
              <p:tags r:id="rId231"/>
            </p:custDataLst>
          </p:nvPr>
        </p:nvSpPr>
        <p:spPr bwMode="auto">
          <a:xfrm rot="1426593">
            <a:off x="4981575" y="2840038"/>
            <a:ext cx="214313" cy="158750"/>
          </a:xfrm>
          <a:custGeom>
            <a:avLst/>
            <a:gdLst>
              <a:gd name="T0" fmla="*/ 0 w 66"/>
              <a:gd name="T1" fmla="*/ 2147483647 h 50"/>
              <a:gd name="T2" fmla="*/ 2147483647 w 66"/>
              <a:gd name="T3" fmla="*/ 2147483647 h 50"/>
              <a:gd name="T4" fmla="*/ 2147483647 w 66"/>
              <a:gd name="T5" fmla="*/ 2147483647 h 50"/>
              <a:gd name="T6" fmla="*/ 2147483647 w 66"/>
              <a:gd name="T7" fmla="*/ 2147483647 h 50"/>
              <a:gd name="T8" fmla="*/ 0 w 66"/>
              <a:gd name="T9" fmla="*/ 2147483647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0"/>
              <a:gd name="T17" fmla="*/ 66 w 66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0">
                <a:moveTo>
                  <a:pt x="0" y="30"/>
                </a:moveTo>
                <a:cubicBezTo>
                  <a:pt x="21" y="44"/>
                  <a:pt x="29" y="50"/>
                  <a:pt x="54" y="42"/>
                </a:cubicBezTo>
                <a:cubicBezTo>
                  <a:pt x="64" y="12"/>
                  <a:pt x="66" y="26"/>
                  <a:pt x="24" y="12"/>
                </a:cubicBezTo>
                <a:cubicBezTo>
                  <a:pt x="18" y="10"/>
                  <a:pt x="8" y="0"/>
                  <a:pt x="6" y="6"/>
                </a:cubicBezTo>
                <a:cubicBezTo>
                  <a:pt x="4" y="14"/>
                  <a:pt x="2" y="22"/>
                  <a:pt x="0" y="30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736" name="Freeform 564"/>
          <p:cNvSpPr>
            <a:spLocks/>
          </p:cNvSpPr>
          <p:nvPr>
            <p:custDataLst>
              <p:tags r:id="rId232"/>
            </p:custDataLst>
          </p:nvPr>
        </p:nvSpPr>
        <p:spPr bwMode="auto">
          <a:xfrm rot="1426593">
            <a:off x="5056188" y="2990850"/>
            <a:ext cx="276225" cy="217488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4286" name="Group 565"/>
          <p:cNvGrpSpPr>
            <a:grpSpLocks/>
          </p:cNvGrpSpPr>
          <p:nvPr>
            <p:custDataLst>
              <p:tags r:id="rId233"/>
            </p:custDataLst>
          </p:nvPr>
        </p:nvGrpSpPr>
        <p:grpSpPr bwMode="auto">
          <a:xfrm>
            <a:off x="5299075" y="2659063"/>
            <a:ext cx="531813" cy="546100"/>
            <a:chOff x="3338" y="1176"/>
            <a:chExt cx="335" cy="344"/>
          </a:xfrm>
        </p:grpSpPr>
        <p:sp>
          <p:nvSpPr>
            <p:cNvPr id="22677" name="Freeform 566"/>
            <p:cNvSpPr>
              <a:spLocks/>
            </p:cNvSpPr>
            <p:nvPr/>
          </p:nvSpPr>
          <p:spPr bwMode="auto">
            <a:xfrm rot="-9373407">
              <a:off x="3338" y="1263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78" name="Freeform 567"/>
            <p:cNvSpPr>
              <a:spLocks/>
            </p:cNvSpPr>
            <p:nvPr/>
          </p:nvSpPr>
          <p:spPr bwMode="auto">
            <a:xfrm rot="-9373407">
              <a:off x="3426" y="1369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79" name="Freeform 568"/>
            <p:cNvSpPr>
              <a:spLocks/>
            </p:cNvSpPr>
            <p:nvPr/>
          </p:nvSpPr>
          <p:spPr bwMode="auto">
            <a:xfrm rot="-9373407">
              <a:off x="3448" y="1284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80" name="Freeform 569"/>
            <p:cNvSpPr>
              <a:spLocks/>
            </p:cNvSpPr>
            <p:nvPr/>
          </p:nvSpPr>
          <p:spPr bwMode="auto">
            <a:xfrm rot="-9373407">
              <a:off x="3351" y="1392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81" name="Freeform 570"/>
            <p:cNvSpPr>
              <a:spLocks/>
            </p:cNvSpPr>
            <p:nvPr/>
          </p:nvSpPr>
          <p:spPr bwMode="auto">
            <a:xfrm rot="-9373407">
              <a:off x="3363" y="1176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87" name="Group 571"/>
          <p:cNvGrpSpPr>
            <a:grpSpLocks/>
          </p:cNvGrpSpPr>
          <p:nvPr>
            <p:custDataLst>
              <p:tags r:id="rId234"/>
            </p:custDataLst>
          </p:nvPr>
        </p:nvGrpSpPr>
        <p:grpSpPr bwMode="auto">
          <a:xfrm>
            <a:off x="4332288" y="3095625"/>
            <a:ext cx="1676400" cy="615950"/>
            <a:chOff x="2729" y="1451"/>
            <a:chExt cx="1056" cy="388"/>
          </a:xfrm>
        </p:grpSpPr>
        <p:grpSp>
          <p:nvGrpSpPr>
            <p:cNvPr id="22545" name="Group 572"/>
            <p:cNvGrpSpPr>
              <a:grpSpLocks/>
            </p:cNvGrpSpPr>
            <p:nvPr/>
          </p:nvGrpSpPr>
          <p:grpSpPr bwMode="auto">
            <a:xfrm>
              <a:off x="2729" y="1454"/>
              <a:ext cx="336" cy="367"/>
              <a:chOff x="2729" y="1454"/>
              <a:chExt cx="336" cy="367"/>
            </a:xfrm>
          </p:grpSpPr>
          <p:sp>
            <p:nvSpPr>
              <p:cNvPr id="22672" name="Freeform 573"/>
              <p:cNvSpPr>
                <a:spLocks/>
              </p:cNvSpPr>
              <p:nvPr/>
            </p:nvSpPr>
            <p:spPr bwMode="auto">
              <a:xfrm rot="1426593">
                <a:off x="2857" y="1574"/>
                <a:ext cx="208" cy="135"/>
              </a:xfrm>
              <a:custGeom>
                <a:avLst/>
                <a:gdLst>
                  <a:gd name="T0" fmla="*/ 2226 w 101"/>
                  <a:gd name="T1" fmla="*/ 1401 h 66"/>
                  <a:gd name="T2" fmla="*/ 2447 w 101"/>
                  <a:gd name="T3" fmla="*/ 104 h 66"/>
                  <a:gd name="T4" fmla="*/ 881 w 101"/>
                  <a:gd name="T5" fmla="*/ 317 h 66"/>
                  <a:gd name="T6" fmla="*/ 2226 w 101"/>
                  <a:gd name="T7" fmla="*/ 1401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73" name="Freeform 574"/>
              <p:cNvSpPr>
                <a:spLocks/>
              </p:cNvSpPr>
              <p:nvPr/>
            </p:nvSpPr>
            <p:spPr bwMode="auto">
              <a:xfrm rot="1426593">
                <a:off x="2729" y="1483"/>
                <a:ext cx="247" cy="122"/>
              </a:xfrm>
              <a:custGeom>
                <a:avLst/>
                <a:gdLst>
                  <a:gd name="T0" fmla="*/ 2102 w 120"/>
                  <a:gd name="T1" fmla="*/ 1456 h 60"/>
                  <a:gd name="T2" fmla="*/ 3427 w 120"/>
                  <a:gd name="T3" fmla="*/ 1244 h 60"/>
                  <a:gd name="T4" fmla="*/ 2338 w 120"/>
                  <a:gd name="T5" fmla="*/ 0 h 60"/>
                  <a:gd name="T6" fmla="*/ 1665 w 120"/>
                  <a:gd name="T7" fmla="*/ 2084 h 60"/>
                  <a:gd name="T8" fmla="*/ 210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74" name="Freeform 575"/>
              <p:cNvSpPr>
                <a:spLocks/>
              </p:cNvSpPr>
              <p:nvPr/>
            </p:nvSpPr>
            <p:spPr bwMode="auto">
              <a:xfrm rot="1426593">
                <a:off x="2819" y="1589"/>
                <a:ext cx="135" cy="100"/>
              </a:xfrm>
              <a:custGeom>
                <a:avLst/>
                <a:gdLst>
                  <a:gd name="T0" fmla="*/ 0 w 66"/>
                  <a:gd name="T1" fmla="*/ 960 h 50"/>
                  <a:gd name="T2" fmla="*/ 1925 w 66"/>
                  <a:gd name="T3" fmla="*/ 1344 h 50"/>
                  <a:gd name="T4" fmla="*/ 857 w 66"/>
                  <a:gd name="T5" fmla="*/ 384 h 50"/>
                  <a:gd name="T6" fmla="*/ 213 w 66"/>
                  <a:gd name="T7" fmla="*/ 192 h 50"/>
                  <a:gd name="T8" fmla="*/ 0 w 66"/>
                  <a:gd name="T9" fmla="*/ 96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75" name="Freeform 576"/>
              <p:cNvSpPr>
                <a:spLocks/>
              </p:cNvSpPr>
              <p:nvPr/>
            </p:nvSpPr>
            <p:spPr bwMode="auto">
              <a:xfrm rot="1426593">
                <a:off x="2864" y="1454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76" name="Freeform 577"/>
              <p:cNvSpPr>
                <a:spLocks/>
              </p:cNvSpPr>
              <p:nvPr/>
            </p:nvSpPr>
            <p:spPr bwMode="auto">
              <a:xfrm rot="1426593">
                <a:off x="2866" y="1684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2546" name="Group 578"/>
            <p:cNvGrpSpPr>
              <a:grpSpLocks/>
            </p:cNvGrpSpPr>
            <p:nvPr/>
          </p:nvGrpSpPr>
          <p:grpSpPr bwMode="auto">
            <a:xfrm>
              <a:off x="3019" y="1451"/>
              <a:ext cx="335" cy="368"/>
              <a:chOff x="3019" y="1451"/>
              <a:chExt cx="335" cy="368"/>
            </a:xfrm>
          </p:grpSpPr>
          <p:sp>
            <p:nvSpPr>
              <p:cNvPr id="22667" name="Freeform 579"/>
              <p:cNvSpPr>
                <a:spLocks/>
              </p:cNvSpPr>
              <p:nvPr/>
            </p:nvSpPr>
            <p:spPr bwMode="auto">
              <a:xfrm rot="-9373407">
                <a:off x="3019" y="1563"/>
                <a:ext cx="208" cy="135"/>
              </a:xfrm>
              <a:custGeom>
                <a:avLst/>
                <a:gdLst>
                  <a:gd name="T0" fmla="*/ 2226 w 101"/>
                  <a:gd name="T1" fmla="*/ 1401 h 66"/>
                  <a:gd name="T2" fmla="*/ 2447 w 101"/>
                  <a:gd name="T3" fmla="*/ 104 h 66"/>
                  <a:gd name="T4" fmla="*/ 881 w 101"/>
                  <a:gd name="T5" fmla="*/ 317 h 66"/>
                  <a:gd name="T6" fmla="*/ 2226 w 101"/>
                  <a:gd name="T7" fmla="*/ 1401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68" name="Freeform 580"/>
              <p:cNvSpPr>
                <a:spLocks/>
              </p:cNvSpPr>
              <p:nvPr/>
            </p:nvSpPr>
            <p:spPr bwMode="auto">
              <a:xfrm rot="-9373407">
                <a:off x="3107" y="1668"/>
                <a:ext cx="247" cy="122"/>
              </a:xfrm>
              <a:custGeom>
                <a:avLst/>
                <a:gdLst>
                  <a:gd name="T0" fmla="*/ 2102 w 120"/>
                  <a:gd name="T1" fmla="*/ 1456 h 60"/>
                  <a:gd name="T2" fmla="*/ 3427 w 120"/>
                  <a:gd name="T3" fmla="*/ 1244 h 60"/>
                  <a:gd name="T4" fmla="*/ 2338 w 120"/>
                  <a:gd name="T5" fmla="*/ 0 h 60"/>
                  <a:gd name="T6" fmla="*/ 1665 w 120"/>
                  <a:gd name="T7" fmla="*/ 2084 h 60"/>
                  <a:gd name="T8" fmla="*/ 210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69" name="Freeform 581"/>
              <p:cNvSpPr>
                <a:spLocks/>
              </p:cNvSpPr>
              <p:nvPr/>
            </p:nvSpPr>
            <p:spPr bwMode="auto">
              <a:xfrm rot="-9373407">
                <a:off x="3129" y="1584"/>
                <a:ext cx="135" cy="100"/>
              </a:xfrm>
              <a:custGeom>
                <a:avLst/>
                <a:gdLst>
                  <a:gd name="T0" fmla="*/ 0 w 66"/>
                  <a:gd name="T1" fmla="*/ 960 h 50"/>
                  <a:gd name="T2" fmla="*/ 1925 w 66"/>
                  <a:gd name="T3" fmla="*/ 1344 h 50"/>
                  <a:gd name="T4" fmla="*/ 857 w 66"/>
                  <a:gd name="T5" fmla="*/ 384 h 50"/>
                  <a:gd name="T6" fmla="*/ 213 w 66"/>
                  <a:gd name="T7" fmla="*/ 192 h 50"/>
                  <a:gd name="T8" fmla="*/ 0 w 66"/>
                  <a:gd name="T9" fmla="*/ 96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70" name="Freeform 582"/>
              <p:cNvSpPr>
                <a:spLocks/>
              </p:cNvSpPr>
              <p:nvPr/>
            </p:nvSpPr>
            <p:spPr bwMode="auto">
              <a:xfrm rot="-9373407">
                <a:off x="3032" y="1691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71" name="Freeform 583"/>
              <p:cNvSpPr>
                <a:spLocks/>
              </p:cNvSpPr>
              <p:nvPr/>
            </p:nvSpPr>
            <p:spPr bwMode="auto">
              <a:xfrm rot="-9373407">
                <a:off x="3044" y="1451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2547" name="Group 584"/>
            <p:cNvGrpSpPr>
              <a:grpSpLocks/>
            </p:cNvGrpSpPr>
            <p:nvPr/>
          </p:nvGrpSpPr>
          <p:grpSpPr bwMode="auto">
            <a:xfrm>
              <a:off x="3160" y="1472"/>
              <a:ext cx="336" cy="367"/>
              <a:chOff x="3160" y="1472"/>
              <a:chExt cx="336" cy="367"/>
            </a:xfrm>
          </p:grpSpPr>
          <p:sp>
            <p:nvSpPr>
              <p:cNvPr id="22662" name="Freeform 585"/>
              <p:cNvSpPr>
                <a:spLocks/>
              </p:cNvSpPr>
              <p:nvPr/>
            </p:nvSpPr>
            <p:spPr bwMode="auto">
              <a:xfrm rot="1426593">
                <a:off x="3288" y="1592"/>
                <a:ext cx="208" cy="135"/>
              </a:xfrm>
              <a:custGeom>
                <a:avLst/>
                <a:gdLst>
                  <a:gd name="T0" fmla="*/ 2226 w 101"/>
                  <a:gd name="T1" fmla="*/ 1401 h 66"/>
                  <a:gd name="T2" fmla="*/ 2447 w 101"/>
                  <a:gd name="T3" fmla="*/ 104 h 66"/>
                  <a:gd name="T4" fmla="*/ 881 w 101"/>
                  <a:gd name="T5" fmla="*/ 317 h 66"/>
                  <a:gd name="T6" fmla="*/ 2226 w 101"/>
                  <a:gd name="T7" fmla="*/ 1401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63" name="Freeform 586"/>
              <p:cNvSpPr>
                <a:spLocks/>
              </p:cNvSpPr>
              <p:nvPr/>
            </p:nvSpPr>
            <p:spPr bwMode="auto">
              <a:xfrm rot="1426593">
                <a:off x="3160" y="1501"/>
                <a:ext cx="247" cy="122"/>
              </a:xfrm>
              <a:custGeom>
                <a:avLst/>
                <a:gdLst>
                  <a:gd name="T0" fmla="*/ 2102 w 120"/>
                  <a:gd name="T1" fmla="*/ 1456 h 60"/>
                  <a:gd name="T2" fmla="*/ 3427 w 120"/>
                  <a:gd name="T3" fmla="*/ 1244 h 60"/>
                  <a:gd name="T4" fmla="*/ 2338 w 120"/>
                  <a:gd name="T5" fmla="*/ 0 h 60"/>
                  <a:gd name="T6" fmla="*/ 1665 w 120"/>
                  <a:gd name="T7" fmla="*/ 2084 h 60"/>
                  <a:gd name="T8" fmla="*/ 210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64" name="Freeform 587"/>
              <p:cNvSpPr>
                <a:spLocks/>
              </p:cNvSpPr>
              <p:nvPr/>
            </p:nvSpPr>
            <p:spPr bwMode="auto">
              <a:xfrm rot="1426593">
                <a:off x="3250" y="1607"/>
                <a:ext cx="135" cy="100"/>
              </a:xfrm>
              <a:custGeom>
                <a:avLst/>
                <a:gdLst>
                  <a:gd name="T0" fmla="*/ 0 w 66"/>
                  <a:gd name="T1" fmla="*/ 960 h 50"/>
                  <a:gd name="T2" fmla="*/ 1925 w 66"/>
                  <a:gd name="T3" fmla="*/ 1344 h 50"/>
                  <a:gd name="T4" fmla="*/ 857 w 66"/>
                  <a:gd name="T5" fmla="*/ 384 h 50"/>
                  <a:gd name="T6" fmla="*/ 213 w 66"/>
                  <a:gd name="T7" fmla="*/ 192 h 50"/>
                  <a:gd name="T8" fmla="*/ 0 w 66"/>
                  <a:gd name="T9" fmla="*/ 96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65" name="Freeform 588"/>
              <p:cNvSpPr>
                <a:spLocks/>
              </p:cNvSpPr>
              <p:nvPr/>
            </p:nvSpPr>
            <p:spPr bwMode="auto">
              <a:xfrm rot="1426593">
                <a:off x="3295" y="1472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66" name="Freeform 589"/>
              <p:cNvSpPr>
                <a:spLocks/>
              </p:cNvSpPr>
              <p:nvPr/>
            </p:nvSpPr>
            <p:spPr bwMode="auto">
              <a:xfrm rot="1426593">
                <a:off x="3297" y="1702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2548" name="Group 590"/>
            <p:cNvGrpSpPr>
              <a:grpSpLocks/>
            </p:cNvGrpSpPr>
            <p:nvPr/>
          </p:nvGrpSpPr>
          <p:grpSpPr bwMode="auto">
            <a:xfrm>
              <a:off x="3450" y="1469"/>
              <a:ext cx="335" cy="368"/>
              <a:chOff x="3450" y="1469"/>
              <a:chExt cx="335" cy="368"/>
            </a:xfrm>
          </p:grpSpPr>
          <p:sp>
            <p:nvSpPr>
              <p:cNvPr id="22657" name="Freeform 591"/>
              <p:cNvSpPr>
                <a:spLocks/>
              </p:cNvSpPr>
              <p:nvPr/>
            </p:nvSpPr>
            <p:spPr bwMode="auto">
              <a:xfrm rot="-9373407">
                <a:off x="3450" y="1581"/>
                <a:ext cx="208" cy="135"/>
              </a:xfrm>
              <a:custGeom>
                <a:avLst/>
                <a:gdLst>
                  <a:gd name="T0" fmla="*/ 2226 w 101"/>
                  <a:gd name="T1" fmla="*/ 1401 h 66"/>
                  <a:gd name="T2" fmla="*/ 2447 w 101"/>
                  <a:gd name="T3" fmla="*/ 104 h 66"/>
                  <a:gd name="T4" fmla="*/ 881 w 101"/>
                  <a:gd name="T5" fmla="*/ 317 h 66"/>
                  <a:gd name="T6" fmla="*/ 2226 w 101"/>
                  <a:gd name="T7" fmla="*/ 1401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58" name="Freeform 592"/>
              <p:cNvSpPr>
                <a:spLocks/>
              </p:cNvSpPr>
              <p:nvPr/>
            </p:nvSpPr>
            <p:spPr bwMode="auto">
              <a:xfrm rot="-9373407">
                <a:off x="3538" y="1686"/>
                <a:ext cx="247" cy="122"/>
              </a:xfrm>
              <a:custGeom>
                <a:avLst/>
                <a:gdLst>
                  <a:gd name="T0" fmla="*/ 2102 w 120"/>
                  <a:gd name="T1" fmla="*/ 1456 h 60"/>
                  <a:gd name="T2" fmla="*/ 3427 w 120"/>
                  <a:gd name="T3" fmla="*/ 1244 h 60"/>
                  <a:gd name="T4" fmla="*/ 2338 w 120"/>
                  <a:gd name="T5" fmla="*/ 0 h 60"/>
                  <a:gd name="T6" fmla="*/ 1665 w 120"/>
                  <a:gd name="T7" fmla="*/ 2084 h 60"/>
                  <a:gd name="T8" fmla="*/ 210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59" name="Freeform 593"/>
              <p:cNvSpPr>
                <a:spLocks/>
              </p:cNvSpPr>
              <p:nvPr/>
            </p:nvSpPr>
            <p:spPr bwMode="auto">
              <a:xfrm rot="-9373407">
                <a:off x="3560" y="1602"/>
                <a:ext cx="135" cy="100"/>
              </a:xfrm>
              <a:custGeom>
                <a:avLst/>
                <a:gdLst>
                  <a:gd name="T0" fmla="*/ 0 w 66"/>
                  <a:gd name="T1" fmla="*/ 960 h 50"/>
                  <a:gd name="T2" fmla="*/ 1925 w 66"/>
                  <a:gd name="T3" fmla="*/ 1344 h 50"/>
                  <a:gd name="T4" fmla="*/ 857 w 66"/>
                  <a:gd name="T5" fmla="*/ 384 h 50"/>
                  <a:gd name="T6" fmla="*/ 213 w 66"/>
                  <a:gd name="T7" fmla="*/ 192 h 50"/>
                  <a:gd name="T8" fmla="*/ 0 w 66"/>
                  <a:gd name="T9" fmla="*/ 96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60" name="Freeform 594"/>
              <p:cNvSpPr>
                <a:spLocks/>
              </p:cNvSpPr>
              <p:nvPr/>
            </p:nvSpPr>
            <p:spPr bwMode="auto">
              <a:xfrm rot="-9373407">
                <a:off x="3463" y="1709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61" name="Freeform 595"/>
              <p:cNvSpPr>
                <a:spLocks/>
              </p:cNvSpPr>
              <p:nvPr/>
            </p:nvSpPr>
            <p:spPr bwMode="auto">
              <a:xfrm rot="-9373407">
                <a:off x="3475" y="1469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BE844A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1739" name="Oval 596"/>
          <p:cNvSpPr>
            <a:spLocks noChangeArrowheads="1"/>
          </p:cNvSpPr>
          <p:nvPr>
            <p:custDataLst>
              <p:tags r:id="rId235"/>
            </p:custDataLst>
          </p:nvPr>
        </p:nvSpPr>
        <p:spPr bwMode="auto">
          <a:xfrm rot="1426593">
            <a:off x="4365625" y="2854325"/>
            <a:ext cx="49213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40" name="Oval 597"/>
          <p:cNvSpPr>
            <a:spLocks noChangeArrowheads="1"/>
          </p:cNvSpPr>
          <p:nvPr>
            <p:custDataLst>
              <p:tags r:id="rId236"/>
            </p:custDataLst>
          </p:nvPr>
        </p:nvSpPr>
        <p:spPr bwMode="auto">
          <a:xfrm rot="1426593">
            <a:off x="4510088" y="3030538"/>
            <a:ext cx="47625" cy="523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41" name="Oval 598"/>
          <p:cNvSpPr>
            <a:spLocks noChangeArrowheads="1"/>
          </p:cNvSpPr>
          <p:nvPr>
            <p:custDataLst>
              <p:tags r:id="rId237"/>
            </p:custDataLst>
          </p:nvPr>
        </p:nvSpPr>
        <p:spPr bwMode="auto">
          <a:xfrm rot="1426593">
            <a:off x="4732338" y="3041650"/>
            <a:ext cx="46037" cy="5238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42" name="Oval 599"/>
          <p:cNvSpPr>
            <a:spLocks noChangeArrowheads="1"/>
          </p:cNvSpPr>
          <p:nvPr>
            <p:custDataLst>
              <p:tags r:id="rId238"/>
            </p:custDataLst>
          </p:nvPr>
        </p:nvSpPr>
        <p:spPr bwMode="auto">
          <a:xfrm rot="1426593">
            <a:off x="4964113" y="3176588"/>
            <a:ext cx="49212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43" name="Oval 600"/>
          <p:cNvSpPr>
            <a:spLocks noChangeArrowheads="1"/>
          </p:cNvSpPr>
          <p:nvPr>
            <p:custDataLst>
              <p:tags r:id="rId239"/>
            </p:custDataLst>
          </p:nvPr>
        </p:nvSpPr>
        <p:spPr bwMode="auto">
          <a:xfrm rot="1426593">
            <a:off x="4719638" y="3176588"/>
            <a:ext cx="49212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44" name="Oval 601"/>
          <p:cNvSpPr>
            <a:spLocks noChangeArrowheads="1"/>
          </p:cNvSpPr>
          <p:nvPr>
            <p:custDataLst>
              <p:tags r:id="rId240"/>
            </p:custDataLst>
          </p:nvPr>
        </p:nvSpPr>
        <p:spPr bwMode="auto">
          <a:xfrm rot="1426593">
            <a:off x="5803900" y="3557588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45" name="Oval 602"/>
          <p:cNvSpPr>
            <a:spLocks noChangeArrowheads="1"/>
          </p:cNvSpPr>
          <p:nvPr>
            <p:custDataLst>
              <p:tags r:id="rId241"/>
            </p:custDataLst>
          </p:nvPr>
        </p:nvSpPr>
        <p:spPr bwMode="auto">
          <a:xfrm rot="1426593">
            <a:off x="5576888" y="3602038"/>
            <a:ext cx="49212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46" name="Oval 603"/>
          <p:cNvSpPr>
            <a:spLocks noChangeArrowheads="1"/>
          </p:cNvSpPr>
          <p:nvPr>
            <p:custDataLst>
              <p:tags r:id="rId242"/>
            </p:custDataLst>
          </p:nvPr>
        </p:nvSpPr>
        <p:spPr bwMode="auto">
          <a:xfrm rot="1426593">
            <a:off x="5360988" y="3549650"/>
            <a:ext cx="47625" cy="523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47" name="Oval 604"/>
          <p:cNvSpPr>
            <a:spLocks noChangeArrowheads="1"/>
          </p:cNvSpPr>
          <p:nvPr>
            <p:custDataLst>
              <p:tags r:id="rId243"/>
            </p:custDataLst>
          </p:nvPr>
        </p:nvSpPr>
        <p:spPr bwMode="auto">
          <a:xfrm rot="1426593">
            <a:off x="4502150" y="3209925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48" name="Oval 605"/>
          <p:cNvSpPr>
            <a:spLocks noChangeArrowheads="1"/>
          </p:cNvSpPr>
          <p:nvPr>
            <p:custDataLst>
              <p:tags r:id="rId244"/>
            </p:custDataLst>
          </p:nvPr>
        </p:nvSpPr>
        <p:spPr bwMode="auto">
          <a:xfrm rot="1426593">
            <a:off x="4692650" y="3348038"/>
            <a:ext cx="49213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49" name="Oval 606"/>
          <p:cNvSpPr>
            <a:spLocks noChangeArrowheads="1"/>
          </p:cNvSpPr>
          <p:nvPr>
            <p:custDataLst>
              <p:tags r:id="rId245"/>
            </p:custDataLst>
          </p:nvPr>
        </p:nvSpPr>
        <p:spPr bwMode="auto">
          <a:xfrm rot="1426593">
            <a:off x="4911725" y="3394075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50" name="Oval 607"/>
          <p:cNvSpPr>
            <a:spLocks noChangeArrowheads="1"/>
          </p:cNvSpPr>
          <p:nvPr>
            <p:custDataLst>
              <p:tags r:id="rId246"/>
            </p:custDataLst>
          </p:nvPr>
        </p:nvSpPr>
        <p:spPr bwMode="auto">
          <a:xfrm rot="1426593">
            <a:off x="5121275" y="3524250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51" name="Oval 608"/>
          <p:cNvSpPr>
            <a:spLocks noChangeArrowheads="1"/>
          </p:cNvSpPr>
          <p:nvPr>
            <p:custDataLst>
              <p:tags r:id="rId247"/>
            </p:custDataLst>
          </p:nvPr>
        </p:nvSpPr>
        <p:spPr bwMode="auto">
          <a:xfrm rot="1426593">
            <a:off x="4894263" y="3540125"/>
            <a:ext cx="49212" cy="523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52" name="Oval 609"/>
          <p:cNvSpPr>
            <a:spLocks noChangeArrowheads="1"/>
          </p:cNvSpPr>
          <p:nvPr>
            <p:custDataLst>
              <p:tags r:id="rId248"/>
            </p:custDataLst>
          </p:nvPr>
        </p:nvSpPr>
        <p:spPr bwMode="auto">
          <a:xfrm rot="1426593">
            <a:off x="4657725" y="3525838"/>
            <a:ext cx="47625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53" name="Oval 610"/>
          <p:cNvSpPr>
            <a:spLocks noChangeArrowheads="1"/>
          </p:cNvSpPr>
          <p:nvPr>
            <p:custDataLst>
              <p:tags r:id="rId249"/>
            </p:custDataLst>
          </p:nvPr>
        </p:nvSpPr>
        <p:spPr bwMode="auto">
          <a:xfrm rot="1426593">
            <a:off x="5407025" y="3224213"/>
            <a:ext cx="47625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54" name="Oval 611"/>
          <p:cNvSpPr>
            <a:spLocks noChangeArrowheads="1"/>
          </p:cNvSpPr>
          <p:nvPr>
            <p:custDataLst>
              <p:tags r:id="rId250"/>
            </p:custDataLst>
          </p:nvPr>
        </p:nvSpPr>
        <p:spPr bwMode="auto">
          <a:xfrm rot="1426593">
            <a:off x="4552950" y="2836863"/>
            <a:ext cx="46038" cy="523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55" name="Oval 612"/>
          <p:cNvSpPr>
            <a:spLocks noChangeArrowheads="1"/>
          </p:cNvSpPr>
          <p:nvPr>
            <p:custDataLst>
              <p:tags r:id="rId251"/>
            </p:custDataLst>
          </p:nvPr>
        </p:nvSpPr>
        <p:spPr bwMode="auto">
          <a:xfrm rot="1426593">
            <a:off x="4903788" y="3032125"/>
            <a:ext cx="49212" cy="5238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56" name="Oval 613"/>
          <p:cNvSpPr>
            <a:spLocks noChangeArrowheads="1"/>
          </p:cNvSpPr>
          <p:nvPr>
            <p:custDataLst>
              <p:tags r:id="rId252"/>
            </p:custDataLst>
          </p:nvPr>
        </p:nvSpPr>
        <p:spPr bwMode="auto">
          <a:xfrm rot="1426593">
            <a:off x="5405438" y="3365500"/>
            <a:ext cx="47625" cy="523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57" name="Oval 614"/>
          <p:cNvSpPr>
            <a:spLocks noChangeArrowheads="1"/>
          </p:cNvSpPr>
          <p:nvPr>
            <p:custDataLst>
              <p:tags r:id="rId253"/>
            </p:custDataLst>
          </p:nvPr>
        </p:nvSpPr>
        <p:spPr bwMode="auto">
          <a:xfrm rot="1426593">
            <a:off x="5214938" y="3214688"/>
            <a:ext cx="49212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58" name="Oval 615"/>
          <p:cNvSpPr>
            <a:spLocks noChangeArrowheads="1"/>
          </p:cNvSpPr>
          <p:nvPr>
            <p:custDataLst>
              <p:tags r:id="rId254"/>
            </p:custDataLst>
          </p:nvPr>
        </p:nvSpPr>
        <p:spPr bwMode="auto">
          <a:xfrm rot="1426593">
            <a:off x="5229225" y="3379788"/>
            <a:ext cx="49213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59" name="Oval 616"/>
          <p:cNvSpPr>
            <a:spLocks noChangeArrowheads="1"/>
          </p:cNvSpPr>
          <p:nvPr>
            <p:custDataLst>
              <p:tags r:id="rId255"/>
            </p:custDataLst>
          </p:nvPr>
        </p:nvSpPr>
        <p:spPr bwMode="auto">
          <a:xfrm rot="1426593">
            <a:off x="5078413" y="3370263"/>
            <a:ext cx="47625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60" name="Oval 617"/>
          <p:cNvSpPr>
            <a:spLocks noChangeArrowheads="1"/>
          </p:cNvSpPr>
          <p:nvPr>
            <p:custDataLst>
              <p:tags r:id="rId256"/>
            </p:custDataLst>
          </p:nvPr>
        </p:nvSpPr>
        <p:spPr bwMode="auto">
          <a:xfrm rot="1426593">
            <a:off x="4738688" y="2863850"/>
            <a:ext cx="47625" cy="5238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61" name="Oval 618"/>
          <p:cNvSpPr>
            <a:spLocks noChangeArrowheads="1"/>
          </p:cNvSpPr>
          <p:nvPr>
            <p:custDataLst>
              <p:tags r:id="rId257"/>
            </p:custDataLst>
          </p:nvPr>
        </p:nvSpPr>
        <p:spPr bwMode="auto">
          <a:xfrm rot="1426593">
            <a:off x="4906963" y="2851150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62" name="Oval 619"/>
          <p:cNvSpPr>
            <a:spLocks noChangeArrowheads="1"/>
          </p:cNvSpPr>
          <p:nvPr>
            <p:custDataLst>
              <p:tags r:id="rId258"/>
            </p:custDataLst>
          </p:nvPr>
        </p:nvSpPr>
        <p:spPr bwMode="auto">
          <a:xfrm rot="1426593">
            <a:off x="5194300" y="3046413"/>
            <a:ext cx="46038" cy="523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63" name="Oval 620"/>
          <p:cNvSpPr>
            <a:spLocks noChangeArrowheads="1"/>
          </p:cNvSpPr>
          <p:nvPr>
            <p:custDataLst>
              <p:tags r:id="rId259"/>
            </p:custDataLst>
          </p:nvPr>
        </p:nvSpPr>
        <p:spPr bwMode="auto">
          <a:xfrm rot="1426593">
            <a:off x="5756275" y="3384550"/>
            <a:ext cx="49213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64" name="Oval 621"/>
          <p:cNvSpPr>
            <a:spLocks noChangeArrowheads="1"/>
          </p:cNvSpPr>
          <p:nvPr>
            <p:custDataLst>
              <p:tags r:id="rId260"/>
            </p:custDataLst>
          </p:nvPr>
        </p:nvSpPr>
        <p:spPr bwMode="auto">
          <a:xfrm rot="1426593">
            <a:off x="5603875" y="3414713"/>
            <a:ext cx="49213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65" name="Oval 622"/>
          <p:cNvSpPr>
            <a:spLocks noChangeArrowheads="1"/>
          </p:cNvSpPr>
          <p:nvPr>
            <p:custDataLst>
              <p:tags r:id="rId261"/>
            </p:custDataLst>
          </p:nvPr>
        </p:nvSpPr>
        <p:spPr bwMode="auto">
          <a:xfrm rot="1426593">
            <a:off x="5572125" y="2895600"/>
            <a:ext cx="49213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66" name="Oval 623"/>
          <p:cNvSpPr>
            <a:spLocks noChangeArrowheads="1"/>
          </p:cNvSpPr>
          <p:nvPr>
            <p:custDataLst>
              <p:tags r:id="rId262"/>
            </p:custDataLst>
          </p:nvPr>
        </p:nvSpPr>
        <p:spPr bwMode="auto">
          <a:xfrm rot="1426593">
            <a:off x="5432425" y="2714625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67" name="Oval 624"/>
          <p:cNvSpPr>
            <a:spLocks noChangeArrowheads="1"/>
          </p:cNvSpPr>
          <p:nvPr>
            <p:custDataLst>
              <p:tags r:id="rId263"/>
            </p:custDataLst>
          </p:nvPr>
        </p:nvSpPr>
        <p:spPr bwMode="auto">
          <a:xfrm rot="1426593">
            <a:off x="5424488" y="2909888"/>
            <a:ext cx="49212" cy="523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68" name="Oval 625"/>
          <p:cNvSpPr>
            <a:spLocks noChangeArrowheads="1"/>
          </p:cNvSpPr>
          <p:nvPr>
            <p:custDataLst>
              <p:tags r:id="rId264"/>
            </p:custDataLst>
          </p:nvPr>
        </p:nvSpPr>
        <p:spPr bwMode="auto">
          <a:xfrm rot="1426593">
            <a:off x="5046663" y="2898775"/>
            <a:ext cx="49212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69" name="Oval 626"/>
          <p:cNvSpPr>
            <a:spLocks noChangeArrowheads="1"/>
          </p:cNvSpPr>
          <p:nvPr>
            <p:custDataLst>
              <p:tags r:id="rId265"/>
            </p:custDataLst>
          </p:nvPr>
        </p:nvSpPr>
        <p:spPr bwMode="auto">
          <a:xfrm rot="1426593">
            <a:off x="5208588" y="2859088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70" name="Oval 627"/>
          <p:cNvSpPr>
            <a:spLocks noChangeArrowheads="1"/>
          </p:cNvSpPr>
          <p:nvPr>
            <p:custDataLst>
              <p:tags r:id="rId266"/>
            </p:custDataLst>
          </p:nvPr>
        </p:nvSpPr>
        <p:spPr bwMode="auto">
          <a:xfrm rot="1426593">
            <a:off x="5402263" y="3060700"/>
            <a:ext cx="49212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71" name="Oval 628"/>
          <p:cNvSpPr>
            <a:spLocks noChangeArrowheads="1"/>
          </p:cNvSpPr>
          <p:nvPr>
            <p:custDataLst>
              <p:tags r:id="rId267"/>
            </p:custDataLst>
          </p:nvPr>
        </p:nvSpPr>
        <p:spPr bwMode="auto">
          <a:xfrm rot="1426593">
            <a:off x="5594350" y="3209925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72" name="Oval 629"/>
          <p:cNvSpPr>
            <a:spLocks noChangeArrowheads="1"/>
          </p:cNvSpPr>
          <p:nvPr>
            <p:custDataLst>
              <p:tags r:id="rId268"/>
            </p:custDataLst>
          </p:nvPr>
        </p:nvSpPr>
        <p:spPr bwMode="auto">
          <a:xfrm rot="1426593">
            <a:off x="5595938" y="3040063"/>
            <a:ext cx="49212" cy="476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44288" name="Group 630"/>
          <p:cNvGrpSpPr>
            <a:grpSpLocks/>
          </p:cNvGrpSpPr>
          <p:nvPr>
            <p:custDataLst>
              <p:tags r:id="rId269"/>
            </p:custDataLst>
          </p:nvPr>
        </p:nvGrpSpPr>
        <p:grpSpPr bwMode="auto">
          <a:xfrm>
            <a:off x="4419600" y="3563938"/>
            <a:ext cx="533400" cy="584200"/>
            <a:chOff x="2784" y="1746"/>
            <a:chExt cx="336" cy="368"/>
          </a:xfrm>
        </p:grpSpPr>
        <p:sp>
          <p:nvSpPr>
            <p:cNvPr id="22648" name="Freeform 631"/>
            <p:cNvSpPr>
              <a:spLocks/>
            </p:cNvSpPr>
            <p:nvPr/>
          </p:nvSpPr>
          <p:spPr bwMode="auto">
            <a:xfrm rot="1426593">
              <a:off x="2912" y="1867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49" name="Freeform 632"/>
            <p:cNvSpPr>
              <a:spLocks/>
            </p:cNvSpPr>
            <p:nvPr/>
          </p:nvSpPr>
          <p:spPr bwMode="auto">
            <a:xfrm rot="1426593">
              <a:off x="2784" y="1775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50" name="Freeform 633"/>
            <p:cNvSpPr>
              <a:spLocks/>
            </p:cNvSpPr>
            <p:nvPr/>
          </p:nvSpPr>
          <p:spPr bwMode="auto">
            <a:xfrm rot="1426593">
              <a:off x="2874" y="1881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51" name="Freeform 634"/>
            <p:cNvSpPr>
              <a:spLocks/>
            </p:cNvSpPr>
            <p:nvPr/>
          </p:nvSpPr>
          <p:spPr bwMode="auto">
            <a:xfrm rot="1426593">
              <a:off x="2919" y="1746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52" name="Freeform 635"/>
            <p:cNvSpPr>
              <a:spLocks/>
            </p:cNvSpPr>
            <p:nvPr/>
          </p:nvSpPr>
          <p:spPr bwMode="auto">
            <a:xfrm rot="1426593">
              <a:off x="2921" y="1977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89" name="Group 636"/>
          <p:cNvGrpSpPr>
            <a:grpSpLocks/>
          </p:cNvGrpSpPr>
          <p:nvPr>
            <p:custDataLst>
              <p:tags r:id="rId270"/>
            </p:custDataLst>
          </p:nvPr>
        </p:nvGrpSpPr>
        <p:grpSpPr bwMode="auto">
          <a:xfrm>
            <a:off x="4879975" y="3559175"/>
            <a:ext cx="531813" cy="585788"/>
            <a:chOff x="3074" y="1743"/>
            <a:chExt cx="335" cy="369"/>
          </a:xfrm>
        </p:grpSpPr>
        <p:sp>
          <p:nvSpPr>
            <p:cNvPr id="22643" name="Freeform 637"/>
            <p:cNvSpPr>
              <a:spLocks/>
            </p:cNvSpPr>
            <p:nvPr/>
          </p:nvSpPr>
          <p:spPr bwMode="auto">
            <a:xfrm rot="-9373407">
              <a:off x="3074" y="1855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44" name="Freeform 638"/>
            <p:cNvSpPr>
              <a:spLocks/>
            </p:cNvSpPr>
            <p:nvPr/>
          </p:nvSpPr>
          <p:spPr bwMode="auto">
            <a:xfrm rot="-9373407">
              <a:off x="3162" y="1961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45" name="Freeform 639"/>
            <p:cNvSpPr>
              <a:spLocks/>
            </p:cNvSpPr>
            <p:nvPr/>
          </p:nvSpPr>
          <p:spPr bwMode="auto">
            <a:xfrm rot="-9373407">
              <a:off x="3184" y="1876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46" name="Freeform 640"/>
            <p:cNvSpPr>
              <a:spLocks/>
            </p:cNvSpPr>
            <p:nvPr/>
          </p:nvSpPr>
          <p:spPr bwMode="auto">
            <a:xfrm rot="-9373407">
              <a:off x="3087" y="1984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47" name="Freeform 641"/>
            <p:cNvSpPr>
              <a:spLocks/>
            </p:cNvSpPr>
            <p:nvPr/>
          </p:nvSpPr>
          <p:spPr bwMode="auto">
            <a:xfrm rot="-9373407">
              <a:off x="3099" y="1743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90" name="Group 642"/>
          <p:cNvGrpSpPr>
            <a:grpSpLocks/>
          </p:cNvGrpSpPr>
          <p:nvPr>
            <p:custDataLst>
              <p:tags r:id="rId271"/>
            </p:custDataLst>
          </p:nvPr>
        </p:nvGrpSpPr>
        <p:grpSpPr bwMode="auto">
          <a:xfrm>
            <a:off x="5103813" y="3592513"/>
            <a:ext cx="533400" cy="584200"/>
            <a:chOff x="3215" y="1764"/>
            <a:chExt cx="336" cy="368"/>
          </a:xfrm>
        </p:grpSpPr>
        <p:sp>
          <p:nvSpPr>
            <p:cNvPr id="22638" name="Freeform 643"/>
            <p:cNvSpPr>
              <a:spLocks/>
            </p:cNvSpPr>
            <p:nvPr/>
          </p:nvSpPr>
          <p:spPr bwMode="auto">
            <a:xfrm rot="1426593">
              <a:off x="3343" y="1885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39" name="Freeform 644"/>
            <p:cNvSpPr>
              <a:spLocks/>
            </p:cNvSpPr>
            <p:nvPr/>
          </p:nvSpPr>
          <p:spPr bwMode="auto">
            <a:xfrm rot="1426593">
              <a:off x="3215" y="1793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40" name="Freeform 645"/>
            <p:cNvSpPr>
              <a:spLocks/>
            </p:cNvSpPr>
            <p:nvPr/>
          </p:nvSpPr>
          <p:spPr bwMode="auto">
            <a:xfrm rot="1426593">
              <a:off x="3305" y="1899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41" name="Freeform 646"/>
            <p:cNvSpPr>
              <a:spLocks/>
            </p:cNvSpPr>
            <p:nvPr/>
          </p:nvSpPr>
          <p:spPr bwMode="auto">
            <a:xfrm rot="1426593">
              <a:off x="3350" y="1764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42" name="Freeform 647"/>
            <p:cNvSpPr>
              <a:spLocks/>
            </p:cNvSpPr>
            <p:nvPr/>
          </p:nvSpPr>
          <p:spPr bwMode="auto">
            <a:xfrm rot="1426593">
              <a:off x="3352" y="1995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91" name="Group 648"/>
          <p:cNvGrpSpPr>
            <a:grpSpLocks/>
          </p:cNvGrpSpPr>
          <p:nvPr>
            <p:custDataLst>
              <p:tags r:id="rId272"/>
            </p:custDataLst>
          </p:nvPr>
        </p:nvGrpSpPr>
        <p:grpSpPr bwMode="auto">
          <a:xfrm>
            <a:off x="5564188" y="3587750"/>
            <a:ext cx="531812" cy="585788"/>
            <a:chOff x="3505" y="1761"/>
            <a:chExt cx="335" cy="369"/>
          </a:xfrm>
        </p:grpSpPr>
        <p:sp>
          <p:nvSpPr>
            <p:cNvPr id="22633" name="Freeform 649"/>
            <p:cNvSpPr>
              <a:spLocks/>
            </p:cNvSpPr>
            <p:nvPr/>
          </p:nvSpPr>
          <p:spPr bwMode="auto">
            <a:xfrm rot="-9373407">
              <a:off x="3505" y="1873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34" name="Freeform 650"/>
            <p:cNvSpPr>
              <a:spLocks/>
            </p:cNvSpPr>
            <p:nvPr/>
          </p:nvSpPr>
          <p:spPr bwMode="auto">
            <a:xfrm rot="-9373407">
              <a:off x="3593" y="1979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35" name="Freeform 651"/>
            <p:cNvSpPr>
              <a:spLocks/>
            </p:cNvSpPr>
            <p:nvPr/>
          </p:nvSpPr>
          <p:spPr bwMode="auto">
            <a:xfrm rot="-9373407">
              <a:off x="3615" y="1894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36" name="Freeform 652"/>
            <p:cNvSpPr>
              <a:spLocks/>
            </p:cNvSpPr>
            <p:nvPr/>
          </p:nvSpPr>
          <p:spPr bwMode="auto">
            <a:xfrm rot="-9373407">
              <a:off x="3518" y="2002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37" name="Freeform 653"/>
            <p:cNvSpPr>
              <a:spLocks/>
            </p:cNvSpPr>
            <p:nvPr/>
          </p:nvSpPr>
          <p:spPr bwMode="auto">
            <a:xfrm rot="-9373407">
              <a:off x="3530" y="1761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92" name="Group 654"/>
          <p:cNvGrpSpPr>
            <a:grpSpLocks/>
          </p:cNvGrpSpPr>
          <p:nvPr>
            <p:custDataLst>
              <p:tags r:id="rId273"/>
            </p:custDataLst>
          </p:nvPr>
        </p:nvGrpSpPr>
        <p:grpSpPr bwMode="auto">
          <a:xfrm>
            <a:off x="4597400" y="4062413"/>
            <a:ext cx="1676400" cy="617537"/>
            <a:chOff x="2896" y="2060"/>
            <a:chExt cx="1056" cy="389"/>
          </a:xfrm>
        </p:grpSpPr>
        <p:grpSp>
          <p:nvGrpSpPr>
            <p:cNvPr id="244293" name="Group 655"/>
            <p:cNvGrpSpPr>
              <a:grpSpLocks/>
            </p:cNvGrpSpPr>
            <p:nvPr/>
          </p:nvGrpSpPr>
          <p:grpSpPr bwMode="auto">
            <a:xfrm>
              <a:off x="2896" y="2063"/>
              <a:ext cx="336" cy="368"/>
              <a:chOff x="2896" y="2063"/>
              <a:chExt cx="336" cy="368"/>
            </a:xfrm>
          </p:grpSpPr>
          <p:sp>
            <p:nvSpPr>
              <p:cNvPr id="22628" name="Freeform 656"/>
              <p:cNvSpPr>
                <a:spLocks/>
              </p:cNvSpPr>
              <p:nvPr/>
            </p:nvSpPr>
            <p:spPr bwMode="auto">
              <a:xfrm rot="1426593">
                <a:off x="3024" y="2184"/>
                <a:ext cx="208" cy="135"/>
              </a:xfrm>
              <a:custGeom>
                <a:avLst/>
                <a:gdLst>
                  <a:gd name="T0" fmla="*/ 2226 w 101"/>
                  <a:gd name="T1" fmla="*/ 1401 h 66"/>
                  <a:gd name="T2" fmla="*/ 2447 w 101"/>
                  <a:gd name="T3" fmla="*/ 104 h 66"/>
                  <a:gd name="T4" fmla="*/ 881 w 101"/>
                  <a:gd name="T5" fmla="*/ 317 h 66"/>
                  <a:gd name="T6" fmla="*/ 2226 w 101"/>
                  <a:gd name="T7" fmla="*/ 1401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29" name="Freeform 657"/>
              <p:cNvSpPr>
                <a:spLocks/>
              </p:cNvSpPr>
              <p:nvPr/>
            </p:nvSpPr>
            <p:spPr bwMode="auto">
              <a:xfrm rot="1426593">
                <a:off x="2896" y="2092"/>
                <a:ext cx="247" cy="122"/>
              </a:xfrm>
              <a:custGeom>
                <a:avLst/>
                <a:gdLst>
                  <a:gd name="T0" fmla="*/ 2102 w 120"/>
                  <a:gd name="T1" fmla="*/ 1456 h 60"/>
                  <a:gd name="T2" fmla="*/ 3427 w 120"/>
                  <a:gd name="T3" fmla="*/ 1244 h 60"/>
                  <a:gd name="T4" fmla="*/ 2338 w 120"/>
                  <a:gd name="T5" fmla="*/ 0 h 60"/>
                  <a:gd name="T6" fmla="*/ 1665 w 120"/>
                  <a:gd name="T7" fmla="*/ 2084 h 60"/>
                  <a:gd name="T8" fmla="*/ 210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30" name="Freeform 658"/>
              <p:cNvSpPr>
                <a:spLocks/>
              </p:cNvSpPr>
              <p:nvPr/>
            </p:nvSpPr>
            <p:spPr bwMode="auto">
              <a:xfrm rot="1426593">
                <a:off x="2986" y="2198"/>
                <a:ext cx="135" cy="101"/>
              </a:xfrm>
              <a:custGeom>
                <a:avLst/>
                <a:gdLst>
                  <a:gd name="T0" fmla="*/ 0 w 66"/>
                  <a:gd name="T1" fmla="*/ 1012 h 50"/>
                  <a:gd name="T2" fmla="*/ 1925 w 66"/>
                  <a:gd name="T3" fmla="*/ 1416 h 50"/>
                  <a:gd name="T4" fmla="*/ 857 w 66"/>
                  <a:gd name="T5" fmla="*/ 396 h 50"/>
                  <a:gd name="T6" fmla="*/ 213 w 66"/>
                  <a:gd name="T7" fmla="*/ 196 h 50"/>
                  <a:gd name="T8" fmla="*/ 0 w 66"/>
                  <a:gd name="T9" fmla="*/ 1012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31" name="Freeform 659"/>
              <p:cNvSpPr>
                <a:spLocks/>
              </p:cNvSpPr>
              <p:nvPr/>
            </p:nvSpPr>
            <p:spPr bwMode="auto">
              <a:xfrm rot="1426593">
                <a:off x="3031" y="2063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32" name="Freeform 660"/>
              <p:cNvSpPr>
                <a:spLocks/>
              </p:cNvSpPr>
              <p:nvPr/>
            </p:nvSpPr>
            <p:spPr bwMode="auto">
              <a:xfrm rot="1426593">
                <a:off x="3033" y="2294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4294" name="Group 661"/>
            <p:cNvGrpSpPr>
              <a:grpSpLocks/>
            </p:cNvGrpSpPr>
            <p:nvPr/>
          </p:nvGrpSpPr>
          <p:grpSpPr bwMode="auto">
            <a:xfrm>
              <a:off x="3186" y="2060"/>
              <a:ext cx="335" cy="369"/>
              <a:chOff x="3186" y="2060"/>
              <a:chExt cx="335" cy="369"/>
            </a:xfrm>
          </p:grpSpPr>
          <p:sp>
            <p:nvSpPr>
              <p:cNvPr id="22623" name="Freeform 662"/>
              <p:cNvSpPr>
                <a:spLocks/>
              </p:cNvSpPr>
              <p:nvPr/>
            </p:nvSpPr>
            <p:spPr bwMode="auto">
              <a:xfrm rot="-9373407">
                <a:off x="3186" y="2172"/>
                <a:ext cx="208" cy="135"/>
              </a:xfrm>
              <a:custGeom>
                <a:avLst/>
                <a:gdLst>
                  <a:gd name="T0" fmla="*/ 2226 w 101"/>
                  <a:gd name="T1" fmla="*/ 1401 h 66"/>
                  <a:gd name="T2" fmla="*/ 2447 w 101"/>
                  <a:gd name="T3" fmla="*/ 104 h 66"/>
                  <a:gd name="T4" fmla="*/ 881 w 101"/>
                  <a:gd name="T5" fmla="*/ 317 h 66"/>
                  <a:gd name="T6" fmla="*/ 2226 w 101"/>
                  <a:gd name="T7" fmla="*/ 1401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24" name="Freeform 663"/>
              <p:cNvSpPr>
                <a:spLocks/>
              </p:cNvSpPr>
              <p:nvPr/>
            </p:nvSpPr>
            <p:spPr bwMode="auto">
              <a:xfrm rot="-9373407">
                <a:off x="3274" y="2278"/>
                <a:ext cx="247" cy="122"/>
              </a:xfrm>
              <a:custGeom>
                <a:avLst/>
                <a:gdLst>
                  <a:gd name="T0" fmla="*/ 2102 w 120"/>
                  <a:gd name="T1" fmla="*/ 1456 h 60"/>
                  <a:gd name="T2" fmla="*/ 3427 w 120"/>
                  <a:gd name="T3" fmla="*/ 1244 h 60"/>
                  <a:gd name="T4" fmla="*/ 2338 w 120"/>
                  <a:gd name="T5" fmla="*/ 0 h 60"/>
                  <a:gd name="T6" fmla="*/ 1665 w 120"/>
                  <a:gd name="T7" fmla="*/ 2084 h 60"/>
                  <a:gd name="T8" fmla="*/ 210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25" name="Freeform 664"/>
              <p:cNvSpPr>
                <a:spLocks/>
              </p:cNvSpPr>
              <p:nvPr/>
            </p:nvSpPr>
            <p:spPr bwMode="auto">
              <a:xfrm rot="-9373407">
                <a:off x="3296" y="2193"/>
                <a:ext cx="135" cy="101"/>
              </a:xfrm>
              <a:custGeom>
                <a:avLst/>
                <a:gdLst>
                  <a:gd name="T0" fmla="*/ 0 w 66"/>
                  <a:gd name="T1" fmla="*/ 1012 h 50"/>
                  <a:gd name="T2" fmla="*/ 1925 w 66"/>
                  <a:gd name="T3" fmla="*/ 1416 h 50"/>
                  <a:gd name="T4" fmla="*/ 857 w 66"/>
                  <a:gd name="T5" fmla="*/ 396 h 50"/>
                  <a:gd name="T6" fmla="*/ 213 w 66"/>
                  <a:gd name="T7" fmla="*/ 196 h 50"/>
                  <a:gd name="T8" fmla="*/ 0 w 66"/>
                  <a:gd name="T9" fmla="*/ 1012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26" name="Freeform 665"/>
              <p:cNvSpPr>
                <a:spLocks/>
              </p:cNvSpPr>
              <p:nvPr/>
            </p:nvSpPr>
            <p:spPr bwMode="auto">
              <a:xfrm rot="-9373407">
                <a:off x="3199" y="2301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27" name="Freeform 666"/>
              <p:cNvSpPr>
                <a:spLocks/>
              </p:cNvSpPr>
              <p:nvPr/>
            </p:nvSpPr>
            <p:spPr bwMode="auto">
              <a:xfrm rot="-9373407">
                <a:off x="3211" y="2060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4295" name="Group 667"/>
            <p:cNvGrpSpPr>
              <a:grpSpLocks/>
            </p:cNvGrpSpPr>
            <p:nvPr/>
          </p:nvGrpSpPr>
          <p:grpSpPr bwMode="auto">
            <a:xfrm>
              <a:off x="3327" y="2081"/>
              <a:ext cx="336" cy="368"/>
              <a:chOff x="3327" y="2081"/>
              <a:chExt cx="336" cy="368"/>
            </a:xfrm>
          </p:grpSpPr>
          <p:sp>
            <p:nvSpPr>
              <p:cNvPr id="22618" name="Freeform 668"/>
              <p:cNvSpPr>
                <a:spLocks/>
              </p:cNvSpPr>
              <p:nvPr/>
            </p:nvSpPr>
            <p:spPr bwMode="auto">
              <a:xfrm rot="1426593">
                <a:off x="3455" y="2202"/>
                <a:ext cx="208" cy="135"/>
              </a:xfrm>
              <a:custGeom>
                <a:avLst/>
                <a:gdLst>
                  <a:gd name="T0" fmla="*/ 2226 w 101"/>
                  <a:gd name="T1" fmla="*/ 1401 h 66"/>
                  <a:gd name="T2" fmla="*/ 2447 w 101"/>
                  <a:gd name="T3" fmla="*/ 104 h 66"/>
                  <a:gd name="T4" fmla="*/ 881 w 101"/>
                  <a:gd name="T5" fmla="*/ 317 h 66"/>
                  <a:gd name="T6" fmla="*/ 2226 w 101"/>
                  <a:gd name="T7" fmla="*/ 1401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19" name="Freeform 669"/>
              <p:cNvSpPr>
                <a:spLocks/>
              </p:cNvSpPr>
              <p:nvPr/>
            </p:nvSpPr>
            <p:spPr bwMode="auto">
              <a:xfrm rot="1426593">
                <a:off x="3327" y="2110"/>
                <a:ext cx="247" cy="122"/>
              </a:xfrm>
              <a:custGeom>
                <a:avLst/>
                <a:gdLst>
                  <a:gd name="T0" fmla="*/ 2102 w 120"/>
                  <a:gd name="T1" fmla="*/ 1456 h 60"/>
                  <a:gd name="T2" fmla="*/ 3427 w 120"/>
                  <a:gd name="T3" fmla="*/ 1244 h 60"/>
                  <a:gd name="T4" fmla="*/ 2338 w 120"/>
                  <a:gd name="T5" fmla="*/ 0 h 60"/>
                  <a:gd name="T6" fmla="*/ 1665 w 120"/>
                  <a:gd name="T7" fmla="*/ 2084 h 60"/>
                  <a:gd name="T8" fmla="*/ 210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20" name="Freeform 670"/>
              <p:cNvSpPr>
                <a:spLocks/>
              </p:cNvSpPr>
              <p:nvPr/>
            </p:nvSpPr>
            <p:spPr bwMode="auto">
              <a:xfrm rot="1426593">
                <a:off x="3417" y="2216"/>
                <a:ext cx="135" cy="101"/>
              </a:xfrm>
              <a:custGeom>
                <a:avLst/>
                <a:gdLst>
                  <a:gd name="T0" fmla="*/ 0 w 66"/>
                  <a:gd name="T1" fmla="*/ 1012 h 50"/>
                  <a:gd name="T2" fmla="*/ 1925 w 66"/>
                  <a:gd name="T3" fmla="*/ 1416 h 50"/>
                  <a:gd name="T4" fmla="*/ 857 w 66"/>
                  <a:gd name="T5" fmla="*/ 396 h 50"/>
                  <a:gd name="T6" fmla="*/ 213 w 66"/>
                  <a:gd name="T7" fmla="*/ 196 h 50"/>
                  <a:gd name="T8" fmla="*/ 0 w 66"/>
                  <a:gd name="T9" fmla="*/ 1012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21" name="Freeform 671"/>
              <p:cNvSpPr>
                <a:spLocks/>
              </p:cNvSpPr>
              <p:nvPr/>
            </p:nvSpPr>
            <p:spPr bwMode="auto">
              <a:xfrm rot="1426593">
                <a:off x="3462" y="2081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22" name="Freeform 672"/>
              <p:cNvSpPr>
                <a:spLocks/>
              </p:cNvSpPr>
              <p:nvPr/>
            </p:nvSpPr>
            <p:spPr bwMode="auto">
              <a:xfrm rot="1426593">
                <a:off x="3464" y="2312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4296" name="Group 673"/>
            <p:cNvGrpSpPr>
              <a:grpSpLocks/>
            </p:cNvGrpSpPr>
            <p:nvPr/>
          </p:nvGrpSpPr>
          <p:grpSpPr bwMode="auto">
            <a:xfrm>
              <a:off x="3617" y="2078"/>
              <a:ext cx="335" cy="369"/>
              <a:chOff x="3617" y="2078"/>
              <a:chExt cx="335" cy="369"/>
            </a:xfrm>
          </p:grpSpPr>
          <p:sp>
            <p:nvSpPr>
              <p:cNvPr id="22613" name="Freeform 674"/>
              <p:cNvSpPr>
                <a:spLocks/>
              </p:cNvSpPr>
              <p:nvPr/>
            </p:nvSpPr>
            <p:spPr bwMode="auto">
              <a:xfrm rot="-9373407">
                <a:off x="3617" y="2190"/>
                <a:ext cx="208" cy="135"/>
              </a:xfrm>
              <a:custGeom>
                <a:avLst/>
                <a:gdLst>
                  <a:gd name="T0" fmla="*/ 2226 w 101"/>
                  <a:gd name="T1" fmla="*/ 1401 h 66"/>
                  <a:gd name="T2" fmla="*/ 2447 w 101"/>
                  <a:gd name="T3" fmla="*/ 104 h 66"/>
                  <a:gd name="T4" fmla="*/ 881 w 101"/>
                  <a:gd name="T5" fmla="*/ 317 h 66"/>
                  <a:gd name="T6" fmla="*/ 2226 w 101"/>
                  <a:gd name="T7" fmla="*/ 1401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14" name="Freeform 675"/>
              <p:cNvSpPr>
                <a:spLocks/>
              </p:cNvSpPr>
              <p:nvPr/>
            </p:nvSpPr>
            <p:spPr bwMode="auto">
              <a:xfrm rot="-9373407">
                <a:off x="3705" y="2296"/>
                <a:ext cx="247" cy="122"/>
              </a:xfrm>
              <a:custGeom>
                <a:avLst/>
                <a:gdLst>
                  <a:gd name="T0" fmla="*/ 2102 w 120"/>
                  <a:gd name="T1" fmla="*/ 1456 h 60"/>
                  <a:gd name="T2" fmla="*/ 3427 w 120"/>
                  <a:gd name="T3" fmla="*/ 1244 h 60"/>
                  <a:gd name="T4" fmla="*/ 2338 w 120"/>
                  <a:gd name="T5" fmla="*/ 0 h 60"/>
                  <a:gd name="T6" fmla="*/ 1665 w 120"/>
                  <a:gd name="T7" fmla="*/ 2084 h 60"/>
                  <a:gd name="T8" fmla="*/ 210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15" name="Freeform 676"/>
              <p:cNvSpPr>
                <a:spLocks/>
              </p:cNvSpPr>
              <p:nvPr/>
            </p:nvSpPr>
            <p:spPr bwMode="auto">
              <a:xfrm rot="-9373407">
                <a:off x="3727" y="2211"/>
                <a:ext cx="135" cy="101"/>
              </a:xfrm>
              <a:custGeom>
                <a:avLst/>
                <a:gdLst>
                  <a:gd name="T0" fmla="*/ 0 w 66"/>
                  <a:gd name="T1" fmla="*/ 1012 h 50"/>
                  <a:gd name="T2" fmla="*/ 1925 w 66"/>
                  <a:gd name="T3" fmla="*/ 1416 h 50"/>
                  <a:gd name="T4" fmla="*/ 857 w 66"/>
                  <a:gd name="T5" fmla="*/ 396 h 50"/>
                  <a:gd name="T6" fmla="*/ 213 w 66"/>
                  <a:gd name="T7" fmla="*/ 196 h 50"/>
                  <a:gd name="T8" fmla="*/ 0 w 66"/>
                  <a:gd name="T9" fmla="*/ 1012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16" name="Freeform 677"/>
              <p:cNvSpPr>
                <a:spLocks/>
              </p:cNvSpPr>
              <p:nvPr/>
            </p:nvSpPr>
            <p:spPr bwMode="auto">
              <a:xfrm rot="-9373407">
                <a:off x="3630" y="2319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617" name="Freeform 678"/>
              <p:cNvSpPr>
                <a:spLocks/>
              </p:cNvSpPr>
              <p:nvPr/>
            </p:nvSpPr>
            <p:spPr bwMode="auto">
              <a:xfrm rot="-9373407">
                <a:off x="3642" y="2078"/>
                <a:ext cx="174" cy="137"/>
              </a:xfrm>
              <a:custGeom>
                <a:avLst/>
                <a:gdLst>
                  <a:gd name="T0" fmla="*/ 1823 w 84"/>
                  <a:gd name="T1" fmla="*/ 1596 h 68"/>
                  <a:gd name="T2" fmla="*/ 2747 w 84"/>
                  <a:gd name="T3" fmla="*/ 1400 h 68"/>
                  <a:gd name="T4" fmla="*/ 1823 w 84"/>
                  <a:gd name="T5" fmla="*/ 0 h 68"/>
                  <a:gd name="T6" fmla="*/ 922 w 84"/>
                  <a:gd name="T7" fmla="*/ 2192 h 68"/>
                  <a:gd name="T8" fmla="*/ 1823 w 84"/>
                  <a:gd name="T9" fmla="*/ 1596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8F5025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1778" name="Oval 679"/>
          <p:cNvSpPr>
            <a:spLocks noChangeArrowheads="1"/>
          </p:cNvSpPr>
          <p:nvPr>
            <p:custDataLst>
              <p:tags r:id="rId274"/>
            </p:custDataLst>
          </p:nvPr>
        </p:nvSpPr>
        <p:spPr bwMode="auto">
          <a:xfrm rot="1426593">
            <a:off x="4630738" y="3822700"/>
            <a:ext cx="49212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79" name="Oval 680"/>
          <p:cNvSpPr>
            <a:spLocks noChangeArrowheads="1"/>
          </p:cNvSpPr>
          <p:nvPr>
            <p:custDataLst>
              <p:tags r:id="rId275"/>
            </p:custDataLst>
          </p:nvPr>
        </p:nvSpPr>
        <p:spPr bwMode="auto">
          <a:xfrm rot="1426593">
            <a:off x="4775200" y="399891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80" name="Oval 681"/>
          <p:cNvSpPr>
            <a:spLocks noChangeArrowheads="1"/>
          </p:cNvSpPr>
          <p:nvPr>
            <p:custDataLst>
              <p:tags r:id="rId276"/>
            </p:custDataLst>
          </p:nvPr>
        </p:nvSpPr>
        <p:spPr bwMode="auto">
          <a:xfrm rot="1426593">
            <a:off x="4997450" y="4010025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81" name="Oval 682"/>
          <p:cNvSpPr>
            <a:spLocks noChangeArrowheads="1"/>
          </p:cNvSpPr>
          <p:nvPr>
            <p:custDataLst>
              <p:tags r:id="rId277"/>
            </p:custDataLst>
          </p:nvPr>
        </p:nvSpPr>
        <p:spPr bwMode="auto">
          <a:xfrm rot="1426593">
            <a:off x="5229225" y="4144963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82" name="Oval 683"/>
          <p:cNvSpPr>
            <a:spLocks noChangeArrowheads="1"/>
          </p:cNvSpPr>
          <p:nvPr>
            <p:custDataLst>
              <p:tags r:id="rId278"/>
            </p:custDataLst>
          </p:nvPr>
        </p:nvSpPr>
        <p:spPr bwMode="auto">
          <a:xfrm rot="1426593">
            <a:off x="4984750" y="4144963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83" name="Oval 684"/>
          <p:cNvSpPr>
            <a:spLocks noChangeArrowheads="1"/>
          </p:cNvSpPr>
          <p:nvPr>
            <p:custDataLst>
              <p:tags r:id="rId279"/>
            </p:custDataLst>
          </p:nvPr>
        </p:nvSpPr>
        <p:spPr bwMode="auto">
          <a:xfrm rot="1426593">
            <a:off x="6069013" y="4525963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84" name="Oval 685"/>
          <p:cNvSpPr>
            <a:spLocks noChangeArrowheads="1"/>
          </p:cNvSpPr>
          <p:nvPr>
            <p:custDataLst>
              <p:tags r:id="rId280"/>
            </p:custDataLst>
          </p:nvPr>
        </p:nvSpPr>
        <p:spPr bwMode="auto">
          <a:xfrm rot="1426593">
            <a:off x="5842000" y="4570413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85" name="Oval 686"/>
          <p:cNvSpPr>
            <a:spLocks noChangeArrowheads="1"/>
          </p:cNvSpPr>
          <p:nvPr>
            <p:custDataLst>
              <p:tags r:id="rId281"/>
            </p:custDataLst>
          </p:nvPr>
        </p:nvSpPr>
        <p:spPr bwMode="auto">
          <a:xfrm rot="1426593">
            <a:off x="5626100" y="451802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86" name="Oval 687"/>
          <p:cNvSpPr>
            <a:spLocks noChangeArrowheads="1"/>
          </p:cNvSpPr>
          <p:nvPr>
            <p:custDataLst>
              <p:tags r:id="rId282"/>
            </p:custDataLst>
          </p:nvPr>
        </p:nvSpPr>
        <p:spPr bwMode="auto">
          <a:xfrm rot="1426593">
            <a:off x="4767263" y="417830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87" name="Oval 688"/>
          <p:cNvSpPr>
            <a:spLocks noChangeArrowheads="1"/>
          </p:cNvSpPr>
          <p:nvPr>
            <p:custDataLst>
              <p:tags r:id="rId283"/>
            </p:custDataLst>
          </p:nvPr>
        </p:nvSpPr>
        <p:spPr bwMode="auto">
          <a:xfrm rot="1426593">
            <a:off x="4957763" y="4316413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88" name="Oval 689"/>
          <p:cNvSpPr>
            <a:spLocks noChangeArrowheads="1"/>
          </p:cNvSpPr>
          <p:nvPr>
            <p:custDataLst>
              <p:tags r:id="rId284"/>
            </p:custDataLst>
          </p:nvPr>
        </p:nvSpPr>
        <p:spPr bwMode="auto">
          <a:xfrm rot="1426593">
            <a:off x="5176838" y="436245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89" name="Oval 690"/>
          <p:cNvSpPr>
            <a:spLocks noChangeArrowheads="1"/>
          </p:cNvSpPr>
          <p:nvPr>
            <p:custDataLst>
              <p:tags r:id="rId285"/>
            </p:custDataLst>
          </p:nvPr>
        </p:nvSpPr>
        <p:spPr bwMode="auto">
          <a:xfrm rot="1426593">
            <a:off x="5386388" y="449262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90" name="Oval 691"/>
          <p:cNvSpPr>
            <a:spLocks noChangeArrowheads="1"/>
          </p:cNvSpPr>
          <p:nvPr>
            <p:custDataLst>
              <p:tags r:id="rId286"/>
            </p:custDataLst>
          </p:nvPr>
        </p:nvSpPr>
        <p:spPr bwMode="auto">
          <a:xfrm rot="1426593">
            <a:off x="5159375" y="450850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91" name="Oval 692"/>
          <p:cNvSpPr>
            <a:spLocks noChangeArrowheads="1"/>
          </p:cNvSpPr>
          <p:nvPr>
            <p:custDataLst>
              <p:tags r:id="rId287"/>
            </p:custDataLst>
          </p:nvPr>
        </p:nvSpPr>
        <p:spPr bwMode="auto">
          <a:xfrm rot="1426593">
            <a:off x="4922838" y="449421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92" name="Oval 693"/>
          <p:cNvSpPr>
            <a:spLocks noChangeArrowheads="1"/>
          </p:cNvSpPr>
          <p:nvPr>
            <p:custDataLst>
              <p:tags r:id="rId288"/>
            </p:custDataLst>
          </p:nvPr>
        </p:nvSpPr>
        <p:spPr bwMode="auto">
          <a:xfrm rot="1426593">
            <a:off x="5672138" y="419258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93" name="Oval 694"/>
          <p:cNvSpPr>
            <a:spLocks noChangeArrowheads="1"/>
          </p:cNvSpPr>
          <p:nvPr>
            <p:custDataLst>
              <p:tags r:id="rId289"/>
            </p:custDataLst>
          </p:nvPr>
        </p:nvSpPr>
        <p:spPr bwMode="auto">
          <a:xfrm rot="1426593">
            <a:off x="4587875" y="3649663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94" name="Oval 695"/>
          <p:cNvSpPr>
            <a:spLocks noChangeArrowheads="1"/>
          </p:cNvSpPr>
          <p:nvPr>
            <p:custDataLst>
              <p:tags r:id="rId290"/>
            </p:custDataLst>
          </p:nvPr>
        </p:nvSpPr>
        <p:spPr bwMode="auto">
          <a:xfrm rot="1426593">
            <a:off x="4818063" y="3805238"/>
            <a:ext cx="46037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95" name="Oval 696"/>
          <p:cNvSpPr>
            <a:spLocks noChangeArrowheads="1"/>
          </p:cNvSpPr>
          <p:nvPr>
            <p:custDataLst>
              <p:tags r:id="rId291"/>
            </p:custDataLst>
          </p:nvPr>
        </p:nvSpPr>
        <p:spPr bwMode="auto">
          <a:xfrm rot="1426593">
            <a:off x="5168900" y="400050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96" name="Oval 697"/>
          <p:cNvSpPr>
            <a:spLocks noChangeArrowheads="1"/>
          </p:cNvSpPr>
          <p:nvPr>
            <p:custDataLst>
              <p:tags r:id="rId292"/>
            </p:custDataLst>
          </p:nvPr>
        </p:nvSpPr>
        <p:spPr bwMode="auto">
          <a:xfrm rot="1426593">
            <a:off x="5670550" y="43338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97" name="Oval 698"/>
          <p:cNvSpPr>
            <a:spLocks noChangeArrowheads="1"/>
          </p:cNvSpPr>
          <p:nvPr>
            <p:custDataLst>
              <p:tags r:id="rId293"/>
            </p:custDataLst>
          </p:nvPr>
        </p:nvSpPr>
        <p:spPr bwMode="auto">
          <a:xfrm rot="1426593">
            <a:off x="5480050" y="4183063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98" name="Oval 699"/>
          <p:cNvSpPr>
            <a:spLocks noChangeArrowheads="1"/>
          </p:cNvSpPr>
          <p:nvPr>
            <p:custDataLst>
              <p:tags r:id="rId294"/>
            </p:custDataLst>
          </p:nvPr>
        </p:nvSpPr>
        <p:spPr bwMode="auto">
          <a:xfrm rot="1426593">
            <a:off x="5494338" y="4348163"/>
            <a:ext cx="49212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799" name="Oval 700"/>
          <p:cNvSpPr>
            <a:spLocks noChangeArrowheads="1"/>
          </p:cNvSpPr>
          <p:nvPr>
            <p:custDataLst>
              <p:tags r:id="rId295"/>
            </p:custDataLst>
          </p:nvPr>
        </p:nvSpPr>
        <p:spPr bwMode="auto">
          <a:xfrm rot="1426593">
            <a:off x="5343525" y="433863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00" name="Oval 701"/>
          <p:cNvSpPr>
            <a:spLocks noChangeArrowheads="1"/>
          </p:cNvSpPr>
          <p:nvPr>
            <p:custDataLst>
              <p:tags r:id="rId296"/>
            </p:custDataLst>
          </p:nvPr>
        </p:nvSpPr>
        <p:spPr bwMode="auto">
          <a:xfrm rot="1426593">
            <a:off x="5276850" y="3695700"/>
            <a:ext cx="47625" cy="523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01" name="Oval 702"/>
          <p:cNvSpPr>
            <a:spLocks noChangeArrowheads="1"/>
          </p:cNvSpPr>
          <p:nvPr>
            <p:custDataLst>
              <p:tags r:id="rId297"/>
            </p:custDataLst>
          </p:nvPr>
        </p:nvSpPr>
        <p:spPr bwMode="auto">
          <a:xfrm rot="1426593">
            <a:off x="5035550" y="3657600"/>
            <a:ext cx="49213" cy="523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02" name="Oval 703"/>
          <p:cNvSpPr>
            <a:spLocks noChangeArrowheads="1"/>
          </p:cNvSpPr>
          <p:nvPr>
            <p:custDataLst>
              <p:tags r:id="rId298"/>
            </p:custDataLst>
          </p:nvPr>
        </p:nvSpPr>
        <p:spPr bwMode="auto">
          <a:xfrm rot="1426593">
            <a:off x="4814888" y="3648075"/>
            <a:ext cx="49212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03" name="Oval 704"/>
          <p:cNvSpPr>
            <a:spLocks noChangeArrowheads="1"/>
          </p:cNvSpPr>
          <p:nvPr>
            <p:custDataLst>
              <p:tags r:id="rId299"/>
            </p:custDataLst>
          </p:nvPr>
        </p:nvSpPr>
        <p:spPr bwMode="auto">
          <a:xfrm rot="1426593">
            <a:off x="5003800" y="3832225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04" name="Oval 705"/>
          <p:cNvSpPr>
            <a:spLocks noChangeArrowheads="1"/>
          </p:cNvSpPr>
          <p:nvPr>
            <p:custDataLst>
              <p:tags r:id="rId300"/>
            </p:custDataLst>
          </p:nvPr>
        </p:nvSpPr>
        <p:spPr bwMode="auto">
          <a:xfrm rot="1426593">
            <a:off x="5172075" y="3817938"/>
            <a:ext cx="47625" cy="523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05" name="Oval 706"/>
          <p:cNvSpPr>
            <a:spLocks noChangeArrowheads="1"/>
          </p:cNvSpPr>
          <p:nvPr>
            <p:custDataLst>
              <p:tags r:id="rId301"/>
            </p:custDataLst>
          </p:nvPr>
        </p:nvSpPr>
        <p:spPr bwMode="auto">
          <a:xfrm rot="1426593">
            <a:off x="5459413" y="4014788"/>
            <a:ext cx="46037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06" name="Oval 707"/>
          <p:cNvSpPr>
            <a:spLocks noChangeArrowheads="1"/>
          </p:cNvSpPr>
          <p:nvPr>
            <p:custDataLst>
              <p:tags r:id="rId302"/>
            </p:custDataLst>
          </p:nvPr>
        </p:nvSpPr>
        <p:spPr bwMode="auto">
          <a:xfrm rot="1426593">
            <a:off x="6021388" y="4352925"/>
            <a:ext cx="49212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400">
              <a:solidFill>
                <a:schemeClr val="accent2"/>
              </a:solidFill>
            </a:endParaRPr>
          </a:p>
        </p:txBody>
      </p:sp>
      <p:sp>
        <p:nvSpPr>
          <p:cNvPr id="21807" name="Oval 708"/>
          <p:cNvSpPr>
            <a:spLocks noChangeArrowheads="1"/>
          </p:cNvSpPr>
          <p:nvPr>
            <p:custDataLst>
              <p:tags r:id="rId303"/>
            </p:custDataLst>
          </p:nvPr>
        </p:nvSpPr>
        <p:spPr bwMode="auto">
          <a:xfrm rot="1426593">
            <a:off x="5868988" y="4383088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08" name="Oval 709"/>
          <p:cNvSpPr>
            <a:spLocks noChangeArrowheads="1"/>
          </p:cNvSpPr>
          <p:nvPr>
            <p:custDataLst>
              <p:tags r:id="rId304"/>
            </p:custDataLst>
          </p:nvPr>
        </p:nvSpPr>
        <p:spPr bwMode="auto">
          <a:xfrm rot="1426593">
            <a:off x="5837238" y="3863975"/>
            <a:ext cx="49212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09" name="Oval 710"/>
          <p:cNvSpPr>
            <a:spLocks noChangeArrowheads="1"/>
          </p:cNvSpPr>
          <p:nvPr>
            <p:custDataLst>
              <p:tags r:id="rId305"/>
            </p:custDataLst>
          </p:nvPr>
        </p:nvSpPr>
        <p:spPr bwMode="auto">
          <a:xfrm rot="1426593">
            <a:off x="5697538" y="3683000"/>
            <a:ext cx="49212" cy="523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10" name="Oval 711"/>
          <p:cNvSpPr>
            <a:spLocks noChangeArrowheads="1"/>
          </p:cNvSpPr>
          <p:nvPr>
            <p:custDataLst>
              <p:tags r:id="rId306"/>
            </p:custDataLst>
          </p:nvPr>
        </p:nvSpPr>
        <p:spPr bwMode="auto">
          <a:xfrm rot="1426593">
            <a:off x="5500688" y="3668713"/>
            <a:ext cx="49212" cy="539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11" name="Oval 712"/>
          <p:cNvSpPr>
            <a:spLocks noChangeArrowheads="1"/>
          </p:cNvSpPr>
          <p:nvPr>
            <p:custDataLst>
              <p:tags r:id="rId307"/>
            </p:custDataLst>
          </p:nvPr>
        </p:nvSpPr>
        <p:spPr bwMode="auto">
          <a:xfrm rot="1426593">
            <a:off x="5689600" y="3878263"/>
            <a:ext cx="49213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12" name="Oval 713"/>
          <p:cNvSpPr>
            <a:spLocks noChangeArrowheads="1"/>
          </p:cNvSpPr>
          <p:nvPr>
            <p:custDataLst>
              <p:tags r:id="rId308"/>
            </p:custDataLst>
          </p:nvPr>
        </p:nvSpPr>
        <p:spPr bwMode="auto">
          <a:xfrm rot="1426593">
            <a:off x="5311775" y="3867150"/>
            <a:ext cx="49213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13" name="Oval 714"/>
          <p:cNvSpPr>
            <a:spLocks noChangeArrowheads="1"/>
          </p:cNvSpPr>
          <p:nvPr>
            <p:custDataLst>
              <p:tags r:id="rId309"/>
            </p:custDataLst>
          </p:nvPr>
        </p:nvSpPr>
        <p:spPr bwMode="auto">
          <a:xfrm rot="1426593">
            <a:off x="5473700" y="3827463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14" name="Oval 715"/>
          <p:cNvSpPr>
            <a:spLocks noChangeArrowheads="1"/>
          </p:cNvSpPr>
          <p:nvPr>
            <p:custDataLst>
              <p:tags r:id="rId310"/>
            </p:custDataLst>
          </p:nvPr>
        </p:nvSpPr>
        <p:spPr bwMode="auto">
          <a:xfrm rot="1426593">
            <a:off x="5667375" y="4027488"/>
            <a:ext cx="49213" cy="52387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15" name="Oval 716"/>
          <p:cNvSpPr>
            <a:spLocks noChangeArrowheads="1"/>
          </p:cNvSpPr>
          <p:nvPr>
            <p:custDataLst>
              <p:tags r:id="rId311"/>
            </p:custDataLst>
          </p:nvPr>
        </p:nvSpPr>
        <p:spPr bwMode="auto">
          <a:xfrm rot="1426593">
            <a:off x="5859463" y="4178300"/>
            <a:ext cx="47625" cy="50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16" name="Oval 717"/>
          <p:cNvSpPr>
            <a:spLocks noChangeArrowheads="1"/>
          </p:cNvSpPr>
          <p:nvPr>
            <p:custDataLst>
              <p:tags r:id="rId312"/>
            </p:custDataLst>
          </p:nvPr>
        </p:nvSpPr>
        <p:spPr bwMode="auto">
          <a:xfrm rot="1426593">
            <a:off x="5861050" y="4008438"/>
            <a:ext cx="49213" cy="4762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17" name="Freeform 718"/>
          <p:cNvSpPr>
            <a:spLocks/>
          </p:cNvSpPr>
          <p:nvPr>
            <p:custDataLst>
              <p:tags r:id="rId313"/>
            </p:custDataLst>
          </p:nvPr>
        </p:nvSpPr>
        <p:spPr bwMode="auto">
          <a:xfrm rot="1426593">
            <a:off x="5718175" y="2828925"/>
            <a:ext cx="331788" cy="212725"/>
          </a:xfrm>
          <a:custGeom>
            <a:avLst/>
            <a:gdLst>
              <a:gd name="T0" fmla="*/ 2147483647 w 101"/>
              <a:gd name="T1" fmla="*/ 2147483647 h 66"/>
              <a:gd name="T2" fmla="*/ 2147483647 w 101"/>
              <a:gd name="T3" fmla="*/ 2147483647 h 66"/>
              <a:gd name="T4" fmla="*/ 2147483647 w 101"/>
              <a:gd name="T5" fmla="*/ 2147483647 h 66"/>
              <a:gd name="T6" fmla="*/ 2147483647 w 101"/>
              <a:gd name="T7" fmla="*/ 2147483647 h 66"/>
              <a:gd name="T8" fmla="*/ 0 60000 65536"/>
              <a:gd name="T9" fmla="*/ 0 60000 65536"/>
              <a:gd name="T10" fmla="*/ 0 60000 65536"/>
              <a:gd name="T11" fmla="*/ 0 60000 65536"/>
              <a:gd name="T12" fmla="*/ 0 w 101"/>
              <a:gd name="T13" fmla="*/ 0 h 66"/>
              <a:gd name="T14" fmla="*/ 101 w 101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" h="66">
                <a:moveTo>
                  <a:pt x="60" y="39"/>
                </a:moveTo>
                <a:cubicBezTo>
                  <a:pt x="101" y="53"/>
                  <a:pt x="99" y="14"/>
                  <a:pt x="66" y="3"/>
                </a:cubicBezTo>
                <a:cubicBezTo>
                  <a:pt x="52" y="5"/>
                  <a:pt x="35" y="0"/>
                  <a:pt x="24" y="9"/>
                </a:cubicBezTo>
                <a:cubicBezTo>
                  <a:pt x="0" y="29"/>
                  <a:pt x="87" y="66"/>
                  <a:pt x="60" y="39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818" name="Freeform 719"/>
          <p:cNvSpPr>
            <a:spLocks/>
          </p:cNvSpPr>
          <p:nvPr>
            <p:custDataLst>
              <p:tags r:id="rId314"/>
            </p:custDataLst>
          </p:nvPr>
        </p:nvSpPr>
        <p:spPr bwMode="auto">
          <a:xfrm rot="1426593">
            <a:off x="5514975" y="2684463"/>
            <a:ext cx="392113" cy="193675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819" name="Freeform 720"/>
          <p:cNvSpPr>
            <a:spLocks/>
          </p:cNvSpPr>
          <p:nvPr>
            <p:custDataLst>
              <p:tags r:id="rId315"/>
            </p:custDataLst>
          </p:nvPr>
        </p:nvSpPr>
        <p:spPr bwMode="auto">
          <a:xfrm rot="1426593">
            <a:off x="5657850" y="2851150"/>
            <a:ext cx="214313" cy="160338"/>
          </a:xfrm>
          <a:custGeom>
            <a:avLst/>
            <a:gdLst>
              <a:gd name="T0" fmla="*/ 0 w 66"/>
              <a:gd name="T1" fmla="*/ 2147483647 h 50"/>
              <a:gd name="T2" fmla="*/ 2147483647 w 66"/>
              <a:gd name="T3" fmla="*/ 2147483647 h 50"/>
              <a:gd name="T4" fmla="*/ 2147483647 w 66"/>
              <a:gd name="T5" fmla="*/ 2147483647 h 50"/>
              <a:gd name="T6" fmla="*/ 2147483647 w 66"/>
              <a:gd name="T7" fmla="*/ 2147483647 h 50"/>
              <a:gd name="T8" fmla="*/ 0 w 66"/>
              <a:gd name="T9" fmla="*/ 2147483647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0"/>
              <a:gd name="T17" fmla="*/ 66 w 66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0">
                <a:moveTo>
                  <a:pt x="0" y="30"/>
                </a:moveTo>
                <a:cubicBezTo>
                  <a:pt x="21" y="44"/>
                  <a:pt x="29" y="50"/>
                  <a:pt x="54" y="42"/>
                </a:cubicBezTo>
                <a:cubicBezTo>
                  <a:pt x="64" y="12"/>
                  <a:pt x="66" y="26"/>
                  <a:pt x="24" y="12"/>
                </a:cubicBezTo>
                <a:cubicBezTo>
                  <a:pt x="18" y="10"/>
                  <a:pt x="8" y="0"/>
                  <a:pt x="6" y="6"/>
                </a:cubicBezTo>
                <a:cubicBezTo>
                  <a:pt x="4" y="14"/>
                  <a:pt x="2" y="22"/>
                  <a:pt x="0" y="30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820" name="Freeform 721"/>
          <p:cNvSpPr>
            <a:spLocks/>
          </p:cNvSpPr>
          <p:nvPr>
            <p:custDataLst>
              <p:tags r:id="rId316"/>
            </p:custDataLst>
          </p:nvPr>
        </p:nvSpPr>
        <p:spPr bwMode="auto">
          <a:xfrm rot="1426593">
            <a:off x="5730875" y="2638425"/>
            <a:ext cx="298450" cy="203200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821" name="Freeform 722"/>
          <p:cNvSpPr>
            <a:spLocks/>
          </p:cNvSpPr>
          <p:nvPr>
            <p:custDataLst>
              <p:tags r:id="rId317"/>
            </p:custDataLst>
          </p:nvPr>
        </p:nvSpPr>
        <p:spPr bwMode="auto">
          <a:xfrm rot="1426593">
            <a:off x="5732463" y="3003550"/>
            <a:ext cx="276225" cy="217488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44297" name="Group 723"/>
          <p:cNvGrpSpPr>
            <a:grpSpLocks/>
          </p:cNvGrpSpPr>
          <p:nvPr>
            <p:custDataLst>
              <p:tags r:id="rId318"/>
            </p:custDataLst>
          </p:nvPr>
        </p:nvGrpSpPr>
        <p:grpSpPr bwMode="auto">
          <a:xfrm>
            <a:off x="5969000" y="2632075"/>
            <a:ext cx="536575" cy="581025"/>
            <a:chOff x="3760" y="1159"/>
            <a:chExt cx="338" cy="366"/>
          </a:xfrm>
        </p:grpSpPr>
        <p:sp>
          <p:nvSpPr>
            <p:cNvPr id="22604" name="Freeform 724"/>
            <p:cNvSpPr>
              <a:spLocks/>
            </p:cNvSpPr>
            <p:nvPr/>
          </p:nvSpPr>
          <p:spPr bwMode="auto">
            <a:xfrm rot="-9373407">
              <a:off x="3760" y="1271"/>
              <a:ext cx="209" cy="134"/>
            </a:xfrm>
            <a:custGeom>
              <a:avLst/>
              <a:gdLst>
                <a:gd name="T0" fmla="*/ 2278 w 101"/>
                <a:gd name="T1" fmla="*/ 1340 h 66"/>
                <a:gd name="T2" fmla="*/ 2510 w 101"/>
                <a:gd name="T3" fmla="*/ 99 h 66"/>
                <a:gd name="T4" fmla="*/ 913 w 101"/>
                <a:gd name="T5" fmla="*/ 309 h 66"/>
                <a:gd name="T6" fmla="*/ 2278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05" name="Freeform 725"/>
            <p:cNvSpPr>
              <a:spLocks/>
            </p:cNvSpPr>
            <p:nvPr/>
          </p:nvSpPr>
          <p:spPr bwMode="auto">
            <a:xfrm rot="-9373407">
              <a:off x="3851" y="1375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06" name="Freeform 726"/>
            <p:cNvSpPr>
              <a:spLocks/>
            </p:cNvSpPr>
            <p:nvPr/>
          </p:nvSpPr>
          <p:spPr bwMode="auto">
            <a:xfrm rot="-9373407">
              <a:off x="3873" y="1291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07" name="Freeform 727"/>
            <p:cNvSpPr>
              <a:spLocks/>
            </p:cNvSpPr>
            <p:nvPr/>
          </p:nvSpPr>
          <p:spPr bwMode="auto">
            <a:xfrm rot="-9373407">
              <a:off x="3774" y="1397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08" name="Freeform 728"/>
            <p:cNvSpPr>
              <a:spLocks/>
            </p:cNvSpPr>
            <p:nvPr/>
          </p:nvSpPr>
          <p:spPr bwMode="auto">
            <a:xfrm rot="-9373407">
              <a:off x="3786" y="1159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98" name="Group 729"/>
          <p:cNvGrpSpPr>
            <a:grpSpLocks/>
          </p:cNvGrpSpPr>
          <p:nvPr>
            <p:custDataLst>
              <p:tags r:id="rId319"/>
            </p:custDataLst>
          </p:nvPr>
        </p:nvGrpSpPr>
        <p:grpSpPr bwMode="auto">
          <a:xfrm>
            <a:off x="6202363" y="2709863"/>
            <a:ext cx="534987" cy="536575"/>
            <a:chOff x="3907" y="1208"/>
            <a:chExt cx="337" cy="338"/>
          </a:xfrm>
        </p:grpSpPr>
        <p:sp>
          <p:nvSpPr>
            <p:cNvPr id="22600" name="Freeform 730"/>
            <p:cNvSpPr>
              <a:spLocks/>
            </p:cNvSpPr>
            <p:nvPr/>
          </p:nvSpPr>
          <p:spPr bwMode="auto">
            <a:xfrm rot="1426593">
              <a:off x="4035" y="1299"/>
              <a:ext cx="209" cy="134"/>
            </a:xfrm>
            <a:custGeom>
              <a:avLst/>
              <a:gdLst>
                <a:gd name="T0" fmla="*/ 2278 w 101"/>
                <a:gd name="T1" fmla="*/ 1340 h 66"/>
                <a:gd name="T2" fmla="*/ 2510 w 101"/>
                <a:gd name="T3" fmla="*/ 99 h 66"/>
                <a:gd name="T4" fmla="*/ 913 w 101"/>
                <a:gd name="T5" fmla="*/ 309 h 66"/>
                <a:gd name="T6" fmla="*/ 2278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01" name="Freeform 731"/>
            <p:cNvSpPr>
              <a:spLocks/>
            </p:cNvSpPr>
            <p:nvPr/>
          </p:nvSpPr>
          <p:spPr bwMode="auto">
            <a:xfrm rot="1426593">
              <a:off x="3907" y="1208"/>
              <a:ext cx="247" cy="121"/>
            </a:xfrm>
            <a:custGeom>
              <a:avLst/>
              <a:gdLst>
                <a:gd name="T0" fmla="*/ 2102 w 120"/>
                <a:gd name="T1" fmla="*/ 1404 h 60"/>
                <a:gd name="T2" fmla="*/ 3427 w 120"/>
                <a:gd name="T3" fmla="*/ 1204 h 60"/>
                <a:gd name="T4" fmla="*/ 2338 w 120"/>
                <a:gd name="T5" fmla="*/ 0 h 60"/>
                <a:gd name="T6" fmla="*/ 1665 w 120"/>
                <a:gd name="T7" fmla="*/ 2001 h 60"/>
                <a:gd name="T8" fmla="*/ 2102 w 120"/>
                <a:gd name="T9" fmla="*/ 140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02" name="Freeform 732"/>
            <p:cNvSpPr>
              <a:spLocks/>
            </p:cNvSpPr>
            <p:nvPr/>
          </p:nvSpPr>
          <p:spPr bwMode="auto">
            <a:xfrm rot="1426593">
              <a:off x="3997" y="1313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603" name="Freeform 733"/>
            <p:cNvSpPr>
              <a:spLocks/>
            </p:cNvSpPr>
            <p:nvPr/>
          </p:nvSpPr>
          <p:spPr bwMode="auto">
            <a:xfrm rot="1426593">
              <a:off x="4044" y="1409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299" name="Group 734"/>
          <p:cNvGrpSpPr>
            <a:grpSpLocks/>
          </p:cNvGrpSpPr>
          <p:nvPr>
            <p:custDataLst>
              <p:tags r:id="rId320"/>
            </p:custDataLst>
          </p:nvPr>
        </p:nvGrpSpPr>
        <p:grpSpPr bwMode="auto">
          <a:xfrm>
            <a:off x="6656388" y="2835275"/>
            <a:ext cx="536575" cy="403225"/>
            <a:chOff x="4193" y="1287"/>
            <a:chExt cx="338" cy="254"/>
          </a:xfrm>
        </p:grpSpPr>
        <p:sp>
          <p:nvSpPr>
            <p:cNvPr id="22596" name="Freeform 735"/>
            <p:cNvSpPr>
              <a:spLocks/>
            </p:cNvSpPr>
            <p:nvPr/>
          </p:nvSpPr>
          <p:spPr bwMode="auto">
            <a:xfrm rot="-9373407">
              <a:off x="4193" y="1287"/>
              <a:ext cx="209" cy="134"/>
            </a:xfrm>
            <a:custGeom>
              <a:avLst/>
              <a:gdLst>
                <a:gd name="T0" fmla="*/ 2278 w 101"/>
                <a:gd name="T1" fmla="*/ 1340 h 66"/>
                <a:gd name="T2" fmla="*/ 2510 w 101"/>
                <a:gd name="T3" fmla="*/ 99 h 66"/>
                <a:gd name="T4" fmla="*/ 913 w 101"/>
                <a:gd name="T5" fmla="*/ 309 h 66"/>
                <a:gd name="T6" fmla="*/ 2278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97" name="Freeform 736"/>
            <p:cNvSpPr>
              <a:spLocks/>
            </p:cNvSpPr>
            <p:nvPr/>
          </p:nvSpPr>
          <p:spPr bwMode="auto">
            <a:xfrm rot="-9373407">
              <a:off x="4284" y="1392"/>
              <a:ext cx="247" cy="121"/>
            </a:xfrm>
            <a:custGeom>
              <a:avLst/>
              <a:gdLst>
                <a:gd name="T0" fmla="*/ 2102 w 120"/>
                <a:gd name="T1" fmla="*/ 1404 h 60"/>
                <a:gd name="T2" fmla="*/ 3427 w 120"/>
                <a:gd name="T3" fmla="*/ 1204 h 60"/>
                <a:gd name="T4" fmla="*/ 2338 w 120"/>
                <a:gd name="T5" fmla="*/ 0 h 60"/>
                <a:gd name="T6" fmla="*/ 1665 w 120"/>
                <a:gd name="T7" fmla="*/ 2001 h 60"/>
                <a:gd name="T8" fmla="*/ 2102 w 120"/>
                <a:gd name="T9" fmla="*/ 140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98" name="Freeform 737"/>
            <p:cNvSpPr>
              <a:spLocks/>
            </p:cNvSpPr>
            <p:nvPr/>
          </p:nvSpPr>
          <p:spPr bwMode="auto">
            <a:xfrm rot="-9373407">
              <a:off x="4306" y="1307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99" name="Freeform 738"/>
            <p:cNvSpPr>
              <a:spLocks/>
            </p:cNvSpPr>
            <p:nvPr/>
          </p:nvSpPr>
          <p:spPr bwMode="auto">
            <a:xfrm rot="-9373407">
              <a:off x="4207" y="1415"/>
              <a:ext cx="188" cy="126"/>
            </a:xfrm>
            <a:custGeom>
              <a:avLst/>
              <a:gdLst>
                <a:gd name="T0" fmla="*/ 1622 w 91"/>
                <a:gd name="T1" fmla="*/ 1728 h 63"/>
                <a:gd name="T2" fmla="*/ 3423 w 91"/>
                <a:gd name="T3" fmla="*/ 960 h 63"/>
                <a:gd name="T4" fmla="*/ 3210 w 91"/>
                <a:gd name="T5" fmla="*/ 384 h 63"/>
                <a:gd name="T6" fmla="*/ 1843 w 91"/>
                <a:gd name="T7" fmla="*/ 0 h 63"/>
                <a:gd name="T8" fmla="*/ 2082 w 91"/>
                <a:gd name="T9" fmla="*/ 1920 h 63"/>
                <a:gd name="T10" fmla="*/ 1622 w 91"/>
                <a:gd name="T11" fmla="*/ 1728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300" name="Group 739"/>
          <p:cNvGrpSpPr>
            <a:grpSpLocks/>
          </p:cNvGrpSpPr>
          <p:nvPr>
            <p:custDataLst>
              <p:tags r:id="rId321"/>
            </p:custDataLst>
          </p:nvPr>
        </p:nvGrpSpPr>
        <p:grpSpPr bwMode="auto">
          <a:xfrm>
            <a:off x="5691188" y="3130550"/>
            <a:ext cx="1787525" cy="615950"/>
            <a:chOff x="3585" y="1473"/>
            <a:chExt cx="1126" cy="388"/>
          </a:xfrm>
        </p:grpSpPr>
        <p:grpSp>
          <p:nvGrpSpPr>
            <p:cNvPr id="244301" name="Group 740"/>
            <p:cNvGrpSpPr>
              <a:grpSpLocks/>
            </p:cNvGrpSpPr>
            <p:nvPr/>
          </p:nvGrpSpPr>
          <p:grpSpPr bwMode="auto">
            <a:xfrm>
              <a:off x="3585" y="1477"/>
              <a:ext cx="336" cy="368"/>
              <a:chOff x="3585" y="1477"/>
              <a:chExt cx="336" cy="368"/>
            </a:xfrm>
          </p:grpSpPr>
          <p:sp>
            <p:nvSpPr>
              <p:cNvPr id="22591" name="Freeform 741"/>
              <p:cNvSpPr>
                <a:spLocks/>
              </p:cNvSpPr>
              <p:nvPr/>
            </p:nvSpPr>
            <p:spPr bwMode="auto">
              <a:xfrm rot="1426593">
                <a:off x="3713" y="1598"/>
                <a:ext cx="208" cy="134"/>
              </a:xfrm>
              <a:custGeom>
                <a:avLst/>
                <a:gdLst>
                  <a:gd name="T0" fmla="*/ 2226 w 101"/>
                  <a:gd name="T1" fmla="*/ 1340 h 66"/>
                  <a:gd name="T2" fmla="*/ 2447 w 101"/>
                  <a:gd name="T3" fmla="*/ 99 h 66"/>
                  <a:gd name="T4" fmla="*/ 881 w 101"/>
                  <a:gd name="T5" fmla="*/ 309 h 66"/>
                  <a:gd name="T6" fmla="*/ 2226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92" name="Freeform 742"/>
              <p:cNvSpPr>
                <a:spLocks/>
              </p:cNvSpPr>
              <p:nvPr/>
            </p:nvSpPr>
            <p:spPr bwMode="auto">
              <a:xfrm rot="1426593">
                <a:off x="3585" y="1506"/>
                <a:ext cx="247" cy="123"/>
              </a:xfrm>
              <a:custGeom>
                <a:avLst/>
                <a:gdLst>
                  <a:gd name="T0" fmla="*/ 2102 w 120"/>
                  <a:gd name="T1" fmla="*/ 1517 h 60"/>
                  <a:gd name="T2" fmla="*/ 3427 w 120"/>
                  <a:gd name="T3" fmla="*/ 1312 h 60"/>
                  <a:gd name="T4" fmla="*/ 2338 w 120"/>
                  <a:gd name="T5" fmla="*/ 0 h 60"/>
                  <a:gd name="T6" fmla="*/ 1665 w 120"/>
                  <a:gd name="T7" fmla="*/ 2173 h 60"/>
                  <a:gd name="T8" fmla="*/ 2102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93" name="Freeform 743"/>
              <p:cNvSpPr>
                <a:spLocks/>
              </p:cNvSpPr>
              <p:nvPr/>
            </p:nvSpPr>
            <p:spPr bwMode="auto">
              <a:xfrm rot="1426593">
                <a:off x="3674" y="1611"/>
                <a:ext cx="136" cy="102"/>
              </a:xfrm>
              <a:custGeom>
                <a:avLst/>
                <a:gdLst>
                  <a:gd name="T0" fmla="*/ 0 w 66"/>
                  <a:gd name="T1" fmla="*/ 1053 h 50"/>
                  <a:gd name="T2" fmla="*/ 2005 w 66"/>
                  <a:gd name="T3" fmla="*/ 1485 h 50"/>
                  <a:gd name="T4" fmla="*/ 884 w 66"/>
                  <a:gd name="T5" fmla="*/ 416 h 50"/>
                  <a:gd name="T6" fmla="*/ 220 w 66"/>
                  <a:gd name="T7" fmla="*/ 204 h 50"/>
                  <a:gd name="T8" fmla="*/ 0 w 66"/>
                  <a:gd name="T9" fmla="*/ 1053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94" name="Freeform 744"/>
              <p:cNvSpPr>
                <a:spLocks/>
              </p:cNvSpPr>
              <p:nvPr/>
            </p:nvSpPr>
            <p:spPr bwMode="auto">
              <a:xfrm rot="1426593">
                <a:off x="3720" y="1477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95" name="Freeform 745"/>
              <p:cNvSpPr>
                <a:spLocks/>
              </p:cNvSpPr>
              <p:nvPr/>
            </p:nvSpPr>
            <p:spPr bwMode="auto">
              <a:xfrm rot="1426593">
                <a:off x="3721" y="1707"/>
                <a:ext cx="174" cy="138"/>
              </a:xfrm>
              <a:custGeom>
                <a:avLst/>
                <a:gdLst>
                  <a:gd name="T0" fmla="*/ 1823 w 84"/>
                  <a:gd name="T1" fmla="*/ 1648 h 68"/>
                  <a:gd name="T2" fmla="*/ 2747 w 84"/>
                  <a:gd name="T3" fmla="*/ 1445 h 68"/>
                  <a:gd name="T4" fmla="*/ 1823 w 84"/>
                  <a:gd name="T5" fmla="*/ 0 h 68"/>
                  <a:gd name="T6" fmla="*/ 922 w 84"/>
                  <a:gd name="T7" fmla="*/ 2273 h 68"/>
                  <a:gd name="T8" fmla="*/ 1823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4302" name="Group 746"/>
            <p:cNvGrpSpPr>
              <a:grpSpLocks/>
            </p:cNvGrpSpPr>
            <p:nvPr/>
          </p:nvGrpSpPr>
          <p:grpSpPr bwMode="auto">
            <a:xfrm>
              <a:off x="3871" y="1473"/>
              <a:ext cx="338" cy="367"/>
              <a:chOff x="3871" y="1473"/>
              <a:chExt cx="338" cy="367"/>
            </a:xfrm>
          </p:grpSpPr>
          <p:sp>
            <p:nvSpPr>
              <p:cNvPr id="22586" name="Freeform 747"/>
              <p:cNvSpPr>
                <a:spLocks/>
              </p:cNvSpPr>
              <p:nvPr/>
            </p:nvSpPr>
            <p:spPr bwMode="auto">
              <a:xfrm rot="-9373407">
                <a:off x="3871" y="1585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87" name="Freeform 748"/>
              <p:cNvSpPr>
                <a:spLocks/>
              </p:cNvSpPr>
              <p:nvPr/>
            </p:nvSpPr>
            <p:spPr bwMode="auto">
              <a:xfrm rot="-9373407">
                <a:off x="3962" y="1689"/>
                <a:ext cx="247" cy="123"/>
              </a:xfrm>
              <a:custGeom>
                <a:avLst/>
                <a:gdLst>
                  <a:gd name="T0" fmla="*/ 2102 w 120"/>
                  <a:gd name="T1" fmla="*/ 1517 h 60"/>
                  <a:gd name="T2" fmla="*/ 3427 w 120"/>
                  <a:gd name="T3" fmla="*/ 1312 h 60"/>
                  <a:gd name="T4" fmla="*/ 2338 w 120"/>
                  <a:gd name="T5" fmla="*/ 0 h 60"/>
                  <a:gd name="T6" fmla="*/ 1665 w 120"/>
                  <a:gd name="T7" fmla="*/ 2173 h 60"/>
                  <a:gd name="T8" fmla="*/ 2102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88" name="Freeform 749"/>
              <p:cNvSpPr>
                <a:spLocks/>
              </p:cNvSpPr>
              <p:nvPr/>
            </p:nvSpPr>
            <p:spPr bwMode="auto">
              <a:xfrm rot="-9373407">
                <a:off x="3984" y="1605"/>
                <a:ext cx="135" cy="102"/>
              </a:xfrm>
              <a:custGeom>
                <a:avLst/>
                <a:gdLst>
                  <a:gd name="T0" fmla="*/ 0 w 66"/>
                  <a:gd name="T1" fmla="*/ 1053 h 50"/>
                  <a:gd name="T2" fmla="*/ 1925 w 66"/>
                  <a:gd name="T3" fmla="*/ 1485 h 50"/>
                  <a:gd name="T4" fmla="*/ 857 w 66"/>
                  <a:gd name="T5" fmla="*/ 416 h 50"/>
                  <a:gd name="T6" fmla="*/ 213 w 66"/>
                  <a:gd name="T7" fmla="*/ 204 h 50"/>
                  <a:gd name="T8" fmla="*/ 0 w 66"/>
                  <a:gd name="T9" fmla="*/ 1053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89" name="Freeform 750"/>
              <p:cNvSpPr>
                <a:spLocks/>
              </p:cNvSpPr>
              <p:nvPr/>
            </p:nvSpPr>
            <p:spPr bwMode="auto">
              <a:xfrm rot="-9373407">
                <a:off x="3885" y="1712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90" name="Freeform 751"/>
              <p:cNvSpPr>
                <a:spLocks/>
              </p:cNvSpPr>
              <p:nvPr/>
            </p:nvSpPr>
            <p:spPr bwMode="auto">
              <a:xfrm rot="-9373407">
                <a:off x="3897" y="1473"/>
                <a:ext cx="174" cy="138"/>
              </a:xfrm>
              <a:custGeom>
                <a:avLst/>
                <a:gdLst>
                  <a:gd name="T0" fmla="*/ 1823 w 84"/>
                  <a:gd name="T1" fmla="*/ 1648 h 68"/>
                  <a:gd name="T2" fmla="*/ 2747 w 84"/>
                  <a:gd name="T3" fmla="*/ 1445 h 68"/>
                  <a:gd name="T4" fmla="*/ 1823 w 84"/>
                  <a:gd name="T5" fmla="*/ 0 h 68"/>
                  <a:gd name="T6" fmla="*/ 922 w 84"/>
                  <a:gd name="T7" fmla="*/ 2273 h 68"/>
                  <a:gd name="T8" fmla="*/ 1823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4303" name="Group 752"/>
            <p:cNvGrpSpPr>
              <a:grpSpLocks/>
            </p:cNvGrpSpPr>
            <p:nvPr/>
          </p:nvGrpSpPr>
          <p:grpSpPr bwMode="auto">
            <a:xfrm>
              <a:off x="4017" y="1493"/>
              <a:ext cx="337" cy="368"/>
              <a:chOff x="4017" y="1493"/>
              <a:chExt cx="337" cy="368"/>
            </a:xfrm>
          </p:grpSpPr>
          <p:sp>
            <p:nvSpPr>
              <p:cNvPr id="22581" name="Freeform 753"/>
              <p:cNvSpPr>
                <a:spLocks/>
              </p:cNvSpPr>
              <p:nvPr/>
            </p:nvSpPr>
            <p:spPr bwMode="auto">
              <a:xfrm rot="1426593">
                <a:off x="4145" y="1614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82" name="Freeform 754"/>
              <p:cNvSpPr>
                <a:spLocks/>
              </p:cNvSpPr>
              <p:nvPr/>
            </p:nvSpPr>
            <p:spPr bwMode="auto">
              <a:xfrm rot="1426593">
                <a:off x="4017" y="1522"/>
                <a:ext cx="247" cy="123"/>
              </a:xfrm>
              <a:custGeom>
                <a:avLst/>
                <a:gdLst>
                  <a:gd name="T0" fmla="*/ 2102 w 120"/>
                  <a:gd name="T1" fmla="*/ 1517 h 60"/>
                  <a:gd name="T2" fmla="*/ 3427 w 120"/>
                  <a:gd name="T3" fmla="*/ 1312 h 60"/>
                  <a:gd name="T4" fmla="*/ 2338 w 120"/>
                  <a:gd name="T5" fmla="*/ 0 h 60"/>
                  <a:gd name="T6" fmla="*/ 1665 w 120"/>
                  <a:gd name="T7" fmla="*/ 2173 h 60"/>
                  <a:gd name="T8" fmla="*/ 2102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83" name="Freeform 755"/>
              <p:cNvSpPr>
                <a:spLocks/>
              </p:cNvSpPr>
              <p:nvPr/>
            </p:nvSpPr>
            <p:spPr bwMode="auto">
              <a:xfrm rot="1426593">
                <a:off x="4107" y="1627"/>
                <a:ext cx="135" cy="102"/>
              </a:xfrm>
              <a:custGeom>
                <a:avLst/>
                <a:gdLst>
                  <a:gd name="T0" fmla="*/ 0 w 66"/>
                  <a:gd name="T1" fmla="*/ 1053 h 50"/>
                  <a:gd name="T2" fmla="*/ 1925 w 66"/>
                  <a:gd name="T3" fmla="*/ 1485 h 50"/>
                  <a:gd name="T4" fmla="*/ 857 w 66"/>
                  <a:gd name="T5" fmla="*/ 416 h 50"/>
                  <a:gd name="T6" fmla="*/ 213 w 66"/>
                  <a:gd name="T7" fmla="*/ 204 h 50"/>
                  <a:gd name="T8" fmla="*/ 0 w 66"/>
                  <a:gd name="T9" fmla="*/ 1053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84" name="Freeform 756"/>
              <p:cNvSpPr>
                <a:spLocks/>
              </p:cNvSpPr>
              <p:nvPr/>
            </p:nvSpPr>
            <p:spPr bwMode="auto">
              <a:xfrm rot="1426593">
                <a:off x="4153" y="1493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85" name="Freeform 757"/>
              <p:cNvSpPr>
                <a:spLocks/>
              </p:cNvSpPr>
              <p:nvPr/>
            </p:nvSpPr>
            <p:spPr bwMode="auto">
              <a:xfrm rot="1426593">
                <a:off x="4154" y="1723"/>
                <a:ext cx="174" cy="138"/>
              </a:xfrm>
              <a:custGeom>
                <a:avLst/>
                <a:gdLst>
                  <a:gd name="T0" fmla="*/ 1823 w 84"/>
                  <a:gd name="T1" fmla="*/ 1648 h 68"/>
                  <a:gd name="T2" fmla="*/ 2747 w 84"/>
                  <a:gd name="T3" fmla="*/ 1445 h 68"/>
                  <a:gd name="T4" fmla="*/ 1823 w 84"/>
                  <a:gd name="T5" fmla="*/ 0 h 68"/>
                  <a:gd name="T6" fmla="*/ 922 w 84"/>
                  <a:gd name="T7" fmla="*/ 2273 h 68"/>
                  <a:gd name="T8" fmla="*/ 1823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4304" name="Group 758"/>
            <p:cNvGrpSpPr>
              <a:grpSpLocks/>
            </p:cNvGrpSpPr>
            <p:nvPr/>
          </p:nvGrpSpPr>
          <p:grpSpPr bwMode="auto">
            <a:xfrm>
              <a:off x="4304" y="1489"/>
              <a:ext cx="407" cy="367"/>
              <a:chOff x="4304" y="1489"/>
              <a:chExt cx="407" cy="367"/>
            </a:xfrm>
          </p:grpSpPr>
          <p:sp>
            <p:nvSpPr>
              <p:cNvPr id="22576" name="Freeform 759"/>
              <p:cNvSpPr>
                <a:spLocks/>
              </p:cNvSpPr>
              <p:nvPr/>
            </p:nvSpPr>
            <p:spPr bwMode="auto">
              <a:xfrm rot="-9373407">
                <a:off x="4304" y="1601"/>
                <a:ext cx="208" cy="134"/>
              </a:xfrm>
              <a:custGeom>
                <a:avLst/>
                <a:gdLst>
                  <a:gd name="T0" fmla="*/ 2226 w 101"/>
                  <a:gd name="T1" fmla="*/ 1340 h 66"/>
                  <a:gd name="T2" fmla="*/ 2447 w 101"/>
                  <a:gd name="T3" fmla="*/ 99 h 66"/>
                  <a:gd name="T4" fmla="*/ 881 w 101"/>
                  <a:gd name="T5" fmla="*/ 309 h 66"/>
                  <a:gd name="T6" fmla="*/ 2226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77" name="Freeform 760"/>
              <p:cNvSpPr>
                <a:spLocks/>
              </p:cNvSpPr>
              <p:nvPr/>
            </p:nvSpPr>
            <p:spPr bwMode="auto">
              <a:xfrm rot="-9373407">
                <a:off x="4390" y="1720"/>
                <a:ext cx="321" cy="122"/>
              </a:xfrm>
              <a:custGeom>
                <a:avLst/>
                <a:gdLst>
                  <a:gd name="T0" fmla="*/ 7792 w 120"/>
                  <a:gd name="T1" fmla="*/ 1456 h 60"/>
                  <a:gd name="T2" fmla="*/ 12752 w 120"/>
                  <a:gd name="T3" fmla="*/ 1244 h 60"/>
                  <a:gd name="T4" fmla="*/ 8651 w 120"/>
                  <a:gd name="T5" fmla="*/ 0 h 60"/>
                  <a:gd name="T6" fmla="*/ 6147 w 120"/>
                  <a:gd name="T7" fmla="*/ 2084 h 60"/>
                  <a:gd name="T8" fmla="*/ 7792 w 120"/>
                  <a:gd name="T9" fmla="*/ 1456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78" name="Freeform 761"/>
              <p:cNvSpPr>
                <a:spLocks/>
              </p:cNvSpPr>
              <p:nvPr/>
            </p:nvSpPr>
            <p:spPr bwMode="auto">
              <a:xfrm rot="-9373407">
                <a:off x="4416" y="1621"/>
                <a:ext cx="136" cy="102"/>
              </a:xfrm>
              <a:custGeom>
                <a:avLst/>
                <a:gdLst>
                  <a:gd name="T0" fmla="*/ 0 w 66"/>
                  <a:gd name="T1" fmla="*/ 1053 h 50"/>
                  <a:gd name="T2" fmla="*/ 2005 w 66"/>
                  <a:gd name="T3" fmla="*/ 1485 h 50"/>
                  <a:gd name="T4" fmla="*/ 884 w 66"/>
                  <a:gd name="T5" fmla="*/ 416 h 50"/>
                  <a:gd name="T6" fmla="*/ 220 w 66"/>
                  <a:gd name="T7" fmla="*/ 204 h 50"/>
                  <a:gd name="T8" fmla="*/ 0 w 66"/>
                  <a:gd name="T9" fmla="*/ 1053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79" name="Freeform 762"/>
              <p:cNvSpPr>
                <a:spLocks/>
              </p:cNvSpPr>
              <p:nvPr/>
            </p:nvSpPr>
            <p:spPr bwMode="auto">
              <a:xfrm rot="-9373407">
                <a:off x="4318" y="1728"/>
                <a:ext cx="187" cy="128"/>
              </a:xfrm>
              <a:custGeom>
                <a:avLst/>
                <a:gdLst>
                  <a:gd name="T0" fmla="*/ 1570 w 91"/>
                  <a:gd name="T1" fmla="*/ 1869 h 63"/>
                  <a:gd name="T2" fmla="*/ 3331 w 91"/>
                  <a:gd name="T3" fmla="*/ 1040 h 63"/>
                  <a:gd name="T4" fmla="*/ 3126 w 91"/>
                  <a:gd name="T5" fmla="*/ 412 h 63"/>
                  <a:gd name="T6" fmla="*/ 1802 w 91"/>
                  <a:gd name="T7" fmla="*/ 0 h 63"/>
                  <a:gd name="T8" fmla="*/ 2014 w 91"/>
                  <a:gd name="T9" fmla="*/ 2081 h 63"/>
                  <a:gd name="T10" fmla="*/ 1570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80" name="Freeform 763"/>
              <p:cNvSpPr>
                <a:spLocks/>
              </p:cNvSpPr>
              <p:nvPr/>
            </p:nvSpPr>
            <p:spPr bwMode="auto">
              <a:xfrm rot="-9373407">
                <a:off x="4330" y="1489"/>
                <a:ext cx="173" cy="138"/>
              </a:xfrm>
              <a:custGeom>
                <a:avLst/>
                <a:gdLst>
                  <a:gd name="T0" fmla="*/ 1781 w 84"/>
                  <a:gd name="T1" fmla="*/ 1648 h 68"/>
                  <a:gd name="T2" fmla="*/ 2663 w 84"/>
                  <a:gd name="T3" fmla="*/ 1445 h 68"/>
                  <a:gd name="T4" fmla="*/ 1781 w 84"/>
                  <a:gd name="T5" fmla="*/ 0 h 68"/>
                  <a:gd name="T6" fmla="*/ 881 w 84"/>
                  <a:gd name="T7" fmla="*/ 2273 h 68"/>
                  <a:gd name="T8" fmla="*/ 1781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1826" name="Oval 764"/>
          <p:cNvSpPr>
            <a:spLocks noChangeArrowheads="1"/>
          </p:cNvSpPr>
          <p:nvPr>
            <p:custDataLst>
              <p:tags r:id="rId322"/>
            </p:custDataLst>
          </p:nvPr>
        </p:nvSpPr>
        <p:spPr bwMode="auto">
          <a:xfrm rot="1426593">
            <a:off x="5726113" y="2895600"/>
            <a:ext cx="47625" cy="523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27" name="Oval 765"/>
          <p:cNvSpPr>
            <a:spLocks noChangeArrowheads="1"/>
          </p:cNvSpPr>
          <p:nvPr>
            <p:custDataLst>
              <p:tags r:id="rId323"/>
            </p:custDataLst>
          </p:nvPr>
        </p:nvSpPr>
        <p:spPr bwMode="auto">
          <a:xfrm rot="1426593">
            <a:off x="5868988" y="3071813"/>
            <a:ext cx="49212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28" name="Oval 766"/>
          <p:cNvSpPr>
            <a:spLocks noChangeArrowheads="1"/>
          </p:cNvSpPr>
          <p:nvPr>
            <p:custDataLst>
              <p:tags r:id="rId324"/>
            </p:custDataLst>
          </p:nvPr>
        </p:nvSpPr>
        <p:spPr bwMode="auto">
          <a:xfrm rot="1426593">
            <a:off x="6091238" y="3082925"/>
            <a:ext cx="46037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29" name="Oval 767"/>
          <p:cNvSpPr>
            <a:spLocks noChangeArrowheads="1"/>
          </p:cNvSpPr>
          <p:nvPr>
            <p:custDataLst>
              <p:tags r:id="rId325"/>
            </p:custDataLst>
          </p:nvPr>
        </p:nvSpPr>
        <p:spPr bwMode="auto">
          <a:xfrm rot="1426593">
            <a:off x="6321425" y="3214688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30" name="Oval 768"/>
          <p:cNvSpPr>
            <a:spLocks noChangeArrowheads="1"/>
          </p:cNvSpPr>
          <p:nvPr>
            <p:custDataLst>
              <p:tags r:id="rId326"/>
            </p:custDataLst>
          </p:nvPr>
        </p:nvSpPr>
        <p:spPr bwMode="auto">
          <a:xfrm rot="1426593">
            <a:off x="6078538" y="32162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31" name="Oval 769"/>
          <p:cNvSpPr>
            <a:spLocks noChangeArrowheads="1"/>
          </p:cNvSpPr>
          <p:nvPr>
            <p:custDataLst>
              <p:tags r:id="rId327"/>
            </p:custDataLst>
          </p:nvPr>
        </p:nvSpPr>
        <p:spPr bwMode="auto">
          <a:xfrm rot="1426593">
            <a:off x="6934200" y="3633788"/>
            <a:ext cx="49213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32" name="Oval 770"/>
          <p:cNvSpPr>
            <a:spLocks noChangeArrowheads="1"/>
          </p:cNvSpPr>
          <p:nvPr>
            <p:custDataLst>
              <p:tags r:id="rId328"/>
            </p:custDataLst>
          </p:nvPr>
        </p:nvSpPr>
        <p:spPr bwMode="auto">
          <a:xfrm rot="1426593">
            <a:off x="6719888" y="3586163"/>
            <a:ext cx="46037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33" name="Oval 771"/>
          <p:cNvSpPr>
            <a:spLocks noChangeArrowheads="1"/>
          </p:cNvSpPr>
          <p:nvPr>
            <p:custDataLst>
              <p:tags r:id="rId329"/>
            </p:custDataLst>
          </p:nvPr>
        </p:nvSpPr>
        <p:spPr bwMode="auto">
          <a:xfrm rot="1426593">
            <a:off x="5861050" y="325120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34" name="Oval 772"/>
          <p:cNvSpPr>
            <a:spLocks noChangeArrowheads="1"/>
          </p:cNvSpPr>
          <p:nvPr>
            <p:custDataLst>
              <p:tags r:id="rId330"/>
            </p:custDataLst>
          </p:nvPr>
        </p:nvSpPr>
        <p:spPr bwMode="auto">
          <a:xfrm rot="1426593">
            <a:off x="6051550" y="338772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35" name="Oval 773"/>
          <p:cNvSpPr>
            <a:spLocks noChangeArrowheads="1"/>
          </p:cNvSpPr>
          <p:nvPr>
            <p:custDataLst>
              <p:tags r:id="rId331"/>
            </p:custDataLst>
          </p:nvPr>
        </p:nvSpPr>
        <p:spPr bwMode="auto">
          <a:xfrm rot="1426593">
            <a:off x="6270625" y="3432175"/>
            <a:ext cx="46038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36" name="Oval 774"/>
          <p:cNvSpPr>
            <a:spLocks noChangeArrowheads="1"/>
          </p:cNvSpPr>
          <p:nvPr>
            <p:custDataLst>
              <p:tags r:id="rId332"/>
            </p:custDataLst>
          </p:nvPr>
        </p:nvSpPr>
        <p:spPr bwMode="auto">
          <a:xfrm rot="1426593">
            <a:off x="6480175" y="356076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37" name="Oval 775"/>
          <p:cNvSpPr>
            <a:spLocks noChangeArrowheads="1"/>
          </p:cNvSpPr>
          <p:nvPr>
            <p:custDataLst>
              <p:tags r:id="rId333"/>
            </p:custDataLst>
          </p:nvPr>
        </p:nvSpPr>
        <p:spPr bwMode="auto">
          <a:xfrm rot="1426593">
            <a:off x="6254750" y="3578225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38" name="Oval 776"/>
          <p:cNvSpPr>
            <a:spLocks noChangeArrowheads="1"/>
          </p:cNvSpPr>
          <p:nvPr>
            <p:custDataLst>
              <p:tags r:id="rId334"/>
            </p:custDataLst>
          </p:nvPr>
        </p:nvSpPr>
        <p:spPr bwMode="auto">
          <a:xfrm rot="1426593">
            <a:off x="6015038" y="3563938"/>
            <a:ext cx="46037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39" name="Oval 777"/>
          <p:cNvSpPr>
            <a:spLocks noChangeArrowheads="1"/>
          </p:cNvSpPr>
          <p:nvPr>
            <p:custDataLst>
              <p:tags r:id="rId335"/>
            </p:custDataLst>
          </p:nvPr>
        </p:nvSpPr>
        <p:spPr bwMode="auto">
          <a:xfrm rot="1426593">
            <a:off x="6765925" y="3260725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40" name="Oval 778"/>
          <p:cNvSpPr>
            <a:spLocks noChangeArrowheads="1"/>
          </p:cNvSpPr>
          <p:nvPr>
            <p:custDataLst>
              <p:tags r:id="rId336"/>
            </p:custDataLst>
          </p:nvPr>
        </p:nvSpPr>
        <p:spPr bwMode="auto">
          <a:xfrm rot="1426593">
            <a:off x="5683250" y="2724150"/>
            <a:ext cx="49213" cy="523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41" name="Oval 779"/>
          <p:cNvSpPr>
            <a:spLocks noChangeArrowheads="1"/>
          </p:cNvSpPr>
          <p:nvPr>
            <p:custDataLst>
              <p:tags r:id="rId337"/>
            </p:custDataLst>
          </p:nvPr>
        </p:nvSpPr>
        <p:spPr bwMode="auto">
          <a:xfrm rot="1426593">
            <a:off x="5911850" y="287972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42" name="Oval 780"/>
          <p:cNvSpPr>
            <a:spLocks noChangeArrowheads="1"/>
          </p:cNvSpPr>
          <p:nvPr>
            <p:custDataLst>
              <p:tags r:id="rId338"/>
            </p:custDataLst>
          </p:nvPr>
        </p:nvSpPr>
        <p:spPr bwMode="auto">
          <a:xfrm rot="1426593">
            <a:off x="6264275" y="307181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43" name="Oval 781"/>
          <p:cNvSpPr>
            <a:spLocks noChangeArrowheads="1"/>
          </p:cNvSpPr>
          <p:nvPr>
            <p:custDataLst>
              <p:tags r:id="rId339"/>
            </p:custDataLst>
          </p:nvPr>
        </p:nvSpPr>
        <p:spPr bwMode="auto">
          <a:xfrm rot="1426593">
            <a:off x="6764338" y="3400425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44" name="Oval 782"/>
          <p:cNvSpPr>
            <a:spLocks noChangeArrowheads="1"/>
          </p:cNvSpPr>
          <p:nvPr>
            <p:custDataLst>
              <p:tags r:id="rId340"/>
            </p:custDataLst>
          </p:nvPr>
        </p:nvSpPr>
        <p:spPr bwMode="auto">
          <a:xfrm rot="1426593">
            <a:off x="6573838" y="325120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45" name="Oval 783"/>
          <p:cNvSpPr>
            <a:spLocks noChangeArrowheads="1"/>
          </p:cNvSpPr>
          <p:nvPr>
            <p:custDataLst>
              <p:tags r:id="rId341"/>
            </p:custDataLst>
          </p:nvPr>
        </p:nvSpPr>
        <p:spPr bwMode="auto">
          <a:xfrm rot="1426593">
            <a:off x="6589713" y="341630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46" name="Oval 784"/>
          <p:cNvSpPr>
            <a:spLocks noChangeArrowheads="1"/>
          </p:cNvSpPr>
          <p:nvPr>
            <p:custDataLst>
              <p:tags r:id="rId342"/>
            </p:custDataLst>
          </p:nvPr>
        </p:nvSpPr>
        <p:spPr bwMode="auto">
          <a:xfrm rot="1426593">
            <a:off x="6438900" y="3406775"/>
            <a:ext cx="46038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47" name="Oval 785"/>
          <p:cNvSpPr>
            <a:spLocks noChangeArrowheads="1"/>
          </p:cNvSpPr>
          <p:nvPr>
            <p:custDataLst>
              <p:tags r:id="rId343"/>
            </p:custDataLst>
          </p:nvPr>
        </p:nvSpPr>
        <p:spPr bwMode="auto">
          <a:xfrm rot="1426593">
            <a:off x="6372225" y="2768600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48" name="Oval 786"/>
          <p:cNvSpPr>
            <a:spLocks noChangeArrowheads="1"/>
          </p:cNvSpPr>
          <p:nvPr>
            <p:custDataLst>
              <p:tags r:id="rId344"/>
            </p:custDataLst>
          </p:nvPr>
        </p:nvSpPr>
        <p:spPr bwMode="auto">
          <a:xfrm rot="1426593">
            <a:off x="6132513" y="2732088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49" name="Oval 787"/>
          <p:cNvSpPr>
            <a:spLocks noChangeArrowheads="1"/>
          </p:cNvSpPr>
          <p:nvPr>
            <p:custDataLst>
              <p:tags r:id="rId345"/>
            </p:custDataLst>
          </p:nvPr>
        </p:nvSpPr>
        <p:spPr bwMode="auto">
          <a:xfrm rot="1426593">
            <a:off x="5911850" y="27209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50" name="Oval 788"/>
          <p:cNvSpPr>
            <a:spLocks noChangeArrowheads="1"/>
          </p:cNvSpPr>
          <p:nvPr>
            <p:custDataLst>
              <p:tags r:id="rId346"/>
            </p:custDataLst>
          </p:nvPr>
        </p:nvSpPr>
        <p:spPr bwMode="auto">
          <a:xfrm rot="1426593">
            <a:off x="6099175" y="2901950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51" name="Oval 789"/>
          <p:cNvSpPr>
            <a:spLocks noChangeArrowheads="1"/>
          </p:cNvSpPr>
          <p:nvPr>
            <p:custDataLst>
              <p:tags r:id="rId347"/>
            </p:custDataLst>
          </p:nvPr>
        </p:nvSpPr>
        <p:spPr bwMode="auto">
          <a:xfrm rot="1426593">
            <a:off x="6267450" y="289083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52" name="Oval 790"/>
          <p:cNvSpPr>
            <a:spLocks noChangeArrowheads="1"/>
          </p:cNvSpPr>
          <p:nvPr>
            <p:custDataLst>
              <p:tags r:id="rId348"/>
            </p:custDataLst>
          </p:nvPr>
        </p:nvSpPr>
        <p:spPr bwMode="auto">
          <a:xfrm rot="1426593">
            <a:off x="6554788" y="3084513"/>
            <a:ext cx="46037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53" name="Oval 791"/>
          <p:cNvSpPr>
            <a:spLocks noChangeArrowheads="1"/>
          </p:cNvSpPr>
          <p:nvPr>
            <p:custDataLst>
              <p:tags r:id="rId349"/>
            </p:custDataLst>
          </p:nvPr>
        </p:nvSpPr>
        <p:spPr bwMode="auto">
          <a:xfrm rot="1426593">
            <a:off x="6965950" y="3448050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54" name="Oval 792"/>
          <p:cNvSpPr>
            <a:spLocks noChangeArrowheads="1"/>
          </p:cNvSpPr>
          <p:nvPr>
            <p:custDataLst>
              <p:tags r:id="rId350"/>
            </p:custDataLst>
          </p:nvPr>
        </p:nvSpPr>
        <p:spPr bwMode="auto">
          <a:xfrm rot="1426593">
            <a:off x="6934200" y="2930525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44305" name="Group 793"/>
          <p:cNvGrpSpPr>
            <a:grpSpLocks/>
          </p:cNvGrpSpPr>
          <p:nvPr>
            <p:custDataLst>
              <p:tags r:id="rId351"/>
            </p:custDataLst>
          </p:nvPr>
        </p:nvGrpSpPr>
        <p:grpSpPr bwMode="auto">
          <a:xfrm>
            <a:off x="6700838" y="2655888"/>
            <a:ext cx="273050" cy="219075"/>
            <a:chOff x="4221" y="1174"/>
            <a:chExt cx="172" cy="138"/>
          </a:xfrm>
        </p:grpSpPr>
        <p:sp>
          <p:nvSpPr>
            <p:cNvPr id="22570" name="Freeform 794"/>
            <p:cNvSpPr>
              <a:spLocks/>
            </p:cNvSpPr>
            <p:nvPr/>
          </p:nvSpPr>
          <p:spPr bwMode="auto">
            <a:xfrm rot="-9373407">
              <a:off x="4221" y="1174"/>
              <a:ext cx="172" cy="138"/>
            </a:xfrm>
            <a:custGeom>
              <a:avLst/>
              <a:gdLst>
                <a:gd name="T0" fmla="*/ 1728 w 84"/>
                <a:gd name="T1" fmla="*/ 1648 h 68"/>
                <a:gd name="T2" fmla="*/ 2582 w 84"/>
                <a:gd name="T3" fmla="*/ 1445 h 68"/>
                <a:gd name="T4" fmla="*/ 1728 w 84"/>
                <a:gd name="T5" fmla="*/ 0 h 68"/>
                <a:gd name="T6" fmla="*/ 860 w 84"/>
                <a:gd name="T7" fmla="*/ 2273 h 68"/>
                <a:gd name="T8" fmla="*/ 1728 w 84"/>
                <a:gd name="T9" fmla="*/ 164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71" name="Oval 795"/>
            <p:cNvSpPr>
              <a:spLocks noChangeArrowheads="1"/>
            </p:cNvSpPr>
            <p:nvPr/>
          </p:nvSpPr>
          <p:spPr bwMode="auto">
            <a:xfrm rot="1426593">
              <a:off x="4282" y="1234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4307" name="Group 796"/>
          <p:cNvGrpSpPr>
            <a:grpSpLocks/>
          </p:cNvGrpSpPr>
          <p:nvPr>
            <p:custDataLst>
              <p:tags r:id="rId352"/>
            </p:custDataLst>
          </p:nvPr>
        </p:nvGrpSpPr>
        <p:grpSpPr bwMode="auto">
          <a:xfrm>
            <a:off x="6416675" y="2663825"/>
            <a:ext cx="298450" cy="201613"/>
            <a:chOff x="4042" y="1179"/>
            <a:chExt cx="188" cy="127"/>
          </a:xfrm>
        </p:grpSpPr>
        <p:sp>
          <p:nvSpPr>
            <p:cNvPr id="22568" name="Freeform 797"/>
            <p:cNvSpPr>
              <a:spLocks/>
            </p:cNvSpPr>
            <p:nvPr/>
          </p:nvSpPr>
          <p:spPr bwMode="auto">
            <a:xfrm rot="1426593">
              <a:off x="4042" y="1179"/>
              <a:ext cx="188" cy="127"/>
            </a:xfrm>
            <a:custGeom>
              <a:avLst/>
              <a:gdLst>
                <a:gd name="T0" fmla="*/ 1622 w 91"/>
                <a:gd name="T1" fmla="*/ 1800 h 63"/>
                <a:gd name="T2" fmla="*/ 3423 w 91"/>
                <a:gd name="T3" fmla="*/ 992 h 63"/>
                <a:gd name="T4" fmla="*/ 3210 w 91"/>
                <a:gd name="T5" fmla="*/ 395 h 63"/>
                <a:gd name="T6" fmla="*/ 1843 w 91"/>
                <a:gd name="T7" fmla="*/ 0 h 63"/>
                <a:gd name="T8" fmla="*/ 2082 w 91"/>
                <a:gd name="T9" fmla="*/ 2000 h 63"/>
                <a:gd name="T10" fmla="*/ 1622 w 91"/>
                <a:gd name="T11" fmla="*/ 1800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69" name="Oval 798"/>
            <p:cNvSpPr>
              <a:spLocks noChangeArrowheads="1"/>
            </p:cNvSpPr>
            <p:nvPr/>
          </p:nvSpPr>
          <p:spPr bwMode="auto">
            <a:xfrm rot="1426593">
              <a:off x="4157" y="1227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1857" name="Oval 799"/>
          <p:cNvSpPr>
            <a:spLocks noChangeArrowheads="1"/>
          </p:cNvSpPr>
          <p:nvPr>
            <p:custDataLst>
              <p:tags r:id="rId353"/>
            </p:custDataLst>
          </p:nvPr>
        </p:nvSpPr>
        <p:spPr bwMode="auto">
          <a:xfrm rot="1426593">
            <a:off x="6788150" y="2946400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58" name="Oval 800"/>
          <p:cNvSpPr>
            <a:spLocks noChangeArrowheads="1"/>
          </p:cNvSpPr>
          <p:nvPr>
            <p:custDataLst>
              <p:tags r:id="rId354"/>
            </p:custDataLst>
          </p:nvPr>
        </p:nvSpPr>
        <p:spPr bwMode="auto">
          <a:xfrm rot="1426593">
            <a:off x="6408738" y="2936875"/>
            <a:ext cx="49212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59" name="Oval 801"/>
          <p:cNvSpPr>
            <a:spLocks noChangeArrowheads="1"/>
          </p:cNvSpPr>
          <p:nvPr>
            <p:custDataLst>
              <p:tags r:id="rId355"/>
            </p:custDataLst>
          </p:nvPr>
        </p:nvSpPr>
        <p:spPr bwMode="auto">
          <a:xfrm rot="1426593">
            <a:off x="6572250" y="2897188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60" name="Oval 802"/>
          <p:cNvSpPr>
            <a:spLocks noChangeArrowheads="1"/>
          </p:cNvSpPr>
          <p:nvPr>
            <p:custDataLst>
              <p:tags r:id="rId356"/>
            </p:custDataLst>
          </p:nvPr>
        </p:nvSpPr>
        <p:spPr bwMode="auto">
          <a:xfrm rot="1426593">
            <a:off x="6764338" y="3095625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61" name="Oval 803"/>
          <p:cNvSpPr>
            <a:spLocks noChangeArrowheads="1"/>
          </p:cNvSpPr>
          <p:nvPr>
            <p:custDataLst>
              <p:tags r:id="rId357"/>
            </p:custDataLst>
          </p:nvPr>
        </p:nvSpPr>
        <p:spPr bwMode="auto">
          <a:xfrm rot="1426593">
            <a:off x="6953250" y="3243263"/>
            <a:ext cx="49213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62" name="Oval 804"/>
          <p:cNvSpPr>
            <a:spLocks noChangeArrowheads="1"/>
          </p:cNvSpPr>
          <p:nvPr>
            <p:custDataLst>
              <p:tags r:id="rId358"/>
            </p:custDataLst>
          </p:nvPr>
        </p:nvSpPr>
        <p:spPr bwMode="auto">
          <a:xfrm rot="1426593">
            <a:off x="6959600" y="3074988"/>
            <a:ext cx="47625" cy="49212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44308" name="Group 805"/>
          <p:cNvGrpSpPr>
            <a:grpSpLocks/>
          </p:cNvGrpSpPr>
          <p:nvPr>
            <p:custDataLst>
              <p:tags r:id="rId359"/>
            </p:custDataLst>
          </p:nvPr>
        </p:nvGrpSpPr>
        <p:grpSpPr bwMode="auto">
          <a:xfrm>
            <a:off x="5807075" y="3635375"/>
            <a:ext cx="1536700" cy="617538"/>
            <a:chOff x="3658" y="1791"/>
            <a:chExt cx="968" cy="389"/>
          </a:xfrm>
        </p:grpSpPr>
        <p:grpSp>
          <p:nvGrpSpPr>
            <p:cNvPr id="244309" name="Group 806"/>
            <p:cNvGrpSpPr>
              <a:grpSpLocks/>
            </p:cNvGrpSpPr>
            <p:nvPr/>
          </p:nvGrpSpPr>
          <p:grpSpPr bwMode="auto">
            <a:xfrm>
              <a:off x="3658" y="1795"/>
              <a:ext cx="337" cy="369"/>
              <a:chOff x="3658" y="1795"/>
              <a:chExt cx="337" cy="369"/>
            </a:xfrm>
          </p:grpSpPr>
          <p:sp>
            <p:nvSpPr>
              <p:cNvPr id="22563" name="Freeform 807"/>
              <p:cNvSpPr>
                <a:spLocks/>
              </p:cNvSpPr>
              <p:nvPr/>
            </p:nvSpPr>
            <p:spPr bwMode="auto">
              <a:xfrm rot="1426593">
                <a:off x="3786" y="1917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4" name="Freeform 808"/>
              <p:cNvSpPr>
                <a:spLocks/>
              </p:cNvSpPr>
              <p:nvPr/>
            </p:nvSpPr>
            <p:spPr bwMode="auto">
              <a:xfrm rot="1426593">
                <a:off x="3658" y="1824"/>
                <a:ext cx="247" cy="123"/>
              </a:xfrm>
              <a:custGeom>
                <a:avLst/>
                <a:gdLst>
                  <a:gd name="T0" fmla="*/ 2102 w 120"/>
                  <a:gd name="T1" fmla="*/ 1517 h 60"/>
                  <a:gd name="T2" fmla="*/ 3427 w 120"/>
                  <a:gd name="T3" fmla="*/ 1312 h 60"/>
                  <a:gd name="T4" fmla="*/ 2338 w 120"/>
                  <a:gd name="T5" fmla="*/ 0 h 60"/>
                  <a:gd name="T6" fmla="*/ 1665 w 120"/>
                  <a:gd name="T7" fmla="*/ 2173 h 60"/>
                  <a:gd name="T8" fmla="*/ 2102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5" name="Freeform 809"/>
              <p:cNvSpPr>
                <a:spLocks/>
              </p:cNvSpPr>
              <p:nvPr/>
            </p:nvSpPr>
            <p:spPr bwMode="auto">
              <a:xfrm rot="1426593">
                <a:off x="3748" y="1929"/>
                <a:ext cx="135" cy="103"/>
              </a:xfrm>
              <a:custGeom>
                <a:avLst/>
                <a:gdLst>
                  <a:gd name="T0" fmla="*/ 0 w 66"/>
                  <a:gd name="T1" fmla="*/ 1121 h 50"/>
                  <a:gd name="T2" fmla="*/ 1925 w 66"/>
                  <a:gd name="T3" fmla="*/ 1566 h 50"/>
                  <a:gd name="T4" fmla="*/ 857 w 66"/>
                  <a:gd name="T5" fmla="*/ 453 h 50"/>
                  <a:gd name="T6" fmla="*/ 213 w 66"/>
                  <a:gd name="T7" fmla="*/ 220 h 50"/>
                  <a:gd name="T8" fmla="*/ 0 w 66"/>
                  <a:gd name="T9" fmla="*/ 1121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6" name="Freeform 810"/>
              <p:cNvSpPr>
                <a:spLocks/>
              </p:cNvSpPr>
              <p:nvPr/>
            </p:nvSpPr>
            <p:spPr bwMode="auto">
              <a:xfrm rot="1426593">
                <a:off x="3794" y="1795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7" name="Freeform 811"/>
              <p:cNvSpPr>
                <a:spLocks/>
              </p:cNvSpPr>
              <p:nvPr/>
            </p:nvSpPr>
            <p:spPr bwMode="auto">
              <a:xfrm rot="1426593">
                <a:off x="3795" y="2026"/>
                <a:ext cx="174" cy="138"/>
              </a:xfrm>
              <a:custGeom>
                <a:avLst/>
                <a:gdLst>
                  <a:gd name="T0" fmla="*/ 1823 w 84"/>
                  <a:gd name="T1" fmla="*/ 1648 h 68"/>
                  <a:gd name="T2" fmla="*/ 2747 w 84"/>
                  <a:gd name="T3" fmla="*/ 1445 h 68"/>
                  <a:gd name="T4" fmla="*/ 1823 w 84"/>
                  <a:gd name="T5" fmla="*/ 0 h 68"/>
                  <a:gd name="T6" fmla="*/ 922 w 84"/>
                  <a:gd name="T7" fmla="*/ 2273 h 68"/>
                  <a:gd name="T8" fmla="*/ 1823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4310" name="Group 812"/>
            <p:cNvGrpSpPr>
              <a:grpSpLocks/>
            </p:cNvGrpSpPr>
            <p:nvPr/>
          </p:nvGrpSpPr>
          <p:grpSpPr bwMode="auto">
            <a:xfrm>
              <a:off x="3944" y="1791"/>
              <a:ext cx="339" cy="368"/>
              <a:chOff x="3944" y="1791"/>
              <a:chExt cx="339" cy="368"/>
            </a:xfrm>
          </p:grpSpPr>
          <p:sp>
            <p:nvSpPr>
              <p:cNvPr id="22558" name="Freeform 813"/>
              <p:cNvSpPr>
                <a:spLocks/>
              </p:cNvSpPr>
              <p:nvPr/>
            </p:nvSpPr>
            <p:spPr bwMode="auto">
              <a:xfrm rot="-9373407">
                <a:off x="3944" y="1903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9" name="Freeform 814"/>
              <p:cNvSpPr>
                <a:spLocks/>
              </p:cNvSpPr>
              <p:nvPr/>
            </p:nvSpPr>
            <p:spPr bwMode="auto">
              <a:xfrm rot="-9373407">
                <a:off x="4035" y="2008"/>
                <a:ext cx="248" cy="123"/>
              </a:xfrm>
              <a:custGeom>
                <a:avLst/>
                <a:gdLst>
                  <a:gd name="T0" fmla="*/ 2153 w 120"/>
                  <a:gd name="T1" fmla="*/ 1517 h 60"/>
                  <a:gd name="T2" fmla="*/ 3503 w 120"/>
                  <a:gd name="T3" fmla="*/ 1312 h 60"/>
                  <a:gd name="T4" fmla="*/ 2375 w 120"/>
                  <a:gd name="T5" fmla="*/ 0 h 60"/>
                  <a:gd name="T6" fmla="*/ 1695 w 120"/>
                  <a:gd name="T7" fmla="*/ 2173 h 60"/>
                  <a:gd name="T8" fmla="*/ 2153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0" name="Freeform 815"/>
              <p:cNvSpPr>
                <a:spLocks/>
              </p:cNvSpPr>
              <p:nvPr/>
            </p:nvSpPr>
            <p:spPr bwMode="auto">
              <a:xfrm rot="-9373407">
                <a:off x="4057" y="1923"/>
                <a:ext cx="136" cy="103"/>
              </a:xfrm>
              <a:custGeom>
                <a:avLst/>
                <a:gdLst>
                  <a:gd name="T0" fmla="*/ 0 w 66"/>
                  <a:gd name="T1" fmla="*/ 1121 h 50"/>
                  <a:gd name="T2" fmla="*/ 2005 w 66"/>
                  <a:gd name="T3" fmla="*/ 1566 h 50"/>
                  <a:gd name="T4" fmla="*/ 884 w 66"/>
                  <a:gd name="T5" fmla="*/ 453 h 50"/>
                  <a:gd name="T6" fmla="*/ 220 w 66"/>
                  <a:gd name="T7" fmla="*/ 220 h 50"/>
                  <a:gd name="T8" fmla="*/ 0 w 66"/>
                  <a:gd name="T9" fmla="*/ 1121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1" name="Freeform 816"/>
              <p:cNvSpPr>
                <a:spLocks/>
              </p:cNvSpPr>
              <p:nvPr/>
            </p:nvSpPr>
            <p:spPr bwMode="auto">
              <a:xfrm rot="-9373407">
                <a:off x="3958" y="2031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62" name="Freeform 817"/>
              <p:cNvSpPr>
                <a:spLocks/>
              </p:cNvSpPr>
              <p:nvPr/>
            </p:nvSpPr>
            <p:spPr bwMode="auto">
              <a:xfrm rot="-9373407">
                <a:off x="3971" y="1791"/>
                <a:ext cx="173" cy="138"/>
              </a:xfrm>
              <a:custGeom>
                <a:avLst/>
                <a:gdLst>
                  <a:gd name="T0" fmla="*/ 1781 w 84"/>
                  <a:gd name="T1" fmla="*/ 1648 h 68"/>
                  <a:gd name="T2" fmla="*/ 2663 w 84"/>
                  <a:gd name="T3" fmla="*/ 1445 h 68"/>
                  <a:gd name="T4" fmla="*/ 1781 w 84"/>
                  <a:gd name="T5" fmla="*/ 0 h 68"/>
                  <a:gd name="T6" fmla="*/ 881 w 84"/>
                  <a:gd name="T7" fmla="*/ 2273 h 68"/>
                  <a:gd name="T8" fmla="*/ 1781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4311" name="Group 818"/>
            <p:cNvGrpSpPr>
              <a:grpSpLocks/>
            </p:cNvGrpSpPr>
            <p:nvPr/>
          </p:nvGrpSpPr>
          <p:grpSpPr bwMode="auto">
            <a:xfrm>
              <a:off x="4091" y="1811"/>
              <a:ext cx="336" cy="369"/>
              <a:chOff x="4091" y="1811"/>
              <a:chExt cx="336" cy="369"/>
            </a:xfrm>
          </p:grpSpPr>
          <p:sp>
            <p:nvSpPr>
              <p:cNvPr id="22553" name="Freeform 819"/>
              <p:cNvSpPr>
                <a:spLocks/>
              </p:cNvSpPr>
              <p:nvPr/>
            </p:nvSpPr>
            <p:spPr bwMode="auto">
              <a:xfrm rot="1426593">
                <a:off x="4219" y="1933"/>
                <a:ext cx="208" cy="134"/>
              </a:xfrm>
              <a:custGeom>
                <a:avLst/>
                <a:gdLst>
                  <a:gd name="T0" fmla="*/ 2226 w 101"/>
                  <a:gd name="T1" fmla="*/ 1340 h 66"/>
                  <a:gd name="T2" fmla="*/ 2447 w 101"/>
                  <a:gd name="T3" fmla="*/ 99 h 66"/>
                  <a:gd name="T4" fmla="*/ 881 w 101"/>
                  <a:gd name="T5" fmla="*/ 309 h 66"/>
                  <a:gd name="T6" fmla="*/ 2226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4" name="Freeform 820"/>
              <p:cNvSpPr>
                <a:spLocks/>
              </p:cNvSpPr>
              <p:nvPr/>
            </p:nvSpPr>
            <p:spPr bwMode="auto">
              <a:xfrm rot="1426593">
                <a:off x="4091" y="1840"/>
                <a:ext cx="247" cy="123"/>
              </a:xfrm>
              <a:custGeom>
                <a:avLst/>
                <a:gdLst>
                  <a:gd name="T0" fmla="*/ 2102 w 120"/>
                  <a:gd name="T1" fmla="*/ 1517 h 60"/>
                  <a:gd name="T2" fmla="*/ 3427 w 120"/>
                  <a:gd name="T3" fmla="*/ 1312 h 60"/>
                  <a:gd name="T4" fmla="*/ 2338 w 120"/>
                  <a:gd name="T5" fmla="*/ 0 h 60"/>
                  <a:gd name="T6" fmla="*/ 1665 w 120"/>
                  <a:gd name="T7" fmla="*/ 2173 h 60"/>
                  <a:gd name="T8" fmla="*/ 2102 w 120"/>
                  <a:gd name="T9" fmla="*/ 1517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0"/>
                  <a:gd name="T16" fmla="*/ 0 h 60"/>
                  <a:gd name="T17" fmla="*/ 120 w 120"/>
                  <a:gd name="T18" fmla="*/ 60 h 6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0" h="60">
                    <a:moveTo>
                      <a:pt x="57" y="42"/>
                    </a:moveTo>
                    <a:cubicBezTo>
                      <a:pt x="69" y="40"/>
                      <a:pt x="82" y="42"/>
                      <a:pt x="93" y="36"/>
                    </a:cubicBezTo>
                    <a:cubicBezTo>
                      <a:pt x="120" y="20"/>
                      <a:pt x="70" y="4"/>
                      <a:pt x="63" y="0"/>
                    </a:cubicBezTo>
                    <a:cubicBezTo>
                      <a:pt x="22" y="10"/>
                      <a:pt x="0" y="30"/>
                      <a:pt x="45" y="60"/>
                    </a:cubicBezTo>
                    <a:cubicBezTo>
                      <a:pt x="67" y="53"/>
                      <a:pt x="66" y="60"/>
                      <a:pt x="57" y="42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5" name="Freeform 821"/>
              <p:cNvSpPr>
                <a:spLocks/>
              </p:cNvSpPr>
              <p:nvPr/>
            </p:nvSpPr>
            <p:spPr bwMode="auto">
              <a:xfrm rot="1426593">
                <a:off x="4180" y="1945"/>
                <a:ext cx="136" cy="103"/>
              </a:xfrm>
              <a:custGeom>
                <a:avLst/>
                <a:gdLst>
                  <a:gd name="T0" fmla="*/ 0 w 66"/>
                  <a:gd name="T1" fmla="*/ 1121 h 50"/>
                  <a:gd name="T2" fmla="*/ 2005 w 66"/>
                  <a:gd name="T3" fmla="*/ 1566 h 50"/>
                  <a:gd name="T4" fmla="*/ 884 w 66"/>
                  <a:gd name="T5" fmla="*/ 453 h 50"/>
                  <a:gd name="T6" fmla="*/ 220 w 66"/>
                  <a:gd name="T7" fmla="*/ 220 h 50"/>
                  <a:gd name="T8" fmla="*/ 0 w 66"/>
                  <a:gd name="T9" fmla="*/ 1121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6" name="Freeform 822"/>
              <p:cNvSpPr>
                <a:spLocks/>
              </p:cNvSpPr>
              <p:nvPr/>
            </p:nvSpPr>
            <p:spPr bwMode="auto">
              <a:xfrm rot="1426593">
                <a:off x="4226" y="1811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7" name="Freeform 823"/>
              <p:cNvSpPr>
                <a:spLocks/>
              </p:cNvSpPr>
              <p:nvPr/>
            </p:nvSpPr>
            <p:spPr bwMode="auto">
              <a:xfrm rot="1426593">
                <a:off x="4227" y="2042"/>
                <a:ext cx="174" cy="138"/>
              </a:xfrm>
              <a:custGeom>
                <a:avLst/>
                <a:gdLst>
                  <a:gd name="T0" fmla="*/ 1823 w 84"/>
                  <a:gd name="T1" fmla="*/ 1648 h 68"/>
                  <a:gd name="T2" fmla="*/ 2747 w 84"/>
                  <a:gd name="T3" fmla="*/ 1445 h 68"/>
                  <a:gd name="T4" fmla="*/ 1823 w 84"/>
                  <a:gd name="T5" fmla="*/ 0 h 68"/>
                  <a:gd name="T6" fmla="*/ 922 w 84"/>
                  <a:gd name="T7" fmla="*/ 2273 h 68"/>
                  <a:gd name="T8" fmla="*/ 1823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44312" name="Group 824"/>
            <p:cNvGrpSpPr>
              <a:grpSpLocks/>
            </p:cNvGrpSpPr>
            <p:nvPr/>
          </p:nvGrpSpPr>
          <p:grpSpPr bwMode="auto">
            <a:xfrm>
              <a:off x="4377" y="1807"/>
              <a:ext cx="249" cy="368"/>
              <a:chOff x="4377" y="1807"/>
              <a:chExt cx="249" cy="368"/>
            </a:xfrm>
          </p:grpSpPr>
          <p:sp>
            <p:nvSpPr>
              <p:cNvPr id="22549" name="Freeform 825"/>
              <p:cNvSpPr>
                <a:spLocks/>
              </p:cNvSpPr>
              <p:nvPr/>
            </p:nvSpPr>
            <p:spPr bwMode="auto">
              <a:xfrm rot="-9373407">
                <a:off x="4377" y="1919"/>
                <a:ext cx="209" cy="134"/>
              </a:xfrm>
              <a:custGeom>
                <a:avLst/>
                <a:gdLst>
                  <a:gd name="T0" fmla="*/ 2278 w 101"/>
                  <a:gd name="T1" fmla="*/ 1340 h 66"/>
                  <a:gd name="T2" fmla="*/ 2510 w 101"/>
                  <a:gd name="T3" fmla="*/ 99 h 66"/>
                  <a:gd name="T4" fmla="*/ 913 w 101"/>
                  <a:gd name="T5" fmla="*/ 309 h 66"/>
                  <a:gd name="T6" fmla="*/ 2278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0" name="Freeform 826"/>
              <p:cNvSpPr>
                <a:spLocks/>
              </p:cNvSpPr>
              <p:nvPr/>
            </p:nvSpPr>
            <p:spPr bwMode="auto">
              <a:xfrm rot="-9373407">
                <a:off x="4490" y="1939"/>
                <a:ext cx="136" cy="103"/>
              </a:xfrm>
              <a:custGeom>
                <a:avLst/>
                <a:gdLst>
                  <a:gd name="T0" fmla="*/ 0 w 66"/>
                  <a:gd name="T1" fmla="*/ 1121 h 50"/>
                  <a:gd name="T2" fmla="*/ 2005 w 66"/>
                  <a:gd name="T3" fmla="*/ 1566 h 50"/>
                  <a:gd name="T4" fmla="*/ 884 w 66"/>
                  <a:gd name="T5" fmla="*/ 453 h 50"/>
                  <a:gd name="T6" fmla="*/ 220 w 66"/>
                  <a:gd name="T7" fmla="*/ 220 h 50"/>
                  <a:gd name="T8" fmla="*/ 0 w 66"/>
                  <a:gd name="T9" fmla="*/ 1121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50"/>
                  <a:gd name="T17" fmla="*/ 66 w 66"/>
                  <a:gd name="T18" fmla="*/ 50 h 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50">
                    <a:moveTo>
                      <a:pt x="0" y="30"/>
                    </a:moveTo>
                    <a:cubicBezTo>
                      <a:pt x="21" y="44"/>
                      <a:pt x="29" y="50"/>
                      <a:pt x="54" y="42"/>
                    </a:cubicBezTo>
                    <a:cubicBezTo>
                      <a:pt x="64" y="12"/>
                      <a:pt x="66" y="26"/>
                      <a:pt x="24" y="12"/>
                    </a:cubicBezTo>
                    <a:cubicBezTo>
                      <a:pt x="18" y="10"/>
                      <a:pt x="8" y="0"/>
                      <a:pt x="6" y="6"/>
                    </a:cubicBezTo>
                    <a:cubicBezTo>
                      <a:pt x="4" y="14"/>
                      <a:pt x="2" y="22"/>
                      <a:pt x="0" y="30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1" name="Freeform 827"/>
              <p:cNvSpPr>
                <a:spLocks/>
              </p:cNvSpPr>
              <p:nvPr/>
            </p:nvSpPr>
            <p:spPr bwMode="auto">
              <a:xfrm rot="-9373407">
                <a:off x="4391" y="2047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52" name="Freeform 828"/>
              <p:cNvSpPr>
                <a:spLocks/>
              </p:cNvSpPr>
              <p:nvPr/>
            </p:nvSpPr>
            <p:spPr bwMode="auto">
              <a:xfrm rot="-9373407">
                <a:off x="4404" y="1807"/>
                <a:ext cx="173" cy="138"/>
              </a:xfrm>
              <a:custGeom>
                <a:avLst/>
                <a:gdLst>
                  <a:gd name="T0" fmla="*/ 1781 w 84"/>
                  <a:gd name="T1" fmla="*/ 1648 h 68"/>
                  <a:gd name="T2" fmla="*/ 2663 w 84"/>
                  <a:gd name="T3" fmla="*/ 1445 h 68"/>
                  <a:gd name="T4" fmla="*/ 1781 w 84"/>
                  <a:gd name="T5" fmla="*/ 0 h 68"/>
                  <a:gd name="T6" fmla="*/ 881 w 84"/>
                  <a:gd name="T7" fmla="*/ 2273 h 68"/>
                  <a:gd name="T8" fmla="*/ 1781 w 84"/>
                  <a:gd name="T9" fmla="*/ 1648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244313" name="Group 829"/>
          <p:cNvGrpSpPr>
            <a:grpSpLocks/>
          </p:cNvGrpSpPr>
          <p:nvPr>
            <p:custDataLst>
              <p:tags r:id="rId360"/>
            </p:custDataLst>
          </p:nvPr>
        </p:nvGrpSpPr>
        <p:grpSpPr bwMode="auto">
          <a:xfrm>
            <a:off x="5981700" y="4144963"/>
            <a:ext cx="534988" cy="582612"/>
            <a:chOff x="3768" y="2112"/>
            <a:chExt cx="337" cy="367"/>
          </a:xfrm>
        </p:grpSpPr>
        <p:sp>
          <p:nvSpPr>
            <p:cNvPr id="22540" name="Freeform 830"/>
            <p:cNvSpPr>
              <a:spLocks/>
            </p:cNvSpPr>
            <p:nvPr/>
          </p:nvSpPr>
          <p:spPr bwMode="auto">
            <a:xfrm rot="1426593">
              <a:off x="3896" y="2232"/>
              <a:ext cx="209" cy="134"/>
            </a:xfrm>
            <a:custGeom>
              <a:avLst/>
              <a:gdLst>
                <a:gd name="T0" fmla="*/ 2278 w 101"/>
                <a:gd name="T1" fmla="*/ 1340 h 66"/>
                <a:gd name="T2" fmla="*/ 2510 w 101"/>
                <a:gd name="T3" fmla="*/ 99 h 66"/>
                <a:gd name="T4" fmla="*/ 913 w 101"/>
                <a:gd name="T5" fmla="*/ 309 h 66"/>
                <a:gd name="T6" fmla="*/ 2278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1" name="Freeform 831"/>
            <p:cNvSpPr>
              <a:spLocks/>
            </p:cNvSpPr>
            <p:nvPr/>
          </p:nvSpPr>
          <p:spPr bwMode="auto">
            <a:xfrm rot="1426593">
              <a:off x="3768" y="2141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2" name="Freeform 832"/>
            <p:cNvSpPr>
              <a:spLocks/>
            </p:cNvSpPr>
            <p:nvPr/>
          </p:nvSpPr>
          <p:spPr bwMode="auto">
            <a:xfrm rot="1426593">
              <a:off x="3858" y="2246"/>
              <a:ext cx="135" cy="101"/>
            </a:xfrm>
            <a:custGeom>
              <a:avLst/>
              <a:gdLst>
                <a:gd name="T0" fmla="*/ 0 w 66"/>
                <a:gd name="T1" fmla="*/ 1012 h 50"/>
                <a:gd name="T2" fmla="*/ 1925 w 66"/>
                <a:gd name="T3" fmla="*/ 1416 h 50"/>
                <a:gd name="T4" fmla="*/ 857 w 66"/>
                <a:gd name="T5" fmla="*/ 396 h 50"/>
                <a:gd name="T6" fmla="*/ 213 w 66"/>
                <a:gd name="T7" fmla="*/ 196 h 50"/>
                <a:gd name="T8" fmla="*/ 0 w 66"/>
                <a:gd name="T9" fmla="*/ 101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3" name="Freeform 833"/>
            <p:cNvSpPr>
              <a:spLocks/>
            </p:cNvSpPr>
            <p:nvPr/>
          </p:nvSpPr>
          <p:spPr bwMode="auto">
            <a:xfrm rot="1426593">
              <a:off x="3904" y="2112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44" name="Freeform 834"/>
            <p:cNvSpPr>
              <a:spLocks/>
            </p:cNvSpPr>
            <p:nvPr/>
          </p:nvSpPr>
          <p:spPr bwMode="auto">
            <a:xfrm rot="1426593">
              <a:off x="3905" y="2342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314" name="Group 835"/>
          <p:cNvGrpSpPr>
            <a:grpSpLocks/>
          </p:cNvGrpSpPr>
          <p:nvPr>
            <p:custDataLst>
              <p:tags r:id="rId361"/>
            </p:custDataLst>
          </p:nvPr>
        </p:nvGrpSpPr>
        <p:grpSpPr bwMode="auto">
          <a:xfrm>
            <a:off x="6438900" y="4137025"/>
            <a:ext cx="534988" cy="582613"/>
            <a:chOff x="4056" y="2107"/>
            <a:chExt cx="337" cy="367"/>
          </a:xfrm>
        </p:grpSpPr>
        <p:sp>
          <p:nvSpPr>
            <p:cNvPr id="22535" name="Freeform 836"/>
            <p:cNvSpPr>
              <a:spLocks/>
            </p:cNvSpPr>
            <p:nvPr/>
          </p:nvSpPr>
          <p:spPr bwMode="auto">
            <a:xfrm rot="-9373407">
              <a:off x="4056" y="2219"/>
              <a:ext cx="208" cy="134"/>
            </a:xfrm>
            <a:custGeom>
              <a:avLst/>
              <a:gdLst>
                <a:gd name="T0" fmla="*/ 2226 w 101"/>
                <a:gd name="T1" fmla="*/ 1340 h 66"/>
                <a:gd name="T2" fmla="*/ 2447 w 101"/>
                <a:gd name="T3" fmla="*/ 99 h 66"/>
                <a:gd name="T4" fmla="*/ 881 w 101"/>
                <a:gd name="T5" fmla="*/ 309 h 66"/>
                <a:gd name="T6" fmla="*/ 2226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36" name="Freeform 837"/>
            <p:cNvSpPr>
              <a:spLocks/>
            </p:cNvSpPr>
            <p:nvPr/>
          </p:nvSpPr>
          <p:spPr bwMode="auto">
            <a:xfrm rot="-9373407">
              <a:off x="4146" y="2323"/>
              <a:ext cx="247" cy="123"/>
            </a:xfrm>
            <a:custGeom>
              <a:avLst/>
              <a:gdLst>
                <a:gd name="T0" fmla="*/ 2102 w 120"/>
                <a:gd name="T1" fmla="*/ 1517 h 60"/>
                <a:gd name="T2" fmla="*/ 3427 w 120"/>
                <a:gd name="T3" fmla="*/ 1312 h 60"/>
                <a:gd name="T4" fmla="*/ 2338 w 120"/>
                <a:gd name="T5" fmla="*/ 0 h 60"/>
                <a:gd name="T6" fmla="*/ 1665 w 120"/>
                <a:gd name="T7" fmla="*/ 2173 h 60"/>
                <a:gd name="T8" fmla="*/ 2102 w 120"/>
                <a:gd name="T9" fmla="*/ 151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37" name="Freeform 838"/>
            <p:cNvSpPr>
              <a:spLocks/>
            </p:cNvSpPr>
            <p:nvPr/>
          </p:nvSpPr>
          <p:spPr bwMode="auto">
            <a:xfrm rot="-9373407">
              <a:off x="4168" y="2239"/>
              <a:ext cx="136" cy="102"/>
            </a:xfrm>
            <a:custGeom>
              <a:avLst/>
              <a:gdLst>
                <a:gd name="T0" fmla="*/ 0 w 66"/>
                <a:gd name="T1" fmla="*/ 1053 h 50"/>
                <a:gd name="T2" fmla="*/ 2005 w 66"/>
                <a:gd name="T3" fmla="*/ 1485 h 50"/>
                <a:gd name="T4" fmla="*/ 884 w 66"/>
                <a:gd name="T5" fmla="*/ 416 h 50"/>
                <a:gd name="T6" fmla="*/ 220 w 66"/>
                <a:gd name="T7" fmla="*/ 204 h 50"/>
                <a:gd name="T8" fmla="*/ 0 w 66"/>
                <a:gd name="T9" fmla="*/ 105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38" name="Freeform 839"/>
            <p:cNvSpPr>
              <a:spLocks/>
            </p:cNvSpPr>
            <p:nvPr/>
          </p:nvSpPr>
          <p:spPr bwMode="auto">
            <a:xfrm rot="-9373407">
              <a:off x="4070" y="2346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39" name="Freeform 840"/>
            <p:cNvSpPr>
              <a:spLocks/>
            </p:cNvSpPr>
            <p:nvPr/>
          </p:nvSpPr>
          <p:spPr bwMode="auto">
            <a:xfrm rot="-9373407">
              <a:off x="4082" y="2107"/>
              <a:ext cx="174" cy="138"/>
            </a:xfrm>
            <a:custGeom>
              <a:avLst/>
              <a:gdLst>
                <a:gd name="T0" fmla="*/ 1823 w 84"/>
                <a:gd name="T1" fmla="*/ 1648 h 68"/>
                <a:gd name="T2" fmla="*/ 2747 w 84"/>
                <a:gd name="T3" fmla="*/ 1445 h 68"/>
                <a:gd name="T4" fmla="*/ 1823 w 84"/>
                <a:gd name="T5" fmla="*/ 0 h 68"/>
                <a:gd name="T6" fmla="*/ 922 w 84"/>
                <a:gd name="T7" fmla="*/ 2273 h 68"/>
                <a:gd name="T8" fmla="*/ 1823 w 84"/>
                <a:gd name="T9" fmla="*/ 164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4315" name="Group 841"/>
          <p:cNvGrpSpPr>
            <a:grpSpLocks/>
          </p:cNvGrpSpPr>
          <p:nvPr>
            <p:custDataLst>
              <p:tags r:id="rId362"/>
            </p:custDataLst>
          </p:nvPr>
        </p:nvGrpSpPr>
        <p:grpSpPr bwMode="auto">
          <a:xfrm>
            <a:off x="6669088" y="4168775"/>
            <a:ext cx="534987" cy="584200"/>
            <a:chOff x="4201" y="2127"/>
            <a:chExt cx="337" cy="368"/>
          </a:xfrm>
        </p:grpSpPr>
        <p:sp>
          <p:nvSpPr>
            <p:cNvPr id="22530" name="Freeform 842"/>
            <p:cNvSpPr>
              <a:spLocks/>
            </p:cNvSpPr>
            <p:nvPr/>
          </p:nvSpPr>
          <p:spPr bwMode="auto">
            <a:xfrm rot="1426593">
              <a:off x="4329" y="2248"/>
              <a:ext cx="209" cy="134"/>
            </a:xfrm>
            <a:custGeom>
              <a:avLst/>
              <a:gdLst>
                <a:gd name="T0" fmla="*/ 2278 w 101"/>
                <a:gd name="T1" fmla="*/ 1340 h 66"/>
                <a:gd name="T2" fmla="*/ 2510 w 101"/>
                <a:gd name="T3" fmla="*/ 99 h 66"/>
                <a:gd name="T4" fmla="*/ 913 w 101"/>
                <a:gd name="T5" fmla="*/ 309 h 66"/>
                <a:gd name="T6" fmla="*/ 2278 w 101"/>
                <a:gd name="T7" fmla="*/ 134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31" name="Freeform 843"/>
            <p:cNvSpPr>
              <a:spLocks/>
            </p:cNvSpPr>
            <p:nvPr/>
          </p:nvSpPr>
          <p:spPr bwMode="auto">
            <a:xfrm rot="1426593">
              <a:off x="4201" y="2156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32" name="Freeform 844"/>
            <p:cNvSpPr>
              <a:spLocks/>
            </p:cNvSpPr>
            <p:nvPr/>
          </p:nvSpPr>
          <p:spPr bwMode="auto">
            <a:xfrm rot="1426593">
              <a:off x="4291" y="2261"/>
              <a:ext cx="135" cy="102"/>
            </a:xfrm>
            <a:custGeom>
              <a:avLst/>
              <a:gdLst>
                <a:gd name="T0" fmla="*/ 0 w 66"/>
                <a:gd name="T1" fmla="*/ 1053 h 50"/>
                <a:gd name="T2" fmla="*/ 1925 w 66"/>
                <a:gd name="T3" fmla="*/ 1485 h 50"/>
                <a:gd name="T4" fmla="*/ 857 w 66"/>
                <a:gd name="T5" fmla="*/ 416 h 50"/>
                <a:gd name="T6" fmla="*/ 213 w 66"/>
                <a:gd name="T7" fmla="*/ 204 h 50"/>
                <a:gd name="T8" fmla="*/ 0 w 66"/>
                <a:gd name="T9" fmla="*/ 1053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33" name="Freeform 845"/>
            <p:cNvSpPr>
              <a:spLocks/>
            </p:cNvSpPr>
            <p:nvPr/>
          </p:nvSpPr>
          <p:spPr bwMode="auto">
            <a:xfrm rot="1426593">
              <a:off x="4337" y="2127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34" name="Freeform 846"/>
            <p:cNvSpPr>
              <a:spLocks/>
            </p:cNvSpPr>
            <p:nvPr/>
          </p:nvSpPr>
          <p:spPr bwMode="auto">
            <a:xfrm rot="1426593">
              <a:off x="4338" y="2358"/>
              <a:ext cx="174" cy="137"/>
            </a:xfrm>
            <a:custGeom>
              <a:avLst/>
              <a:gdLst>
                <a:gd name="T0" fmla="*/ 1823 w 84"/>
                <a:gd name="T1" fmla="*/ 1596 h 68"/>
                <a:gd name="T2" fmla="*/ 2747 w 84"/>
                <a:gd name="T3" fmla="*/ 1400 h 68"/>
                <a:gd name="T4" fmla="*/ 1823 w 84"/>
                <a:gd name="T5" fmla="*/ 0 h 68"/>
                <a:gd name="T6" fmla="*/ 922 w 84"/>
                <a:gd name="T7" fmla="*/ 2192 h 68"/>
                <a:gd name="T8" fmla="*/ 1823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867" name="Oval 847"/>
          <p:cNvSpPr>
            <a:spLocks noChangeArrowheads="1"/>
          </p:cNvSpPr>
          <p:nvPr>
            <p:custDataLst>
              <p:tags r:id="rId363"/>
            </p:custDataLst>
          </p:nvPr>
        </p:nvSpPr>
        <p:spPr bwMode="auto">
          <a:xfrm rot="1426593">
            <a:off x="6018213" y="390207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68" name="Oval 848"/>
          <p:cNvSpPr>
            <a:spLocks noChangeArrowheads="1"/>
          </p:cNvSpPr>
          <p:nvPr>
            <p:custDataLst>
              <p:tags r:id="rId364"/>
            </p:custDataLst>
          </p:nvPr>
        </p:nvSpPr>
        <p:spPr bwMode="auto">
          <a:xfrm rot="1426593">
            <a:off x="6161088" y="4078288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69" name="Oval 849"/>
          <p:cNvSpPr>
            <a:spLocks noChangeArrowheads="1"/>
          </p:cNvSpPr>
          <p:nvPr>
            <p:custDataLst>
              <p:tags r:id="rId365"/>
            </p:custDataLst>
          </p:nvPr>
        </p:nvSpPr>
        <p:spPr bwMode="auto">
          <a:xfrm rot="1426593">
            <a:off x="6383338" y="408781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70" name="Oval 850"/>
          <p:cNvSpPr>
            <a:spLocks noChangeArrowheads="1"/>
          </p:cNvSpPr>
          <p:nvPr>
            <p:custDataLst>
              <p:tags r:id="rId366"/>
            </p:custDataLst>
          </p:nvPr>
        </p:nvSpPr>
        <p:spPr bwMode="auto">
          <a:xfrm rot="1426593">
            <a:off x="6615113" y="4221163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71" name="Oval 851"/>
          <p:cNvSpPr>
            <a:spLocks noChangeArrowheads="1"/>
          </p:cNvSpPr>
          <p:nvPr>
            <p:custDataLst>
              <p:tags r:id="rId367"/>
            </p:custDataLst>
          </p:nvPr>
        </p:nvSpPr>
        <p:spPr bwMode="auto">
          <a:xfrm rot="1426593">
            <a:off x="6370638" y="4222750"/>
            <a:ext cx="46037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72" name="Oval 852"/>
          <p:cNvSpPr>
            <a:spLocks noChangeArrowheads="1"/>
          </p:cNvSpPr>
          <p:nvPr>
            <p:custDataLst>
              <p:tags r:id="rId368"/>
            </p:custDataLst>
          </p:nvPr>
        </p:nvSpPr>
        <p:spPr bwMode="auto">
          <a:xfrm rot="1426593">
            <a:off x="7010400" y="459105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73" name="Oval 853"/>
          <p:cNvSpPr>
            <a:spLocks noChangeArrowheads="1"/>
          </p:cNvSpPr>
          <p:nvPr>
            <p:custDataLst>
              <p:tags r:id="rId369"/>
            </p:custDataLst>
          </p:nvPr>
        </p:nvSpPr>
        <p:spPr bwMode="auto">
          <a:xfrm rot="1426593">
            <a:off x="6151563" y="4256088"/>
            <a:ext cx="49212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74" name="Oval 854"/>
          <p:cNvSpPr>
            <a:spLocks noChangeArrowheads="1"/>
          </p:cNvSpPr>
          <p:nvPr>
            <p:custDataLst>
              <p:tags r:id="rId370"/>
            </p:custDataLst>
          </p:nvPr>
        </p:nvSpPr>
        <p:spPr bwMode="auto">
          <a:xfrm rot="1426593">
            <a:off x="6343650" y="439261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75" name="Oval 855"/>
          <p:cNvSpPr>
            <a:spLocks noChangeArrowheads="1"/>
          </p:cNvSpPr>
          <p:nvPr>
            <p:custDataLst>
              <p:tags r:id="rId371"/>
            </p:custDataLst>
          </p:nvPr>
        </p:nvSpPr>
        <p:spPr bwMode="auto">
          <a:xfrm rot="1426593">
            <a:off x="6561138" y="4437063"/>
            <a:ext cx="49212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76" name="Oval 856"/>
          <p:cNvSpPr>
            <a:spLocks noChangeArrowheads="1"/>
          </p:cNvSpPr>
          <p:nvPr>
            <p:custDataLst>
              <p:tags r:id="rId372"/>
            </p:custDataLst>
          </p:nvPr>
        </p:nvSpPr>
        <p:spPr bwMode="auto">
          <a:xfrm rot="1426593">
            <a:off x="6770688" y="4567238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77" name="Oval 857"/>
          <p:cNvSpPr>
            <a:spLocks noChangeArrowheads="1"/>
          </p:cNvSpPr>
          <p:nvPr>
            <p:custDataLst>
              <p:tags r:id="rId373"/>
            </p:custDataLst>
          </p:nvPr>
        </p:nvSpPr>
        <p:spPr bwMode="auto">
          <a:xfrm rot="1426593">
            <a:off x="6545263" y="458311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78" name="Oval 858"/>
          <p:cNvSpPr>
            <a:spLocks noChangeArrowheads="1"/>
          </p:cNvSpPr>
          <p:nvPr>
            <p:custDataLst>
              <p:tags r:id="rId374"/>
            </p:custDataLst>
          </p:nvPr>
        </p:nvSpPr>
        <p:spPr bwMode="auto">
          <a:xfrm rot="1426593">
            <a:off x="6307138" y="4570413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79" name="Oval 859"/>
          <p:cNvSpPr>
            <a:spLocks noChangeArrowheads="1"/>
          </p:cNvSpPr>
          <p:nvPr>
            <p:custDataLst>
              <p:tags r:id="rId375"/>
            </p:custDataLst>
          </p:nvPr>
        </p:nvSpPr>
        <p:spPr bwMode="auto">
          <a:xfrm rot="1426593">
            <a:off x="7059613" y="4265613"/>
            <a:ext cx="46037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80" name="Oval 860"/>
          <p:cNvSpPr>
            <a:spLocks noChangeArrowheads="1"/>
          </p:cNvSpPr>
          <p:nvPr>
            <p:custDataLst>
              <p:tags r:id="rId376"/>
            </p:custDataLst>
          </p:nvPr>
        </p:nvSpPr>
        <p:spPr bwMode="auto">
          <a:xfrm rot="1426593">
            <a:off x="5975350" y="372903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81" name="Oval 861"/>
          <p:cNvSpPr>
            <a:spLocks noChangeArrowheads="1"/>
          </p:cNvSpPr>
          <p:nvPr>
            <p:custDataLst>
              <p:tags r:id="rId377"/>
            </p:custDataLst>
          </p:nvPr>
        </p:nvSpPr>
        <p:spPr bwMode="auto">
          <a:xfrm rot="1426593">
            <a:off x="6203950" y="3884613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82" name="Oval 862"/>
          <p:cNvSpPr>
            <a:spLocks noChangeArrowheads="1"/>
          </p:cNvSpPr>
          <p:nvPr>
            <p:custDataLst>
              <p:tags r:id="rId378"/>
            </p:custDataLst>
          </p:nvPr>
        </p:nvSpPr>
        <p:spPr bwMode="auto">
          <a:xfrm rot="1426593">
            <a:off x="6556375" y="4078288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83" name="Oval 863"/>
          <p:cNvSpPr>
            <a:spLocks noChangeArrowheads="1"/>
          </p:cNvSpPr>
          <p:nvPr>
            <p:custDataLst>
              <p:tags r:id="rId379"/>
            </p:custDataLst>
          </p:nvPr>
        </p:nvSpPr>
        <p:spPr bwMode="auto">
          <a:xfrm rot="1426593">
            <a:off x="7058025" y="4405313"/>
            <a:ext cx="46038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84" name="Oval 864"/>
          <p:cNvSpPr>
            <a:spLocks noChangeArrowheads="1"/>
          </p:cNvSpPr>
          <p:nvPr>
            <p:custDataLst>
              <p:tags r:id="rId380"/>
            </p:custDataLst>
          </p:nvPr>
        </p:nvSpPr>
        <p:spPr bwMode="auto">
          <a:xfrm rot="1426593">
            <a:off x="6864350" y="4256088"/>
            <a:ext cx="49213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85" name="Oval 865"/>
          <p:cNvSpPr>
            <a:spLocks noChangeArrowheads="1"/>
          </p:cNvSpPr>
          <p:nvPr>
            <p:custDataLst>
              <p:tags r:id="rId381"/>
            </p:custDataLst>
          </p:nvPr>
        </p:nvSpPr>
        <p:spPr bwMode="auto">
          <a:xfrm rot="1426593">
            <a:off x="6881813" y="442277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86" name="Oval 866"/>
          <p:cNvSpPr>
            <a:spLocks noChangeArrowheads="1"/>
          </p:cNvSpPr>
          <p:nvPr>
            <p:custDataLst>
              <p:tags r:id="rId382"/>
            </p:custDataLst>
          </p:nvPr>
        </p:nvSpPr>
        <p:spPr bwMode="auto">
          <a:xfrm rot="1426593">
            <a:off x="6729413" y="441166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87" name="Oval 867"/>
          <p:cNvSpPr>
            <a:spLocks noChangeArrowheads="1"/>
          </p:cNvSpPr>
          <p:nvPr>
            <p:custDataLst>
              <p:tags r:id="rId383"/>
            </p:custDataLst>
          </p:nvPr>
        </p:nvSpPr>
        <p:spPr bwMode="auto">
          <a:xfrm rot="1426593">
            <a:off x="6664325" y="3771900"/>
            <a:ext cx="47625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88" name="Oval 868"/>
          <p:cNvSpPr>
            <a:spLocks noChangeArrowheads="1"/>
          </p:cNvSpPr>
          <p:nvPr>
            <p:custDataLst>
              <p:tags r:id="rId384"/>
            </p:custDataLst>
          </p:nvPr>
        </p:nvSpPr>
        <p:spPr bwMode="auto">
          <a:xfrm rot="1426593">
            <a:off x="6424613" y="3736975"/>
            <a:ext cx="47625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89" name="Oval 869"/>
          <p:cNvSpPr>
            <a:spLocks noChangeArrowheads="1"/>
          </p:cNvSpPr>
          <p:nvPr>
            <p:custDataLst>
              <p:tags r:id="rId385"/>
            </p:custDataLst>
          </p:nvPr>
        </p:nvSpPr>
        <p:spPr bwMode="auto">
          <a:xfrm rot="1426593">
            <a:off x="6203950" y="372586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90" name="Oval 870"/>
          <p:cNvSpPr>
            <a:spLocks noChangeArrowheads="1"/>
          </p:cNvSpPr>
          <p:nvPr>
            <p:custDataLst>
              <p:tags r:id="rId386"/>
            </p:custDataLst>
          </p:nvPr>
        </p:nvSpPr>
        <p:spPr bwMode="auto">
          <a:xfrm rot="1426593">
            <a:off x="6391275" y="3908425"/>
            <a:ext cx="49213" cy="5397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91" name="Oval 871"/>
          <p:cNvSpPr>
            <a:spLocks noChangeArrowheads="1"/>
          </p:cNvSpPr>
          <p:nvPr>
            <p:custDataLst>
              <p:tags r:id="rId387"/>
            </p:custDataLst>
          </p:nvPr>
        </p:nvSpPr>
        <p:spPr bwMode="auto">
          <a:xfrm rot="1426593">
            <a:off x="6559550" y="3897313"/>
            <a:ext cx="49213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92" name="Oval 872"/>
          <p:cNvSpPr>
            <a:spLocks noChangeArrowheads="1"/>
          </p:cNvSpPr>
          <p:nvPr>
            <p:custDataLst>
              <p:tags r:id="rId388"/>
            </p:custDataLst>
          </p:nvPr>
        </p:nvSpPr>
        <p:spPr bwMode="auto">
          <a:xfrm rot="1426593">
            <a:off x="6845300" y="4089400"/>
            <a:ext cx="49213" cy="5238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93" name="Oval 873"/>
          <p:cNvSpPr>
            <a:spLocks noChangeArrowheads="1"/>
          </p:cNvSpPr>
          <p:nvPr>
            <p:custDataLst>
              <p:tags r:id="rId389"/>
            </p:custDataLst>
          </p:nvPr>
        </p:nvSpPr>
        <p:spPr bwMode="auto">
          <a:xfrm rot="1426593">
            <a:off x="6892925" y="3744913"/>
            <a:ext cx="46038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94" name="Oval 874"/>
          <p:cNvSpPr>
            <a:spLocks noChangeArrowheads="1"/>
          </p:cNvSpPr>
          <p:nvPr>
            <p:custDataLst>
              <p:tags r:id="rId390"/>
            </p:custDataLst>
          </p:nvPr>
        </p:nvSpPr>
        <p:spPr bwMode="auto">
          <a:xfrm rot="1426593">
            <a:off x="7080250" y="3951288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95" name="Oval 875"/>
          <p:cNvSpPr>
            <a:spLocks noChangeArrowheads="1"/>
          </p:cNvSpPr>
          <p:nvPr>
            <p:custDataLst>
              <p:tags r:id="rId391"/>
            </p:custDataLst>
          </p:nvPr>
        </p:nvSpPr>
        <p:spPr bwMode="auto">
          <a:xfrm rot="1426593">
            <a:off x="6702425" y="3943350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96" name="Oval 876"/>
          <p:cNvSpPr>
            <a:spLocks noChangeArrowheads="1"/>
          </p:cNvSpPr>
          <p:nvPr>
            <p:custDataLst>
              <p:tags r:id="rId392"/>
            </p:custDataLst>
          </p:nvPr>
        </p:nvSpPr>
        <p:spPr bwMode="auto">
          <a:xfrm rot="1426593">
            <a:off x="6862763" y="3903663"/>
            <a:ext cx="49212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897" name="Oval 877"/>
          <p:cNvSpPr>
            <a:spLocks noChangeArrowheads="1"/>
          </p:cNvSpPr>
          <p:nvPr>
            <p:custDataLst>
              <p:tags r:id="rId393"/>
            </p:custDataLst>
          </p:nvPr>
        </p:nvSpPr>
        <p:spPr bwMode="auto">
          <a:xfrm rot="1426593">
            <a:off x="7058025" y="4102100"/>
            <a:ext cx="46038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44316" name="Group 878"/>
          <p:cNvGrpSpPr>
            <a:grpSpLocks/>
          </p:cNvGrpSpPr>
          <p:nvPr>
            <p:custDataLst>
              <p:tags r:id="rId394"/>
            </p:custDataLst>
          </p:nvPr>
        </p:nvGrpSpPr>
        <p:grpSpPr bwMode="auto">
          <a:xfrm>
            <a:off x="7326313" y="3876675"/>
            <a:ext cx="315912" cy="217488"/>
            <a:chOff x="4615" y="1943"/>
            <a:chExt cx="199" cy="137"/>
          </a:xfrm>
        </p:grpSpPr>
        <p:sp>
          <p:nvSpPr>
            <p:cNvPr id="22528" name="Freeform 879"/>
            <p:cNvSpPr>
              <a:spLocks/>
            </p:cNvSpPr>
            <p:nvPr/>
          </p:nvSpPr>
          <p:spPr bwMode="auto">
            <a:xfrm rot="-9373407">
              <a:off x="4615" y="1943"/>
              <a:ext cx="199" cy="137"/>
            </a:xfrm>
            <a:custGeom>
              <a:avLst/>
              <a:gdLst>
                <a:gd name="T0" fmla="*/ 3591 w 84"/>
                <a:gd name="T1" fmla="*/ 1596 h 68"/>
                <a:gd name="T2" fmla="*/ 5382 w 84"/>
                <a:gd name="T3" fmla="*/ 1400 h 68"/>
                <a:gd name="T4" fmla="*/ 3591 w 84"/>
                <a:gd name="T5" fmla="*/ 0 h 68"/>
                <a:gd name="T6" fmla="*/ 1796 w 84"/>
                <a:gd name="T7" fmla="*/ 2192 h 68"/>
                <a:gd name="T8" fmla="*/ 3591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29" name="Oval 880"/>
            <p:cNvSpPr>
              <a:spLocks noChangeArrowheads="1"/>
            </p:cNvSpPr>
            <p:nvPr/>
          </p:nvSpPr>
          <p:spPr bwMode="auto">
            <a:xfrm rot="1426593">
              <a:off x="4686" y="2003"/>
              <a:ext cx="35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44317" name="Group 881"/>
          <p:cNvGrpSpPr>
            <a:grpSpLocks/>
          </p:cNvGrpSpPr>
          <p:nvPr>
            <p:custDataLst>
              <p:tags r:id="rId395"/>
            </p:custDataLst>
          </p:nvPr>
        </p:nvGrpSpPr>
        <p:grpSpPr bwMode="auto">
          <a:xfrm>
            <a:off x="7092950" y="3935413"/>
            <a:ext cx="622300" cy="809625"/>
            <a:chOff x="4468" y="1980"/>
            <a:chExt cx="392" cy="510"/>
          </a:xfrm>
        </p:grpSpPr>
        <p:sp>
          <p:nvSpPr>
            <p:cNvPr id="22509" name="Freeform 882"/>
            <p:cNvSpPr>
              <a:spLocks/>
            </p:cNvSpPr>
            <p:nvPr/>
          </p:nvSpPr>
          <p:spPr bwMode="auto">
            <a:xfrm rot="-9373407">
              <a:off x="4468" y="2024"/>
              <a:ext cx="247" cy="123"/>
            </a:xfrm>
            <a:custGeom>
              <a:avLst/>
              <a:gdLst>
                <a:gd name="T0" fmla="*/ 2102 w 120"/>
                <a:gd name="T1" fmla="*/ 1517 h 60"/>
                <a:gd name="T2" fmla="*/ 3427 w 120"/>
                <a:gd name="T3" fmla="*/ 1312 h 60"/>
                <a:gd name="T4" fmla="*/ 2338 w 120"/>
                <a:gd name="T5" fmla="*/ 0 h 60"/>
                <a:gd name="T6" fmla="*/ 1665 w 120"/>
                <a:gd name="T7" fmla="*/ 2173 h 60"/>
                <a:gd name="T8" fmla="*/ 2102 w 120"/>
                <a:gd name="T9" fmla="*/ 151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10" name="Freeform 883"/>
            <p:cNvSpPr>
              <a:spLocks/>
            </p:cNvSpPr>
            <p:nvPr/>
          </p:nvSpPr>
          <p:spPr bwMode="auto">
            <a:xfrm rot="-9373407">
              <a:off x="4488" y="2234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11" name="Freeform 884"/>
            <p:cNvSpPr>
              <a:spLocks/>
            </p:cNvSpPr>
            <p:nvPr/>
          </p:nvSpPr>
          <p:spPr bwMode="auto">
            <a:xfrm rot="-9373407">
              <a:off x="4578" y="2339"/>
              <a:ext cx="247" cy="123"/>
            </a:xfrm>
            <a:custGeom>
              <a:avLst/>
              <a:gdLst>
                <a:gd name="T0" fmla="*/ 2102 w 120"/>
                <a:gd name="T1" fmla="*/ 1517 h 60"/>
                <a:gd name="T2" fmla="*/ 3427 w 120"/>
                <a:gd name="T3" fmla="*/ 1312 h 60"/>
                <a:gd name="T4" fmla="*/ 2338 w 120"/>
                <a:gd name="T5" fmla="*/ 0 h 60"/>
                <a:gd name="T6" fmla="*/ 1665 w 120"/>
                <a:gd name="T7" fmla="*/ 2173 h 60"/>
                <a:gd name="T8" fmla="*/ 2102 w 120"/>
                <a:gd name="T9" fmla="*/ 151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12" name="Freeform 885"/>
            <p:cNvSpPr>
              <a:spLocks/>
            </p:cNvSpPr>
            <p:nvPr/>
          </p:nvSpPr>
          <p:spPr bwMode="auto">
            <a:xfrm rot="-9373407">
              <a:off x="4602" y="2241"/>
              <a:ext cx="161" cy="121"/>
            </a:xfrm>
            <a:custGeom>
              <a:avLst/>
              <a:gdLst>
                <a:gd name="T0" fmla="*/ 0 w 66"/>
                <a:gd name="T1" fmla="*/ 2507 h 50"/>
                <a:gd name="T2" fmla="*/ 4671 w 66"/>
                <a:gd name="T3" fmla="*/ 3502 h 50"/>
                <a:gd name="T4" fmla="*/ 2088 w 66"/>
                <a:gd name="T5" fmla="*/ 990 h 50"/>
                <a:gd name="T6" fmla="*/ 537 w 66"/>
                <a:gd name="T7" fmla="*/ 511 h 50"/>
                <a:gd name="T8" fmla="*/ 0 w 66"/>
                <a:gd name="T9" fmla="*/ 250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13" name="Freeform 886"/>
            <p:cNvSpPr>
              <a:spLocks/>
            </p:cNvSpPr>
            <p:nvPr/>
          </p:nvSpPr>
          <p:spPr bwMode="auto">
            <a:xfrm rot="-9373407">
              <a:off x="4503" y="2362"/>
              <a:ext cx="187" cy="128"/>
            </a:xfrm>
            <a:custGeom>
              <a:avLst/>
              <a:gdLst>
                <a:gd name="T0" fmla="*/ 1570 w 91"/>
                <a:gd name="T1" fmla="*/ 1869 h 63"/>
                <a:gd name="T2" fmla="*/ 3331 w 91"/>
                <a:gd name="T3" fmla="*/ 1040 h 63"/>
                <a:gd name="T4" fmla="*/ 3126 w 91"/>
                <a:gd name="T5" fmla="*/ 412 h 63"/>
                <a:gd name="T6" fmla="*/ 1802 w 91"/>
                <a:gd name="T7" fmla="*/ 0 h 63"/>
                <a:gd name="T8" fmla="*/ 2014 w 91"/>
                <a:gd name="T9" fmla="*/ 2081 h 63"/>
                <a:gd name="T10" fmla="*/ 1570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14" name="Freeform 887"/>
            <p:cNvSpPr>
              <a:spLocks/>
            </p:cNvSpPr>
            <p:nvPr/>
          </p:nvSpPr>
          <p:spPr bwMode="auto">
            <a:xfrm rot="-9373407">
              <a:off x="4515" y="2122"/>
              <a:ext cx="172" cy="139"/>
            </a:xfrm>
            <a:custGeom>
              <a:avLst/>
              <a:gdLst>
                <a:gd name="T0" fmla="*/ 1728 w 84"/>
                <a:gd name="T1" fmla="*/ 1709 h 68"/>
                <a:gd name="T2" fmla="*/ 2582 w 84"/>
                <a:gd name="T3" fmla="*/ 1504 h 68"/>
                <a:gd name="T4" fmla="*/ 1728 w 84"/>
                <a:gd name="T5" fmla="*/ 0 h 68"/>
                <a:gd name="T6" fmla="*/ 860 w 84"/>
                <a:gd name="T7" fmla="*/ 2357 h 68"/>
                <a:gd name="T8" fmla="*/ 1728 w 84"/>
                <a:gd name="T9" fmla="*/ 1709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15" name="Oval 888"/>
            <p:cNvSpPr>
              <a:spLocks noChangeArrowheads="1"/>
            </p:cNvSpPr>
            <p:nvPr/>
          </p:nvSpPr>
          <p:spPr bwMode="auto">
            <a:xfrm rot="1426593">
              <a:off x="4696" y="2396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516" name="Oval 889"/>
            <p:cNvSpPr>
              <a:spLocks noChangeArrowheads="1"/>
            </p:cNvSpPr>
            <p:nvPr/>
          </p:nvSpPr>
          <p:spPr bwMode="auto">
            <a:xfrm rot="1426593">
              <a:off x="4553" y="2424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517" name="Oval 890"/>
            <p:cNvSpPr>
              <a:spLocks noChangeArrowheads="1"/>
            </p:cNvSpPr>
            <p:nvPr/>
          </p:nvSpPr>
          <p:spPr bwMode="auto">
            <a:xfrm rot="1426593">
              <a:off x="4669" y="2283"/>
              <a:ext cx="34" cy="3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518" name="Oval 891"/>
            <p:cNvSpPr>
              <a:spLocks noChangeArrowheads="1"/>
            </p:cNvSpPr>
            <p:nvPr/>
          </p:nvSpPr>
          <p:spPr bwMode="auto">
            <a:xfrm rot="1426593">
              <a:off x="4572" y="2307"/>
              <a:ext cx="29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519" name="Oval 892"/>
            <p:cNvSpPr>
              <a:spLocks noChangeArrowheads="1"/>
            </p:cNvSpPr>
            <p:nvPr/>
          </p:nvSpPr>
          <p:spPr bwMode="auto">
            <a:xfrm rot="1426593">
              <a:off x="4553" y="1980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520" name="Oval 893"/>
            <p:cNvSpPr>
              <a:spLocks noChangeArrowheads="1"/>
            </p:cNvSpPr>
            <p:nvPr/>
          </p:nvSpPr>
          <p:spPr bwMode="auto">
            <a:xfrm rot="1426593">
              <a:off x="4565" y="2178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521" name="Oval 894"/>
            <p:cNvSpPr>
              <a:spLocks noChangeArrowheads="1"/>
            </p:cNvSpPr>
            <p:nvPr/>
          </p:nvSpPr>
          <p:spPr bwMode="auto">
            <a:xfrm rot="1426593">
              <a:off x="4568" y="2071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44318" name="Group 895"/>
            <p:cNvGrpSpPr>
              <a:grpSpLocks/>
            </p:cNvGrpSpPr>
            <p:nvPr/>
          </p:nvGrpSpPr>
          <p:grpSpPr bwMode="auto">
            <a:xfrm>
              <a:off x="4650" y="2052"/>
              <a:ext cx="210" cy="136"/>
              <a:chOff x="4650" y="2052"/>
              <a:chExt cx="210" cy="136"/>
            </a:xfrm>
          </p:grpSpPr>
          <p:sp>
            <p:nvSpPr>
              <p:cNvPr id="22526" name="Freeform 896"/>
              <p:cNvSpPr>
                <a:spLocks/>
              </p:cNvSpPr>
              <p:nvPr/>
            </p:nvSpPr>
            <p:spPr bwMode="auto">
              <a:xfrm rot="-9373407">
                <a:off x="4650" y="2052"/>
                <a:ext cx="210" cy="136"/>
              </a:xfrm>
              <a:custGeom>
                <a:avLst/>
                <a:gdLst>
                  <a:gd name="T0" fmla="*/ 2339 w 101"/>
                  <a:gd name="T1" fmla="*/ 1444 h 66"/>
                  <a:gd name="T2" fmla="*/ 2564 w 101"/>
                  <a:gd name="T3" fmla="*/ 107 h 66"/>
                  <a:gd name="T4" fmla="*/ 934 w 101"/>
                  <a:gd name="T5" fmla="*/ 340 h 66"/>
                  <a:gd name="T6" fmla="*/ 2339 w 101"/>
                  <a:gd name="T7" fmla="*/ 144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27" name="Oval 897"/>
              <p:cNvSpPr>
                <a:spLocks noChangeArrowheads="1"/>
              </p:cNvSpPr>
              <p:nvPr/>
            </p:nvSpPr>
            <p:spPr bwMode="auto">
              <a:xfrm rot="1426593">
                <a:off x="4733" y="2123"/>
                <a:ext cx="31" cy="35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grpSp>
          <p:nvGrpSpPr>
            <p:cNvPr id="244319" name="Group 898"/>
            <p:cNvGrpSpPr>
              <a:grpSpLocks/>
            </p:cNvGrpSpPr>
            <p:nvPr/>
          </p:nvGrpSpPr>
          <p:grpSpPr bwMode="auto">
            <a:xfrm>
              <a:off x="4598" y="2154"/>
              <a:ext cx="188" cy="128"/>
              <a:chOff x="4598" y="2154"/>
              <a:chExt cx="188" cy="128"/>
            </a:xfrm>
          </p:grpSpPr>
          <p:sp>
            <p:nvSpPr>
              <p:cNvPr id="22524" name="Freeform 899"/>
              <p:cNvSpPr>
                <a:spLocks/>
              </p:cNvSpPr>
              <p:nvPr/>
            </p:nvSpPr>
            <p:spPr bwMode="auto">
              <a:xfrm rot="1426593">
                <a:off x="4598" y="2154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25" name="Oval 900"/>
              <p:cNvSpPr>
                <a:spLocks noChangeArrowheads="1"/>
              </p:cNvSpPr>
              <p:nvPr/>
            </p:nvSpPr>
            <p:spPr bwMode="auto">
              <a:xfrm rot="1426593">
                <a:off x="4713" y="2202"/>
                <a:ext cx="30" cy="3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grpSp>
        <p:nvGrpSpPr>
          <p:cNvPr id="22572" name="Group 901"/>
          <p:cNvGrpSpPr>
            <a:grpSpLocks/>
          </p:cNvGrpSpPr>
          <p:nvPr>
            <p:custDataLst>
              <p:tags r:id="rId396"/>
            </p:custDataLst>
          </p:nvPr>
        </p:nvGrpSpPr>
        <p:grpSpPr bwMode="auto">
          <a:xfrm>
            <a:off x="7177088" y="3721100"/>
            <a:ext cx="317500" cy="219075"/>
            <a:chOff x="4521" y="1845"/>
            <a:chExt cx="200" cy="138"/>
          </a:xfrm>
        </p:grpSpPr>
        <p:sp>
          <p:nvSpPr>
            <p:cNvPr id="22507" name="Freeform 902"/>
            <p:cNvSpPr>
              <a:spLocks/>
            </p:cNvSpPr>
            <p:nvPr/>
          </p:nvSpPr>
          <p:spPr bwMode="auto">
            <a:xfrm rot="-9373407">
              <a:off x="4521" y="1845"/>
              <a:ext cx="200" cy="138"/>
            </a:xfrm>
            <a:custGeom>
              <a:avLst/>
              <a:gdLst>
                <a:gd name="T0" fmla="*/ 3657 w 84"/>
                <a:gd name="T1" fmla="*/ 1648 h 68"/>
                <a:gd name="T2" fmla="*/ 5493 w 84"/>
                <a:gd name="T3" fmla="*/ 1445 h 68"/>
                <a:gd name="T4" fmla="*/ 3657 w 84"/>
                <a:gd name="T5" fmla="*/ 0 h 68"/>
                <a:gd name="T6" fmla="*/ 1836 w 84"/>
                <a:gd name="T7" fmla="*/ 2273 h 68"/>
                <a:gd name="T8" fmla="*/ 3657 w 84"/>
                <a:gd name="T9" fmla="*/ 164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08" name="Oval 903"/>
            <p:cNvSpPr>
              <a:spLocks noChangeArrowheads="1"/>
            </p:cNvSpPr>
            <p:nvPr/>
          </p:nvSpPr>
          <p:spPr bwMode="auto">
            <a:xfrm rot="1426593">
              <a:off x="4592" y="1905"/>
              <a:ext cx="35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573" name="Group 904"/>
          <p:cNvGrpSpPr>
            <a:grpSpLocks/>
          </p:cNvGrpSpPr>
          <p:nvPr>
            <p:custDataLst>
              <p:tags r:id="rId397"/>
            </p:custDataLst>
          </p:nvPr>
        </p:nvGrpSpPr>
        <p:grpSpPr bwMode="auto">
          <a:xfrm>
            <a:off x="7361238" y="3659188"/>
            <a:ext cx="244475" cy="201612"/>
            <a:chOff x="4637" y="1806"/>
            <a:chExt cx="154" cy="127"/>
          </a:xfrm>
        </p:grpSpPr>
        <p:sp>
          <p:nvSpPr>
            <p:cNvPr id="22505" name="Freeform 905"/>
            <p:cNvSpPr>
              <a:spLocks/>
            </p:cNvSpPr>
            <p:nvPr/>
          </p:nvSpPr>
          <p:spPr bwMode="auto">
            <a:xfrm rot="-9373407">
              <a:off x="4637" y="1806"/>
              <a:ext cx="154" cy="127"/>
            </a:xfrm>
            <a:custGeom>
              <a:avLst/>
              <a:gdLst>
                <a:gd name="T0" fmla="*/ 0 w 66"/>
                <a:gd name="T1" fmla="*/ 3162 h 50"/>
                <a:gd name="T2" fmla="*/ 3736 w 66"/>
                <a:gd name="T3" fmla="*/ 4458 h 50"/>
                <a:gd name="T4" fmla="*/ 1666 w 66"/>
                <a:gd name="T5" fmla="*/ 1245 h 50"/>
                <a:gd name="T6" fmla="*/ 420 w 66"/>
                <a:gd name="T7" fmla="*/ 625 h 50"/>
                <a:gd name="T8" fmla="*/ 0 w 66"/>
                <a:gd name="T9" fmla="*/ 316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06" name="Oval 906"/>
            <p:cNvSpPr>
              <a:spLocks noChangeArrowheads="1"/>
            </p:cNvSpPr>
            <p:nvPr/>
          </p:nvSpPr>
          <p:spPr bwMode="auto">
            <a:xfrm rot="1426593">
              <a:off x="4704" y="1845"/>
              <a:ext cx="35" cy="4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574" name="Group 907"/>
          <p:cNvGrpSpPr>
            <a:grpSpLocks/>
          </p:cNvGrpSpPr>
          <p:nvPr>
            <p:custDataLst>
              <p:tags r:id="rId398"/>
            </p:custDataLst>
          </p:nvPr>
        </p:nvGrpSpPr>
        <p:grpSpPr bwMode="auto">
          <a:xfrm>
            <a:off x="6889750" y="2751138"/>
            <a:ext cx="242888" cy="201612"/>
            <a:chOff x="4340" y="1234"/>
            <a:chExt cx="153" cy="127"/>
          </a:xfrm>
        </p:grpSpPr>
        <p:sp>
          <p:nvSpPr>
            <p:cNvPr id="22503" name="Freeform 908"/>
            <p:cNvSpPr>
              <a:spLocks/>
            </p:cNvSpPr>
            <p:nvPr/>
          </p:nvSpPr>
          <p:spPr bwMode="auto">
            <a:xfrm rot="-9373407">
              <a:off x="4340" y="1234"/>
              <a:ext cx="153" cy="127"/>
            </a:xfrm>
            <a:custGeom>
              <a:avLst/>
              <a:gdLst>
                <a:gd name="T0" fmla="*/ 0 w 66"/>
                <a:gd name="T1" fmla="*/ 3162 h 50"/>
                <a:gd name="T2" fmla="*/ 3612 w 66"/>
                <a:gd name="T3" fmla="*/ 4458 h 50"/>
                <a:gd name="T4" fmla="*/ 1618 w 66"/>
                <a:gd name="T5" fmla="*/ 1245 h 50"/>
                <a:gd name="T6" fmla="*/ 399 w 66"/>
                <a:gd name="T7" fmla="*/ 625 h 50"/>
                <a:gd name="T8" fmla="*/ 0 w 66"/>
                <a:gd name="T9" fmla="*/ 316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04" name="Oval 909"/>
            <p:cNvSpPr>
              <a:spLocks noChangeArrowheads="1"/>
            </p:cNvSpPr>
            <p:nvPr/>
          </p:nvSpPr>
          <p:spPr bwMode="auto">
            <a:xfrm rot="1426593">
              <a:off x="4407" y="1273"/>
              <a:ext cx="34" cy="4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1903" name="Freeform 910"/>
          <p:cNvSpPr>
            <a:spLocks/>
          </p:cNvSpPr>
          <p:nvPr>
            <p:custDataLst>
              <p:tags r:id="rId399"/>
            </p:custDataLst>
          </p:nvPr>
        </p:nvSpPr>
        <p:spPr bwMode="auto">
          <a:xfrm rot="-9373407">
            <a:off x="7002463" y="2940050"/>
            <a:ext cx="392112" cy="195263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2575" name="Group 911"/>
          <p:cNvGrpSpPr>
            <a:grpSpLocks/>
          </p:cNvGrpSpPr>
          <p:nvPr>
            <p:custDataLst>
              <p:tags r:id="rId400"/>
            </p:custDataLst>
          </p:nvPr>
        </p:nvGrpSpPr>
        <p:grpSpPr bwMode="auto">
          <a:xfrm>
            <a:off x="7062788" y="2693988"/>
            <a:ext cx="592137" cy="1114425"/>
            <a:chOff x="4449" y="1198"/>
            <a:chExt cx="373" cy="702"/>
          </a:xfrm>
        </p:grpSpPr>
        <p:sp>
          <p:nvSpPr>
            <p:cNvPr id="22484" name="Oval 912"/>
            <p:cNvSpPr>
              <a:spLocks noChangeArrowheads="1"/>
            </p:cNvSpPr>
            <p:nvPr/>
          </p:nvSpPr>
          <p:spPr bwMode="auto">
            <a:xfrm rot="1426593">
              <a:off x="4511" y="1765"/>
              <a:ext cx="42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85" name="Oval 913"/>
            <p:cNvSpPr>
              <a:spLocks noChangeArrowheads="1"/>
            </p:cNvSpPr>
            <p:nvPr/>
          </p:nvSpPr>
          <p:spPr bwMode="auto">
            <a:xfrm rot="1426593">
              <a:off x="4484" y="1654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86" name="Oval 914"/>
            <p:cNvSpPr>
              <a:spLocks noChangeArrowheads="1"/>
            </p:cNvSpPr>
            <p:nvPr/>
          </p:nvSpPr>
          <p:spPr bwMode="auto">
            <a:xfrm rot="1426593">
              <a:off x="4465" y="1868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87" name="Freeform 915"/>
            <p:cNvSpPr>
              <a:spLocks/>
            </p:cNvSpPr>
            <p:nvPr/>
          </p:nvSpPr>
          <p:spPr bwMode="auto">
            <a:xfrm rot="-9373407">
              <a:off x="4575" y="1685"/>
              <a:ext cx="247" cy="123"/>
            </a:xfrm>
            <a:custGeom>
              <a:avLst/>
              <a:gdLst>
                <a:gd name="T0" fmla="*/ 2102 w 120"/>
                <a:gd name="T1" fmla="*/ 1517 h 60"/>
                <a:gd name="T2" fmla="*/ 3427 w 120"/>
                <a:gd name="T3" fmla="*/ 1312 h 60"/>
                <a:gd name="T4" fmla="*/ 2338 w 120"/>
                <a:gd name="T5" fmla="*/ 0 h 60"/>
                <a:gd name="T6" fmla="*/ 1665 w 120"/>
                <a:gd name="T7" fmla="*/ 2173 h 60"/>
                <a:gd name="T8" fmla="*/ 2102 w 120"/>
                <a:gd name="T9" fmla="*/ 151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88" name="Oval 916"/>
            <p:cNvSpPr>
              <a:spLocks noChangeArrowheads="1"/>
            </p:cNvSpPr>
            <p:nvPr/>
          </p:nvSpPr>
          <p:spPr bwMode="auto">
            <a:xfrm rot="1426593">
              <a:off x="4675" y="1732"/>
              <a:ext cx="30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89" name="Freeform 917"/>
            <p:cNvSpPr>
              <a:spLocks/>
            </p:cNvSpPr>
            <p:nvPr/>
          </p:nvSpPr>
          <p:spPr bwMode="auto">
            <a:xfrm rot="-9373407">
              <a:off x="4454" y="1588"/>
              <a:ext cx="321" cy="122"/>
            </a:xfrm>
            <a:custGeom>
              <a:avLst/>
              <a:gdLst>
                <a:gd name="T0" fmla="*/ 7792 w 120"/>
                <a:gd name="T1" fmla="*/ 1456 h 60"/>
                <a:gd name="T2" fmla="*/ 12752 w 120"/>
                <a:gd name="T3" fmla="*/ 1244 h 60"/>
                <a:gd name="T4" fmla="*/ 8651 w 120"/>
                <a:gd name="T5" fmla="*/ 0 h 60"/>
                <a:gd name="T6" fmla="*/ 6147 w 120"/>
                <a:gd name="T7" fmla="*/ 2084 h 60"/>
                <a:gd name="T8" fmla="*/ 779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90" name="Oval 918"/>
            <p:cNvSpPr>
              <a:spLocks noChangeArrowheads="1"/>
            </p:cNvSpPr>
            <p:nvPr/>
          </p:nvSpPr>
          <p:spPr bwMode="auto">
            <a:xfrm rot="1426593">
              <a:off x="4575" y="1632"/>
              <a:ext cx="4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2609" name="Group 919"/>
            <p:cNvGrpSpPr>
              <a:grpSpLocks/>
            </p:cNvGrpSpPr>
            <p:nvPr/>
          </p:nvGrpSpPr>
          <p:grpSpPr bwMode="auto">
            <a:xfrm>
              <a:off x="4451" y="1471"/>
              <a:ext cx="199" cy="139"/>
              <a:chOff x="4451" y="1471"/>
              <a:chExt cx="199" cy="139"/>
            </a:xfrm>
          </p:grpSpPr>
          <p:sp>
            <p:nvSpPr>
              <p:cNvPr id="22501" name="Freeform 920"/>
              <p:cNvSpPr>
                <a:spLocks/>
              </p:cNvSpPr>
              <p:nvPr/>
            </p:nvSpPr>
            <p:spPr bwMode="auto">
              <a:xfrm rot="-9373407">
                <a:off x="4451" y="1471"/>
                <a:ext cx="199" cy="139"/>
              </a:xfrm>
              <a:custGeom>
                <a:avLst/>
                <a:gdLst>
                  <a:gd name="T0" fmla="*/ 3591 w 84"/>
                  <a:gd name="T1" fmla="*/ 1709 h 68"/>
                  <a:gd name="T2" fmla="*/ 5382 w 84"/>
                  <a:gd name="T3" fmla="*/ 1504 h 68"/>
                  <a:gd name="T4" fmla="*/ 3591 w 84"/>
                  <a:gd name="T5" fmla="*/ 0 h 68"/>
                  <a:gd name="T6" fmla="*/ 1796 w 84"/>
                  <a:gd name="T7" fmla="*/ 2357 h 68"/>
                  <a:gd name="T8" fmla="*/ 3591 w 84"/>
                  <a:gd name="T9" fmla="*/ 1709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502" name="Oval 921"/>
              <p:cNvSpPr>
                <a:spLocks noChangeArrowheads="1"/>
              </p:cNvSpPr>
              <p:nvPr/>
            </p:nvSpPr>
            <p:spPr bwMode="auto">
              <a:xfrm rot="1426593">
                <a:off x="4522" y="1531"/>
                <a:ext cx="35" cy="3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2492" name="Oval 922"/>
            <p:cNvSpPr>
              <a:spLocks noChangeArrowheads="1"/>
            </p:cNvSpPr>
            <p:nvPr/>
          </p:nvSpPr>
          <p:spPr bwMode="auto">
            <a:xfrm rot="1426593">
              <a:off x="4511" y="1400"/>
              <a:ext cx="30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93" name="Freeform 923"/>
            <p:cNvSpPr>
              <a:spLocks/>
            </p:cNvSpPr>
            <p:nvPr/>
          </p:nvSpPr>
          <p:spPr bwMode="auto">
            <a:xfrm rot="-9373407">
              <a:off x="4589" y="1486"/>
              <a:ext cx="221" cy="155"/>
            </a:xfrm>
            <a:custGeom>
              <a:avLst/>
              <a:gdLst>
                <a:gd name="T0" fmla="*/ 3006 w 101"/>
                <a:gd name="T1" fmla="*/ 2797 h 66"/>
                <a:gd name="T2" fmla="*/ 3300 w 101"/>
                <a:gd name="T3" fmla="*/ 209 h 66"/>
                <a:gd name="T4" fmla="*/ 1217 w 101"/>
                <a:gd name="T5" fmla="*/ 634 h 66"/>
                <a:gd name="T6" fmla="*/ 3006 w 101"/>
                <a:gd name="T7" fmla="*/ 2797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94" name="Oval 924"/>
            <p:cNvSpPr>
              <a:spLocks noChangeArrowheads="1"/>
            </p:cNvSpPr>
            <p:nvPr/>
          </p:nvSpPr>
          <p:spPr bwMode="auto">
            <a:xfrm rot="1426593">
              <a:off x="4676" y="1556"/>
              <a:ext cx="32" cy="3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95" name="Freeform 925"/>
            <p:cNvSpPr>
              <a:spLocks/>
            </p:cNvSpPr>
            <p:nvPr/>
          </p:nvSpPr>
          <p:spPr bwMode="auto">
            <a:xfrm rot="-9373407">
              <a:off x="4449" y="1198"/>
              <a:ext cx="221" cy="155"/>
            </a:xfrm>
            <a:custGeom>
              <a:avLst/>
              <a:gdLst>
                <a:gd name="T0" fmla="*/ 3006 w 101"/>
                <a:gd name="T1" fmla="*/ 2797 h 66"/>
                <a:gd name="T2" fmla="*/ 3300 w 101"/>
                <a:gd name="T3" fmla="*/ 209 h 66"/>
                <a:gd name="T4" fmla="*/ 1217 w 101"/>
                <a:gd name="T5" fmla="*/ 634 h 66"/>
                <a:gd name="T6" fmla="*/ 3006 w 101"/>
                <a:gd name="T7" fmla="*/ 2797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96" name="Oval 926"/>
            <p:cNvSpPr>
              <a:spLocks noChangeArrowheads="1"/>
            </p:cNvSpPr>
            <p:nvPr/>
          </p:nvSpPr>
          <p:spPr bwMode="auto">
            <a:xfrm rot="1426593">
              <a:off x="4535" y="1268"/>
              <a:ext cx="33" cy="37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97" name="Freeform 927"/>
            <p:cNvSpPr>
              <a:spLocks/>
            </p:cNvSpPr>
            <p:nvPr/>
          </p:nvSpPr>
          <p:spPr bwMode="auto">
            <a:xfrm rot="1426593">
              <a:off x="4591" y="1395"/>
              <a:ext cx="172" cy="136"/>
            </a:xfrm>
            <a:custGeom>
              <a:avLst/>
              <a:gdLst>
                <a:gd name="T0" fmla="*/ 1728 w 84"/>
                <a:gd name="T1" fmla="*/ 1536 h 68"/>
                <a:gd name="T2" fmla="*/ 2582 w 84"/>
                <a:gd name="T3" fmla="*/ 1344 h 68"/>
                <a:gd name="T4" fmla="*/ 1728 w 84"/>
                <a:gd name="T5" fmla="*/ 0 h 68"/>
                <a:gd name="T6" fmla="*/ 860 w 84"/>
                <a:gd name="T7" fmla="*/ 2112 h 68"/>
                <a:gd name="T8" fmla="*/ 1728 w 84"/>
                <a:gd name="T9" fmla="*/ 153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98" name="Oval 928"/>
            <p:cNvSpPr>
              <a:spLocks noChangeArrowheads="1"/>
            </p:cNvSpPr>
            <p:nvPr/>
          </p:nvSpPr>
          <p:spPr bwMode="auto">
            <a:xfrm rot="1426593">
              <a:off x="4658" y="1434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99" name="Freeform 929"/>
            <p:cNvSpPr>
              <a:spLocks/>
            </p:cNvSpPr>
            <p:nvPr/>
          </p:nvSpPr>
          <p:spPr bwMode="auto">
            <a:xfrm rot="1426593">
              <a:off x="4556" y="1226"/>
              <a:ext cx="187" cy="169"/>
            </a:xfrm>
            <a:custGeom>
              <a:avLst/>
              <a:gdLst>
                <a:gd name="T0" fmla="*/ 1570 w 91"/>
                <a:gd name="T1" fmla="*/ 7514 h 63"/>
                <a:gd name="T2" fmla="*/ 3331 w 91"/>
                <a:gd name="T3" fmla="*/ 4153 h 63"/>
                <a:gd name="T4" fmla="*/ 3126 w 91"/>
                <a:gd name="T5" fmla="*/ 1663 h 63"/>
                <a:gd name="T6" fmla="*/ 1802 w 91"/>
                <a:gd name="T7" fmla="*/ 0 h 63"/>
                <a:gd name="T8" fmla="*/ 2014 w 91"/>
                <a:gd name="T9" fmla="*/ 8340 h 63"/>
                <a:gd name="T10" fmla="*/ 1570 w 91"/>
                <a:gd name="T11" fmla="*/ 7514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500" name="Oval 930"/>
            <p:cNvSpPr>
              <a:spLocks noChangeArrowheads="1"/>
            </p:cNvSpPr>
            <p:nvPr/>
          </p:nvSpPr>
          <p:spPr bwMode="auto">
            <a:xfrm rot="1426593">
              <a:off x="4659" y="1314"/>
              <a:ext cx="31" cy="4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610" name="Group 931"/>
          <p:cNvGrpSpPr>
            <a:grpSpLocks/>
          </p:cNvGrpSpPr>
          <p:nvPr>
            <p:custDataLst>
              <p:tags r:id="rId401"/>
            </p:custDataLst>
          </p:nvPr>
        </p:nvGrpSpPr>
        <p:grpSpPr bwMode="auto">
          <a:xfrm>
            <a:off x="1470025" y="4187825"/>
            <a:ext cx="728663" cy="633413"/>
            <a:chOff x="926" y="2139"/>
            <a:chExt cx="459" cy="399"/>
          </a:xfrm>
        </p:grpSpPr>
        <p:sp>
          <p:nvSpPr>
            <p:cNvPr id="22466" name="Freeform 932"/>
            <p:cNvSpPr>
              <a:spLocks/>
            </p:cNvSpPr>
            <p:nvPr/>
          </p:nvSpPr>
          <p:spPr bwMode="auto">
            <a:xfrm rot="6679657">
              <a:off x="860" y="2353"/>
              <a:ext cx="251" cy="120"/>
            </a:xfrm>
            <a:custGeom>
              <a:avLst/>
              <a:gdLst>
                <a:gd name="T0" fmla="*/ 2280 w 120"/>
                <a:gd name="T1" fmla="*/ 1344 h 60"/>
                <a:gd name="T2" fmla="*/ 3732 w 120"/>
                <a:gd name="T3" fmla="*/ 1152 h 60"/>
                <a:gd name="T4" fmla="*/ 2525 w 120"/>
                <a:gd name="T5" fmla="*/ 0 h 60"/>
                <a:gd name="T6" fmla="*/ 1803 w 120"/>
                <a:gd name="T7" fmla="*/ 1920 h 60"/>
                <a:gd name="T8" fmla="*/ 2280 w 120"/>
                <a:gd name="T9" fmla="*/ 134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67" name="Freeform 933"/>
            <p:cNvSpPr>
              <a:spLocks/>
            </p:cNvSpPr>
            <p:nvPr/>
          </p:nvSpPr>
          <p:spPr bwMode="auto">
            <a:xfrm rot="6679657">
              <a:off x="1094" y="2336"/>
              <a:ext cx="212" cy="132"/>
            </a:xfrm>
            <a:custGeom>
              <a:avLst/>
              <a:gdLst>
                <a:gd name="T0" fmla="*/ 2441 w 101"/>
                <a:gd name="T1" fmla="*/ 1248 h 66"/>
                <a:gd name="T2" fmla="*/ 2701 w 101"/>
                <a:gd name="T3" fmla="*/ 96 h 66"/>
                <a:gd name="T4" fmla="*/ 970 w 101"/>
                <a:gd name="T5" fmla="*/ 288 h 66"/>
                <a:gd name="T6" fmla="*/ 2441 w 101"/>
                <a:gd name="T7" fmla="*/ 1248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68" name="Freeform 934"/>
            <p:cNvSpPr>
              <a:spLocks/>
            </p:cNvSpPr>
            <p:nvPr/>
          </p:nvSpPr>
          <p:spPr bwMode="auto">
            <a:xfrm rot="6679657">
              <a:off x="1167" y="2227"/>
              <a:ext cx="250" cy="120"/>
            </a:xfrm>
            <a:custGeom>
              <a:avLst/>
              <a:gdLst>
                <a:gd name="T0" fmla="*/ 2244 w 120"/>
                <a:gd name="T1" fmla="*/ 1344 h 60"/>
                <a:gd name="T2" fmla="*/ 3654 w 120"/>
                <a:gd name="T3" fmla="*/ 1152 h 60"/>
                <a:gd name="T4" fmla="*/ 2469 w 120"/>
                <a:gd name="T5" fmla="*/ 0 h 60"/>
                <a:gd name="T6" fmla="*/ 1771 w 120"/>
                <a:gd name="T7" fmla="*/ 1920 h 60"/>
                <a:gd name="T8" fmla="*/ 2244 w 120"/>
                <a:gd name="T9" fmla="*/ 134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69" name="Freeform 935"/>
            <p:cNvSpPr>
              <a:spLocks/>
            </p:cNvSpPr>
            <p:nvPr/>
          </p:nvSpPr>
          <p:spPr bwMode="auto">
            <a:xfrm rot="6679657">
              <a:off x="1115" y="2251"/>
              <a:ext cx="163" cy="119"/>
            </a:xfrm>
            <a:custGeom>
              <a:avLst/>
              <a:gdLst>
                <a:gd name="T0" fmla="*/ 0 w 66"/>
                <a:gd name="T1" fmla="*/ 2278 h 50"/>
                <a:gd name="T2" fmla="*/ 4939 w 66"/>
                <a:gd name="T3" fmla="*/ 3206 h 50"/>
                <a:gd name="T4" fmla="*/ 2203 w 66"/>
                <a:gd name="T5" fmla="*/ 928 h 50"/>
                <a:gd name="T6" fmla="*/ 556 w 66"/>
                <a:gd name="T7" fmla="*/ 447 h 50"/>
                <a:gd name="T8" fmla="*/ 0 w 66"/>
                <a:gd name="T9" fmla="*/ 2278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70" name="Freeform 936"/>
            <p:cNvSpPr>
              <a:spLocks/>
            </p:cNvSpPr>
            <p:nvPr/>
          </p:nvSpPr>
          <p:spPr bwMode="auto">
            <a:xfrm rot="6679657">
              <a:off x="1226" y="2331"/>
              <a:ext cx="191" cy="126"/>
            </a:xfrm>
            <a:custGeom>
              <a:avLst/>
              <a:gdLst>
                <a:gd name="T0" fmla="*/ 1748 w 91"/>
                <a:gd name="T1" fmla="*/ 1728 h 63"/>
                <a:gd name="T2" fmla="*/ 3709 w 91"/>
                <a:gd name="T3" fmla="*/ 960 h 63"/>
                <a:gd name="T4" fmla="*/ 3459 w 91"/>
                <a:gd name="T5" fmla="*/ 384 h 63"/>
                <a:gd name="T6" fmla="*/ 1996 w 91"/>
                <a:gd name="T7" fmla="*/ 0 h 63"/>
                <a:gd name="T8" fmla="*/ 2229 w 91"/>
                <a:gd name="T9" fmla="*/ 1920 h 63"/>
                <a:gd name="T10" fmla="*/ 1748 w 91"/>
                <a:gd name="T11" fmla="*/ 1728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71" name="Freeform 937"/>
            <p:cNvSpPr>
              <a:spLocks/>
            </p:cNvSpPr>
            <p:nvPr/>
          </p:nvSpPr>
          <p:spPr bwMode="auto">
            <a:xfrm rot="6679657">
              <a:off x="1003" y="2330"/>
              <a:ext cx="175" cy="136"/>
            </a:xfrm>
            <a:custGeom>
              <a:avLst/>
              <a:gdLst>
                <a:gd name="T0" fmla="*/ 1879 w 84"/>
                <a:gd name="T1" fmla="*/ 1536 h 68"/>
                <a:gd name="T2" fmla="*/ 2829 w 84"/>
                <a:gd name="T3" fmla="*/ 1344 h 68"/>
                <a:gd name="T4" fmla="*/ 1879 w 84"/>
                <a:gd name="T5" fmla="*/ 0 h 68"/>
                <a:gd name="T6" fmla="*/ 942 w 84"/>
                <a:gd name="T7" fmla="*/ 2112 h 68"/>
                <a:gd name="T8" fmla="*/ 1879 w 84"/>
                <a:gd name="T9" fmla="*/ 153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72" name="Oval 938"/>
            <p:cNvSpPr>
              <a:spLocks noChangeArrowheads="1"/>
            </p:cNvSpPr>
            <p:nvPr/>
          </p:nvSpPr>
          <p:spPr bwMode="auto">
            <a:xfrm rot="-4120343">
              <a:off x="1290" y="2260"/>
              <a:ext cx="30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73" name="Oval 939"/>
            <p:cNvSpPr>
              <a:spLocks noChangeArrowheads="1"/>
            </p:cNvSpPr>
            <p:nvPr/>
          </p:nvSpPr>
          <p:spPr bwMode="auto">
            <a:xfrm rot="-4120343">
              <a:off x="1323" y="2405"/>
              <a:ext cx="30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74" name="Oval 940"/>
            <p:cNvSpPr>
              <a:spLocks noChangeArrowheads="1"/>
            </p:cNvSpPr>
            <p:nvPr/>
          </p:nvSpPr>
          <p:spPr bwMode="auto">
            <a:xfrm rot="-4120343">
              <a:off x="1180" y="2287"/>
              <a:ext cx="34" cy="3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75" name="Oval 941"/>
            <p:cNvSpPr>
              <a:spLocks noChangeArrowheads="1"/>
            </p:cNvSpPr>
            <p:nvPr/>
          </p:nvSpPr>
          <p:spPr bwMode="auto">
            <a:xfrm rot="-4120343">
              <a:off x="1205" y="2391"/>
              <a:ext cx="31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76" name="Oval 942"/>
            <p:cNvSpPr>
              <a:spLocks noChangeArrowheads="1"/>
            </p:cNvSpPr>
            <p:nvPr/>
          </p:nvSpPr>
          <p:spPr bwMode="auto">
            <a:xfrm rot="-4120343">
              <a:off x="1080" y="240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77" name="Oval 943"/>
            <p:cNvSpPr>
              <a:spLocks noChangeArrowheads="1"/>
            </p:cNvSpPr>
            <p:nvPr/>
          </p:nvSpPr>
          <p:spPr bwMode="auto">
            <a:xfrm rot="-4120343">
              <a:off x="974" y="2405"/>
              <a:ext cx="30" cy="3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2611" name="Group 944"/>
            <p:cNvGrpSpPr>
              <a:grpSpLocks/>
            </p:cNvGrpSpPr>
            <p:nvPr/>
          </p:nvGrpSpPr>
          <p:grpSpPr bwMode="auto">
            <a:xfrm>
              <a:off x="947" y="2139"/>
              <a:ext cx="134" cy="213"/>
              <a:chOff x="947" y="2139"/>
              <a:chExt cx="134" cy="213"/>
            </a:xfrm>
          </p:grpSpPr>
          <p:sp>
            <p:nvSpPr>
              <p:cNvPr id="22482" name="Freeform 945"/>
              <p:cNvSpPr>
                <a:spLocks/>
              </p:cNvSpPr>
              <p:nvPr/>
            </p:nvSpPr>
            <p:spPr bwMode="auto">
              <a:xfrm rot="6679657">
                <a:off x="907" y="2179"/>
                <a:ext cx="213" cy="134"/>
              </a:xfrm>
              <a:custGeom>
                <a:avLst/>
                <a:gdLst>
                  <a:gd name="T0" fmla="*/ 2514 w 101"/>
                  <a:gd name="T1" fmla="*/ 1340 h 66"/>
                  <a:gd name="T2" fmla="*/ 2748 w 101"/>
                  <a:gd name="T3" fmla="*/ 99 h 66"/>
                  <a:gd name="T4" fmla="*/ 1014 w 101"/>
                  <a:gd name="T5" fmla="*/ 309 h 66"/>
                  <a:gd name="T6" fmla="*/ 2514 w 101"/>
                  <a:gd name="T7" fmla="*/ 1340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83" name="Oval 946"/>
              <p:cNvSpPr>
                <a:spLocks noChangeArrowheads="1"/>
              </p:cNvSpPr>
              <p:nvPr/>
            </p:nvSpPr>
            <p:spPr bwMode="auto">
              <a:xfrm rot="-4120343">
                <a:off x="1019" y="2236"/>
                <a:ext cx="31" cy="33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grpSp>
          <p:nvGrpSpPr>
            <p:cNvPr id="22612" name="Group 947"/>
            <p:cNvGrpSpPr>
              <a:grpSpLocks/>
            </p:cNvGrpSpPr>
            <p:nvPr/>
          </p:nvGrpSpPr>
          <p:grpSpPr bwMode="auto">
            <a:xfrm>
              <a:off x="1050" y="2210"/>
              <a:ext cx="125" cy="190"/>
              <a:chOff x="1050" y="2210"/>
              <a:chExt cx="125" cy="190"/>
            </a:xfrm>
          </p:grpSpPr>
          <p:sp>
            <p:nvSpPr>
              <p:cNvPr id="22480" name="Freeform 948"/>
              <p:cNvSpPr>
                <a:spLocks/>
              </p:cNvSpPr>
              <p:nvPr/>
            </p:nvSpPr>
            <p:spPr bwMode="auto">
              <a:xfrm rot="-4120343">
                <a:off x="1018" y="2242"/>
                <a:ext cx="190" cy="125"/>
              </a:xfrm>
              <a:custGeom>
                <a:avLst/>
                <a:gdLst>
                  <a:gd name="T0" fmla="*/ 1714 w 91"/>
                  <a:gd name="T1" fmla="*/ 1657 h 63"/>
                  <a:gd name="T2" fmla="*/ 3614 w 91"/>
                  <a:gd name="T3" fmla="*/ 929 h 63"/>
                  <a:gd name="T4" fmla="*/ 3370 w 91"/>
                  <a:gd name="T5" fmla="*/ 373 h 63"/>
                  <a:gd name="T6" fmla="*/ 1940 w 91"/>
                  <a:gd name="T7" fmla="*/ 0 h 63"/>
                  <a:gd name="T8" fmla="*/ 2184 w 91"/>
                  <a:gd name="T9" fmla="*/ 1843 h 63"/>
                  <a:gd name="T10" fmla="*/ 1714 w 91"/>
                  <a:gd name="T11" fmla="*/ 1657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81" name="Oval 949"/>
              <p:cNvSpPr>
                <a:spLocks noChangeArrowheads="1"/>
              </p:cNvSpPr>
              <p:nvPr/>
            </p:nvSpPr>
            <p:spPr bwMode="auto">
              <a:xfrm rot="-4120343">
                <a:off x="1097" y="2251"/>
                <a:ext cx="30" cy="31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grpSp>
        <p:nvGrpSpPr>
          <p:cNvPr id="22653" name="Group 950"/>
          <p:cNvGrpSpPr>
            <a:grpSpLocks/>
          </p:cNvGrpSpPr>
          <p:nvPr>
            <p:custDataLst>
              <p:tags r:id="rId402"/>
            </p:custDataLst>
          </p:nvPr>
        </p:nvGrpSpPr>
        <p:grpSpPr bwMode="auto">
          <a:xfrm>
            <a:off x="1485900" y="3814763"/>
            <a:ext cx="574675" cy="549275"/>
            <a:chOff x="936" y="1904"/>
            <a:chExt cx="362" cy="346"/>
          </a:xfrm>
        </p:grpSpPr>
        <p:sp>
          <p:nvSpPr>
            <p:cNvPr id="22453" name="Freeform 951"/>
            <p:cNvSpPr>
              <a:spLocks/>
            </p:cNvSpPr>
            <p:nvPr/>
          </p:nvSpPr>
          <p:spPr bwMode="auto">
            <a:xfrm rot="6679657">
              <a:off x="1007" y="2077"/>
              <a:ext cx="212" cy="133"/>
            </a:xfrm>
            <a:custGeom>
              <a:avLst/>
              <a:gdLst>
                <a:gd name="T0" fmla="*/ 2441 w 101"/>
                <a:gd name="T1" fmla="*/ 1300 h 66"/>
                <a:gd name="T2" fmla="*/ 2701 w 101"/>
                <a:gd name="T3" fmla="*/ 97 h 66"/>
                <a:gd name="T4" fmla="*/ 970 w 101"/>
                <a:gd name="T5" fmla="*/ 296 h 66"/>
                <a:gd name="T6" fmla="*/ 2441 w 101"/>
                <a:gd name="T7" fmla="*/ 130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54" name="Freeform 952"/>
            <p:cNvSpPr>
              <a:spLocks/>
            </p:cNvSpPr>
            <p:nvPr/>
          </p:nvSpPr>
          <p:spPr bwMode="auto">
            <a:xfrm rot="6679657">
              <a:off x="1079" y="1970"/>
              <a:ext cx="251" cy="120"/>
            </a:xfrm>
            <a:custGeom>
              <a:avLst/>
              <a:gdLst>
                <a:gd name="T0" fmla="*/ 2280 w 120"/>
                <a:gd name="T1" fmla="*/ 1344 h 60"/>
                <a:gd name="T2" fmla="*/ 3732 w 120"/>
                <a:gd name="T3" fmla="*/ 1152 h 60"/>
                <a:gd name="T4" fmla="*/ 2525 w 120"/>
                <a:gd name="T5" fmla="*/ 0 h 60"/>
                <a:gd name="T6" fmla="*/ 1803 w 120"/>
                <a:gd name="T7" fmla="*/ 1920 h 60"/>
                <a:gd name="T8" fmla="*/ 2280 w 120"/>
                <a:gd name="T9" fmla="*/ 134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55" name="Freeform 953"/>
            <p:cNvSpPr>
              <a:spLocks/>
            </p:cNvSpPr>
            <p:nvPr/>
          </p:nvSpPr>
          <p:spPr bwMode="auto">
            <a:xfrm rot="6679657">
              <a:off x="1028" y="1994"/>
              <a:ext cx="163" cy="119"/>
            </a:xfrm>
            <a:custGeom>
              <a:avLst/>
              <a:gdLst>
                <a:gd name="T0" fmla="*/ 0 w 66"/>
                <a:gd name="T1" fmla="*/ 2278 h 50"/>
                <a:gd name="T2" fmla="*/ 4939 w 66"/>
                <a:gd name="T3" fmla="*/ 3206 h 50"/>
                <a:gd name="T4" fmla="*/ 2203 w 66"/>
                <a:gd name="T5" fmla="*/ 928 h 50"/>
                <a:gd name="T6" fmla="*/ 556 w 66"/>
                <a:gd name="T7" fmla="*/ 447 h 50"/>
                <a:gd name="T8" fmla="*/ 0 w 66"/>
                <a:gd name="T9" fmla="*/ 2278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56" name="Freeform 954"/>
            <p:cNvSpPr>
              <a:spLocks/>
            </p:cNvSpPr>
            <p:nvPr/>
          </p:nvSpPr>
          <p:spPr bwMode="auto">
            <a:xfrm rot="6679657">
              <a:off x="1139" y="2073"/>
              <a:ext cx="191" cy="126"/>
            </a:xfrm>
            <a:custGeom>
              <a:avLst/>
              <a:gdLst>
                <a:gd name="T0" fmla="*/ 1748 w 91"/>
                <a:gd name="T1" fmla="*/ 1728 h 63"/>
                <a:gd name="T2" fmla="*/ 3709 w 91"/>
                <a:gd name="T3" fmla="*/ 960 h 63"/>
                <a:gd name="T4" fmla="*/ 3459 w 91"/>
                <a:gd name="T5" fmla="*/ 384 h 63"/>
                <a:gd name="T6" fmla="*/ 1996 w 91"/>
                <a:gd name="T7" fmla="*/ 0 h 63"/>
                <a:gd name="T8" fmla="*/ 2229 w 91"/>
                <a:gd name="T9" fmla="*/ 1920 h 63"/>
                <a:gd name="T10" fmla="*/ 1748 w 91"/>
                <a:gd name="T11" fmla="*/ 1728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57" name="Freeform 955"/>
            <p:cNvSpPr>
              <a:spLocks/>
            </p:cNvSpPr>
            <p:nvPr/>
          </p:nvSpPr>
          <p:spPr bwMode="auto">
            <a:xfrm rot="6679657">
              <a:off x="916" y="2072"/>
              <a:ext cx="175" cy="136"/>
            </a:xfrm>
            <a:custGeom>
              <a:avLst/>
              <a:gdLst>
                <a:gd name="T0" fmla="*/ 1879 w 84"/>
                <a:gd name="T1" fmla="*/ 1536 h 68"/>
                <a:gd name="T2" fmla="*/ 2829 w 84"/>
                <a:gd name="T3" fmla="*/ 1344 h 68"/>
                <a:gd name="T4" fmla="*/ 1879 w 84"/>
                <a:gd name="T5" fmla="*/ 0 h 68"/>
                <a:gd name="T6" fmla="*/ 942 w 84"/>
                <a:gd name="T7" fmla="*/ 2112 h 68"/>
                <a:gd name="T8" fmla="*/ 1879 w 84"/>
                <a:gd name="T9" fmla="*/ 153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58" name="Oval 956"/>
            <p:cNvSpPr>
              <a:spLocks noChangeArrowheads="1"/>
            </p:cNvSpPr>
            <p:nvPr/>
          </p:nvSpPr>
          <p:spPr bwMode="auto">
            <a:xfrm rot="-4120343">
              <a:off x="1202" y="200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59" name="Oval 957"/>
            <p:cNvSpPr>
              <a:spLocks noChangeArrowheads="1"/>
            </p:cNvSpPr>
            <p:nvPr/>
          </p:nvSpPr>
          <p:spPr bwMode="auto">
            <a:xfrm rot="-4120343">
              <a:off x="1235" y="2148"/>
              <a:ext cx="31" cy="3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60" name="Oval 958"/>
            <p:cNvSpPr>
              <a:spLocks noChangeArrowheads="1"/>
            </p:cNvSpPr>
            <p:nvPr/>
          </p:nvSpPr>
          <p:spPr bwMode="auto">
            <a:xfrm rot="-4120343">
              <a:off x="1092" y="2031"/>
              <a:ext cx="35" cy="3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61" name="Oval 959"/>
            <p:cNvSpPr>
              <a:spLocks noChangeArrowheads="1"/>
            </p:cNvSpPr>
            <p:nvPr/>
          </p:nvSpPr>
          <p:spPr bwMode="auto">
            <a:xfrm rot="-4120343">
              <a:off x="1119" y="2133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62" name="Oval 960"/>
            <p:cNvSpPr>
              <a:spLocks noChangeArrowheads="1"/>
            </p:cNvSpPr>
            <p:nvPr/>
          </p:nvSpPr>
          <p:spPr bwMode="auto">
            <a:xfrm rot="-4120343">
              <a:off x="992" y="2146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2654" name="Group 961"/>
            <p:cNvGrpSpPr>
              <a:grpSpLocks/>
            </p:cNvGrpSpPr>
            <p:nvPr/>
          </p:nvGrpSpPr>
          <p:grpSpPr bwMode="auto">
            <a:xfrm>
              <a:off x="962" y="1952"/>
              <a:ext cx="127" cy="191"/>
              <a:chOff x="962" y="1952"/>
              <a:chExt cx="127" cy="191"/>
            </a:xfrm>
          </p:grpSpPr>
          <p:sp>
            <p:nvSpPr>
              <p:cNvPr id="22464" name="Freeform 962"/>
              <p:cNvSpPr>
                <a:spLocks/>
              </p:cNvSpPr>
              <p:nvPr/>
            </p:nvSpPr>
            <p:spPr bwMode="auto">
              <a:xfrm rot="-4120343">
                <a:off x="930" y="1984"/>
                <a:ext cx="191" cy="127"/>
              </a:xfrm>
              <a:custGeom>
                <a:avLst/>
                <a:gdLst>
                  <a:gd name="T0" fmla="*/ 1748 w 91"/>
                  <a:gd name="T1" fmla="*/ 1800 h 63"/>
                  <a:gd name="T2" fmla="*/ 3709 w 91"/>
                  <a:gd name="T3" fmla="*/ 992 h 63"/>
                  <a:gd name="T4" fmla="*/ 3459 w 91"/>
                  <a:gd name="T5" fmla="*/ 395 h 63"/>
                  <a:gd name="T6" fmla="*/ 1996 w 91"/>
                  <a:gd name="T7" fmla="*/ 0 h 63"/>
                  <a:gd name="T8" fmla="*/ 2229 w 91"/>
                  <a:gd name="T9" fmla="*/ 2000 h 63"/>
                  <a:gd name="T10" fmla="*/ 1748 w 91"/>
                  <a:gd name="T11" fmla="*/ 1800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65" name="Oval 963"/>
              <p:cNvSpPr>
                <a:spLocks noChangeArrowheads="1"/>
              </p:cNvSpPr>
              <p:nvPr/>
            </p:nvSpPr>
            <p:spPr bwMode="auto">
              <a:xfrm rot="-4120343">
                <a:off x="1010" y="1991"/>
                <a:ext cx="30" cy="33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grpSp>
        <p:nvGrpSpPr>
          <p:cNvPr id="22655" name="Group 964"/>
          <p:cNvGrpSpPr>
            <a:grpSpLocks/>
          </p:cNvGrpSpPr>
          <p:nvPr>
            <p:custDataLst>
              <p:tags r:id="rId403"/>
            </p:custDataLst>
          </p:nvPr>
        </p:nvGrpSpPr>
        <p:grpSpPr bwMode="auto">
          <a:xfrm>
            <a:off x="1333500" y="3190875"/>
            <a:ext cx="627063" cy="798513"/>
            <a:chOff x="840" y="1511"/>
            <a:chExt cx="395" cy="503"/>
          </a:xfrm>
        </p:grpSpPr>
        <p:sp>
          <p:nvSpPr>
            <p:cNvPr id="22434" name="Freeform 965"/>
            <p:cNvSpPr>
              <a:spLocks/>
            </p:cNvSpPr>
            <p:nvPr/>
          </p:nvSpPr>
          <p:spPr bwMode="auto">
            <a:xfrm rot="-9740560">
              <a:off x="840" y="1552"/>
              <a:ext cx="247" cy="121"/>
            </a:xfrm>
            <a:custGeom>
              <a:avLst/>
              <a:gdLst>
                <a:gd name="T0" fmla="*/ 2102 w 120"/>
                <a:gd name="T1" fmla="*/ 1404 h 60"/>
                <a:gd name="T2" fmla="*/ 3427 w 120"/>
                <a:gd name="T3" fmla="*/ 1204 h 60"/>
                <a:gd name="T4" fmla="*/ 2338 w 120"/>
                <a:gd name="T5" fmla="*/ 0 h 60"/>
                <a:gd name="T6" fmla="*/ 1665 w 120"/>
                <a:gd name="T7" fmla="*/ 2001 h 60"/>
                <a:gd name="T8" fmla="*/ 2102 w 120"/>
                <a:gd name="T9" fmla="*/ 140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35" name="Freeform 966"/>
            <p:cNvSpPr>
              <a:spLocks/>
            </p:cNvSpPr>
            <p:nvPr/>
          </p:nvSpPr>
          <p:spPr bwMode="auto">
            <a:xfrm rot="-9740560">
              <a:off x="883" y="1760"/>
              <a:ext cx="208" cy="135"/>
            </a:xfrm>
            <a:custGeom>
              <a:avLst/>
              <a:gdLst>
                <a:gd name="T0" fmla="*/ 2226 w 101"/>
                <a:gd name="T1" fmla="*/ 1401 h 66"/>
                <a:gd name="T2" fmla="*/ 2447 w 101"/>
                <a:gd name="T3" fmla="*/ 104 h 66"/>
                <a:gd name="T4" fmla="*/ 881 w 101"/>
                <a:gd name="T5" fmla="*/ 317 h 66"/>
                <a:gd name="T6" fmla="*/ 2226 w 101"/>
                <a:gd name="T7" fmla="*/ 1401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"/>
                <a:gd name="T13" fmla="*/ 0 h 66"/>
                <a:gd name="T14" fmla="*/ 101 w 101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" h="66">
                  <a:moveTo>
                    <a:pt x="60" y="39"/>
                  </a:moveTo>
                  <a:cubicBezTo>
                    <a:pt x="101" y="53"/>
                    <a:pt x="99" y="14"/>
                    <a:pt x="66" y="3"/>
                  </a:cubicBezTo>
                  <a:cubicBezTo>
                    <a:pt x="52" y="5"/>
                    <a:pt x="35" y="0"/>
                    <a:pt x="24" y="9"/>
                  </a:cubicBezTo>
                  <a:cubicBezTo>
                    <a:pt x="0" y="29"/>
                    <a:pt x="87" y="66"/>
                    <a:pt x="60" y="39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36" name="Freeform 967"/>
            <p:cNvSpPr>
              <a:spLocks/>
            </p:cNvSpPr>
            <p:nvPr/>
          </p:nvSpPr>
          <p:spPr bwMode="auto">
            <a:xfrm rot="-9740560">
              <a:off x="983" y="1853"/>
              <a:ext cx="248" cy="121"/>
            </a:xfrm>
            <a:custGeom>
              <a:avLst/>
              <a:gdLst>
                <a:gd name="T0" fmla="*/ 2153 w 120"/>
                <a:gd name="T1" fmla="*/ 1404 h 60"/>
                <a:gd name="T2" fmla="*/ 3503 w 120"/>
                <a:gd name="T3" fmla="*/ 1204 h 60"/>
                <a:gd name="T4" fmla="*/ 2375 w 120"/>
                <a:gd name="T5" fmla="*/ 0 h 60"/>
                <a:gd name="T6" fmla="*/ 1695 w 120"/>
                <a:gd name="T7" fmla="*/ 2001 h 60"/>
                <a:gd name="T8" fmla="*/ 2153 w 120"/>
                <a:gd name="T9" fmla="*/ 140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37" name="Freeform 968"/>
            <p:cNvSpPr>
              <a:spLocks/>
            </p:cNvSpPr>
            <p:nvPr/>
          </p:nvSpPr>
          <p:spPr bwMode="auto">
            <a:xfrm rot="-9740560">
              <a:off x="998" y="1757"/>
              <a:ext cx="160" cy="121"/>
            </a:xfrm>
            <a:custGeom>
              <a:avLst/>
              <a:gdLst>
                <a:gd name="T0" fmla="*/ 0 w 66"/>
                <a:gd name="T1" fmla="*/ 2507 h 50"/>
                <a:gd name="T2" fmla="*/ 4531 w 66"/>
                <a:gd name="T3" fmla="*/ 3502 h 50"/>
                <a:gd name="T4" fmla="*/ 2010 w 66"/>
                <a:gd name="T5" fmla="*/ 990 h 50"/>
                <a:gd name="T6" fmla="*/ 512 w 66"/>
                <a:gd name="T7" fmla="*/ 511 h 50"/>
                <a:gd name="T8" fmla="*/ 0 w 66"/>
                <a:gd name="T9" fmla="*/ 250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38" name="Freeform 969"/>
            <p:cNvSpPr>
              <a:spLocks/>
            </p:cNvSpPr>
            <p:nvPr/>
          </p:nvSpPr>
          <p:spPr bwMode="auto">
            <a:xfrm rot="-9740560">
              <a:off x="910" y="1886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39" name="Freeform 970"/>
            <p:cNvSpPr>
              <a:spLocks/>
            </p:cNvSpPr>
            <p:nvPr/>
          </p:nvSpPr>
          <p:spPr bwMode="auto">
            <a:xfrm rot="-9740560">
              <a:off x="898" y="1649"/>
              <a:ext cx="173" cy="137"/>
            </a:xfrm>
            <a:custGeom>
              <a:avLst/>
              <a:gdLst>
                <a:gd name="T0" fmla="*/ 1781 w 84"/>
                <a:gd name="T1" fmla="*/ 1596 h 68"/>
                <a:gd name="T2" fmla="*/ 2663 w 84"/>
                <a:gd name="T3" fmla="*/ 1400 h 68"/>
                <a:gd name="T4" fmla="*/ 1781 w 84"/>
                <a:gd name="T5" fmla="*/ 0 h 68"/>
                <a:gd name="T6" fmla="*/ 881 w 84"/>
                <a:gd name="T7" fmla="*/ 2192 h 68"/>
                <a:gd name="T8" fmla="*/ 1781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40" name="Oval 971"/>
            <p:cNvSpPr>
              <a:spLocks noChangeArrowheads="1"/>
            </p:cNvSpPr>
            <p:nvPr/>
          </p:nvSpPr>
          <p:spPr bwMode="auto">
            <a:xfrm rot="1059440">
              <a:off x="1103" y="1908"/>
              <a:ext cx="29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41" name="Oval 972"/>
            <p:cNvSpPr>
              <a:spLocks noChangeArrowheads="1"/>
            </p:cNvSpPr>
            <p:nvPr/>
          </p:nvSpPr>
          <p:spPr bwMode="auto">
            <a:xfrm rot="1059440">
              <a:off x="961" y="1952"/>
              <a:ext cx="31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42" name="Oval 973"/>
            <p:cNvSpPr>
              <a:spLocks noChangeArrowheads="1"/>
            </p:cNvSpPr>
            <p:nvPr/>
          </p:nvSpPr>
          <p:spPr bwMode="auto">
            <a:xfrm rot="1059440">
              <a:off x="1063" y="1799"/>
              <a:ext cx="35" cy="3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43" name="Oval 974"/>
            <p:cNvSpPr>
              <a:spLocks noChangeArrowheads="1"/>
            </p:cNvSpPr>
            <p:nvPr/>
          </p:nvSpPr>
          <p:spPr bwMode="auto">
            <a:xfrm rot="1059440">
              <a:off x="968" y="1832"/>
              <a:ext cx="31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44" name="Oval 975"/>
            <p:cNvSpPr>
              <a:spLocks noChangeArrowheads="1"/>
            </p:cNvSpPr>
            <p:nvPr/>
          </p:nvSpPr>
          <p:spPr bwMode="auto">
            <a:xfrm rot="1059440">
              <a:off x="914" y="1511"/>
              <a:ext cx="31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45" name="Oval 976"/>
            <p:cNvSpPr>
              <a:spLocks noChangeArrowheads="1"/>
            </p:cNvSpPr>
            <p:nvPr/>
          </p:nvSpPr>
          <p:spPr bwMode="auto">
            <a:xfrm rot="1059440">
              <a:off x="948" y="1707"/>
              <a:ext cx="30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46" name="Oval 977"/>
            <p:cNvSpPr>
              <a:spLocks noChangeArrowheads="1"/>
            </p:cNvSpPr>
            <p:nvPr/>
          </p:nvSpPr>
          <p:spPr bwMode="auto">
            <a:xfrm rot="1059440">
              <a:off x="941" y="1600"/>
              <a:ext cx="29" cy="3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grpSp>
          <p:nvGrpSpPr>
            <p:cNvPr id="22656" name="Group 978"/>
            <p:cNvGrpSpPr>
              <a:grpSpLocks/>
            </p:cNvGrpSpPr>
            <p:nvPr/>
          </p:nvGrpSpPr>
          <p:grpSpPr bwMode="auto">
            <a:xfrm>
              <a:off x="1025" y="1562"/>
              <a:ext cx="210" cy="135"/>
              <a:chOff x="1025" y="1562"/>
              <a:chExt cx="210" cy="135"/>
            </a:xfrm>
          </p:grpSpPr>
          <p:sp>
            <p:nvSpPr>
              <p:cNvPr id="22451" name="Freeform 979"/>
              <p:cNvSpPr>
                <a:spLocks/>
              </p:cNvSpPr>
              <p:nvPr/>
            </p:nvSpPr>
            <p:spPr bwMode="auto">
              <a:xfrm rot="-9740560">
                <a:off x="1025" y="1562"/>
                <a:ext cx="210" cy="135"/>
              </a:xfrm>
              <a:custGeom>
                <a:avLst/>
                <a:gdLst>
                  <a:gd name="T0" fmla="*/ 2339 w 101"/>
                  <a:gd name="T1" fmla="*/ 1401 h 66"/>
                  <a:gd name="T2" fmla="*/ 2564 w 101"/>
                  <a:gd name="T3" fmla="*/ 104 h 66"/>
                  <a:gd name="T4" fmla="*/ 934 w 101"/>
                  <a:gd name="T5" fmla="*/ 317 h 66"/>
                  <a:gd name="T6" fmla="*/ 2339 w 101"/>
                  <a:gd name="T7" fmla="*/ 1401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"/>
                  <a:gd name="T13" fmla="*/ 0 h 66"/>
                  <a:gd name="T14" fmla="*/ 101 w 10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" h="66">
                    <a:moveTo>
                      <a:pt x="60" y="39"/>
                    </a:moveTo>
                    <a:cubicBezTo>
                      <a:pt x="101" y="53"/>
                      <a:pt x="99" y="14"/>
                      <a:pt x="66" y="3"/>
                    </a:cubicBezTo>
                    <a:cubicBezTo>
                      <a:pt x="52" y="5"/>
                      <a:pt x="35" y="0"/>
                      <a:pt x="24" y="9"/>
                    </a:cubicBezTo>
                    <a:cubicBezTo>
                      <a:pt x="0" y="29"/>
                      <a:pt x="87" y="66"/>
                      <a:pt x="60" y="39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52" name="Oval 980"/>
              <p:cNvSpPr>
                <a:spLocks noChangeArrowheads="1"/>
              </p:cNvSpPr>
              <p:nvPr/>
            </p:nvSpPr>
            <p:spPr bwMode="auto">
              <a:xfrm rot="1059440">
                <a:off x="1110" y="1633"/>
                <a:ext cx="31" cy="3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grpSp>
          <p:nvGrpSpPr>
            <p:cNvPr id="22717" name="Group 981"/>
            <p:cNvGrpSpPr>
              <a:grpSpLocks/>
            </p:cNvGrpSpPr>
            <p:nvPr/>
          </p:nvGrpSpPr>
          <p:grpSpPr bwMode="auto">
            <a:xfrm>
              <a:off x="984" y="1670"/>
              <a:ext cx="188" cy="128"/>
              <a:chOff x="984" y="1670"/>
              <a:chExt cx="188" cy="128"/>
            </a:xfrm>
          </p:grpSpPr>
          <p:sp>
            <p:nvSpPr>
              <p:cNvPr id="22449" name="Freeform 982"/>
              <p:cNvSpPr>
                <a:spLocks/>
              </p:cNvSpPr>
              <p:nvPr/>
            </p:nvSpPr>
            <p:spPr bwMode="auto">
              <a:xfrm rot="1059440">
                <a:off x="984" y="1670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50" name="Oval 983"/>
              <p:cNvSpPr>
                <a:spLocks noChangeArrowheads="1"/>
              </p:cNvSpPr>
              <p:nvPr/>
            </p:nvSpPr>
            <p:spPr bwMode="auto">
              <a:xfrm rot="1059440">
                <a:off x="1098" y="1714"/>
                <a:ext cx="30" cy="3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grpSp>
        <p:nvGrpSpPr>
          <p:cNvPr id="22757" name="Group 984"/>
          <p:cNvGrpSpPr>
            <a:grpSpLocks/>
          </p:cNvGrpSpPr>
          <p:nvPr>
            <p:custDataLst>
              <p:tags r:id="rId404"/>
            </p:custDataLst>
          </p:nvPr>
        </p:nvGrpSpPr>
        <p:grpSpPr bwMode="auto">
          <a:xfrm>
            <a:off x="1439863" y="3108325"/>
            <a:ext cx="298450" cy="203200"/>
            <a:chOff x="907" y="1459"/>
            <a:chExt cx="188" cy="128"/>
          </a:xfrm>
        </p:grpSpPr>
        <p:sp>
          <p:nvSpPr>
            <p:cNvPr id="22432" name="Freeform 985"/>
            <p:cNvSpPr>
              <a:spLocks/>
            </p:cNvSpPr>
            <p:nvPr/>
          </p:nvSpPr>
          <p:spPr bwMode="auto">
            <a:xfrm rot="1059440">
              <a:off x="907" y="1459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33" name="Oval 986"/>
            <p:cNvSpPr>
              <a:spLocks noChangeArrowheads="1"/>
            </p:cNvSpPr>
            <p:nvPr/>
          </p:nvSpPr>
          <p:spPr bwMode="auto">
            <a:xfrm rot="1059440">
              <a:off x="1021" y="1503"/>
              <a:ext cx="30" cy="3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1909" name="Freeform 987"/>
          <p:cNvSpPr>
            <a:spLocks/>
          </p:cNvSpPr>
          <p:nvPr>
            <p:custDataLst>
              <p:tags r:id="rId405"/>
            </p:custDataLst>
          </p:nvPr>
        </p:nvSpPr>
        <p:spPr bwMode="auto">
          <a:xfrm rot="-9740560">
            <a:off x="1530350" y="2936875"/>
            <a:ext cx="296863" cy="203200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10" name="Oval 988"/>
          <p:cNvSpPr>
            <a:spLocks noChangeArrowheads="1"/>
          </p:cNvSpPr>
          <p:nvPr>
            <p:custDataLst>
              <p:tags r:id="rId406"/>
            </p:custDataLst>
          </p:nvPr>
        </p:nvSpPr>
        <p:spPr bwMode="auto">
          <a:xfrm rot="1059440">
            <a:off x="1627188" y="3014663"/>
            <a:ext cx="47625" cy="52387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11" name="Freeform 989"/>
          <p:cNvSpPr>
            <a:spLocks/>
          </p:cNvSpPr>
          <p:nvPr>
            <p:custDataLst>
              <p:tags r:id="rId407"/>
            </p:custDataLst>
          </p:nvPr>
        </p:nvSpPr>
        <p:spPr bwMode="auto">
          <a:xfrm rot="-5789811">
            <a:off x="1335881" y="2729707"/>
            <a:ext cx="398463" cy="190500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12" name="Oval 990"/>
          <p:cNvSpPr>
            <a:spLocks noChangeArrowheads="1"/>
          </p:cNvSpPr>
          <p:nvPr>
            <p:custDataLst>
              <p:tags r:id="rId408"/>
            </p:custDataLst>
          </p:nvPr>
        </p:nvSpPr>
        <p:spPr bwMode="auto">
          <a:xfrm rot="5058799">
            <a:off x="1497806" y="2805907"/>
            <a:ext cx="47625" cy="46038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13" name="Freeform 991"/>
          <p:cNvSpPr>
            <a:spLocks/>
          </p:cNvSpPr>
          <p:nvPr>
            <p:custDataLst>
              <p:tags r:id="rId409"/>
            </p:custDataLst>
          </p:nvPr>
        </p:nvSpPr>
        <p:spPr bwMode="auto">
          <a:xfrm rot="4694084">
            <a:off x="1356519" y="3082131"/>
            <a:ext cx="257175" cy="188913"/>
          </a:xfrm>
          <a:custGeom>
            <a:avLst/>
            <a:gdLst>
              <a:gd name="T0" fmla="*/ 0 w 66"/>
              <a:gd name="T1" fmla="*/ 2147483647 h 50"/>
              <a:gd name="T2" fmla="*/ 2147483647 w 66"/>
              <a:gd name="T3" fmla="*/ 2147483647 h 50"/>
              <a:gd name="T4" fmla="*/ 2147483647 w 66"/>
              <a:gd name="T5" fmla="*/ 2147483647 h 50"/>
              <a:gd name="T6" fmla="*/ 2147483647 w 66"/>
              <a:gd name="T7" fmla="*/ 2147483647 h 50"/>
              <a:gd name="T8" fmla="*/ 0 w 66"/>
              <a:gd name="T9" fmla="*/ 2147483647 h 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0"/>
              <a:gd name="T17" fmla="*/ 66 w 66"/>
              <a:gd name="T18" fmla="*/ 50 h 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0">
                <a:moveTo>
                  <a:pt x="0" y="30"/>
                </a:moveTo>
                <a:cubicBezTo>
                  <a:pt x="21" y="44"/>
                  <a:pt x="29" y="50"/>
                  <a:pt x="54" y="42"/>
                </a:cubicBezTo>
                <a:cubicBezTo>
                  <a:pt x="64" y="12"/>
                  <a:pt x="66" y="26"/>
                  <a:pt x="24" y="12"/>
                </a:cubicBezTo>
                <a:cubicBezTo>
                  <a:pt x="18" y="10"/>
                  <a:pt x="8" y="0"/>
                  <a:pt x="6" y="6"/>
                </a:cubicBezTo>
                <a:cubicBezTo>
                  <a:pt x="4" y="14"/>
                  <a:pt x="2" y="22"/>
                  <a:pt x="0" y="30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14" name="Oval 992"/>
          <p:cNvSpPr>
            <a:spLocks noChangeArrowheads="1"/>
          </p:cNvSpPr>
          <p:nvPr>
            <p:custDataLst>
              <p:tags r:id="rId410"/>
            </p:custDataLst>
          </p:nvPr>
        </p:nvSpPr>
        <p:spPr bwMode="auto">
          <a:xfrm rot="-6148461">
            <a:off x="1458120" y="3139281"/>
            <a:ext cx="55562" cy="60325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15" name="Freeform 1015"/>
          <p:cNvSpPr>
            <a:spLocks/>
          </p:cNvSpPr>
          <p:nvPr>
            <p:custDataLst>
              <p:tags r:id="rId411"/>
            </p:custDataLst>
          </p:nvPr>
        </p:nvSpPr>
        <p:spPr bwMode="auto">
          <a:xfrm>
            <a:off x="2727325" y="4568825"/>
            <a:ext cx="184150" cy="3159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16" name="Freeform 1016"/>
          <p:cNvSpPr>
            <a:spLocks/>
          </p:cNvSpPr>
          <p:nvPr>
            <p:custDataLst>
              <p:tags r:id="rId412"/>
            </p:custDataLst>
          </p:nvPr>
        </p:nvSpPr>
        <p:spPr bwMode="auto">
          <a:xfrm>
            <a:off x="2879725" y="4611688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17" name="Freeform 1017"/>
          <p:cNvSpPr>
            <a:spLocks/>
          </p:cNvSpPr>
          <p:nvPr>
            <p:custDataLst>
              <p:tags r:id="rId413"/>
            </p:custDataLst>
          </p:nvPr>
        </p:nvSpPr>
        <p:spPr bwMode="auto">
          <a:xfrm>
            <a:off x="3032125" y="4602163"/>
            <a:ext cx="184150" cy="306387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18" name="Freeform 1018"/>
          <p:cNvSpPr>
            <a:spLocks/>
          </p:cNvSpPr>
          <p:nvPr>
            <p:custDataLst>
              <p:tags r:id="rId414"/>
            </p:custDataLst>
          </p:nvPr>
        </p:nvSpPr>
        <p:spPr bwMode="auto">
          <a:xfrm>
            <a:off x="3184525" y="4621213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19" name="Freeform 1019"/>
          <p:cNvSpPr>
            <a:spLocks/>
          </p:cNvSpPr>
          <p:nvPr>
            <p:custDataLst>
              <p:tags r:id="rId415"/>
            </p:custDataLst>
          </p:nvPr>
        </p:nvSpPr>
        <p:spPr bwMode="auto">
          <a:xfrm>
            <a:off x="3336925" y="4587875"/>
            <a:ext cx="184150" cy="3159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20" name="Freeform 1020"/>
          <p:cNvSpPr>
            <a:spLocks/>
          </p:cNvSpPr>
          <p:nvPr>
            <p:custDataLst>
              <p:tags r:id="rId416"/>
            </p:custDataLst>
          </p:nvPr>
        </p:nvSpPr>
        <p:spPr bwMode="auto">
          <a:xfrm>
            <a:off x="3489325" y="4578350"/>
            <a:ext cx="184150" cy="3159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21" name="Freeform 1021"/>
          <p:cNvSpPr>
            <a:spLocks/>
          </p:cNvSpPr>
          <p:nvPr>
            <p:custDataLst>
              <p:tags r:id="rId417"/>
            </p:custDataLst>
          </p:nvPr>
        </p:nvSpPr>
        <p:spPr bwMode="auto">
          <a:xfrm>
            <a:off x="3641725" y="4559300"/>
            <a:ext cx="184150" cy="3159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22" name="Freeform 1022"/>
          <p:cNvSpPr>
            <a:spLocks/>
          </p:cNvSpPr>
          <p:nvPr>
            <p:custDataLst>
              <p:tags r:id="rId418"/>
            </p:custDataLst>
          </p:nvPr>
        </p:nvSpPr>
        <p:spPr bwMode="auto">
          <a:xfrm>
            <a:off x="3794125" y="4606925"/>
            <a:ext cx="184150" cy="2778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23" name="Oval 1023"/>
          <p:cNvSpPr>
            <a:spLocks noChangeArrowheads="1"/>
          </p:cNvSpPr>
          <p:nvPr>
            <p:custDataLst>
              <p:tags r:id="rId419"/>
            </p:custDataLst>
          </p:nvPr>
        </p:nvSpPr>
        <p:spPr bwMode="auto">
          <a:xfrm>
            <a:off x="2786063" y="46497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24" name="Oval 0"/>
          <p:cNvSpPr>
            <a:spLocks noChangeArrowheads="1"/>
          </p:cNvSpPr>
          <p:nvPr>
            <p:custDataLst>
              <p:tags r:id="rId420"/>
            </p:custDataLst>
          </p:nvPr>
        </p:nvSpPr>
        <p:spPr bwMode="auto">
          <a:xfrm>
            <a:off x="2938463" y="469265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25" name="Oval 1"/>
          <p:cNvSpPr>
            <a:spLocks noChangeArrowheads="1"/>
          </p:cNvSpPr>
          <p:nvPr>
            <p:custDataLst>
              <p:tags r:id="rId421"/>
            </p:custDataLst>
          </p:nvPr>
        </p:nvSpPr>
        <p:spPr bwMode="auto">
          <a:xfrm>
            <a:off x="3090863" y="468312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26" name="Oval 2"/>
          <p:cNvSpPr>
            <a:spLocks noChangeArrowheads="1"/>
          </p:cNvSpPr>
          <p:nvPr>
            <p:custDataLst>
              <p:tags r:id="rId422"/>
            </p:custDataLst>
          </p:nvPr>
        </p:nvSpPr>
        <p:spPr bwMode="auto">
          <a:xfrm>
            <a:off x="3243263" y="470217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27" name="Oval 3"/>
          <p:cNvSpPr>
            <a:spLocks noChangeArrowheads="1"/>
          </p:cNvSpPr>
          <p:nvPr>
            <p:custDataLst>
              <p:tags r:id="rId423"/>
            </p:custDataLst>
          </p:nvPr>
        </p:nvSpPr>
        <p:spPr bwMode="auto">
          <a:xfrm>
            <a:off x="3395663" y="466883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28" name="Oval 4"/>
          <p:cNvSpPr>
            <a:spLocks noChangeArrowheads="1"/>
          </p:cNvSpPr>
          <p:nvPr>
            <p:custDataLst>
              <p:tags r:id="rId424"/>
            </p:custDataLst>
          </p:nvPr>
        </p:nvSpPr>
        <p:spPr bwMode="auto">
          <a:xfrm>
            <a:off x="3548063" y="465931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29" name="Oval 5"/>
          <p:cNvSpPr>
            <a:spLocks noChangeArrowheads="1"/>
          </p:cNvSpPr>
          <p:nvPr>
            <p:custDataLst>
              <p:tags r:id="rId425"/>
            </p:custDataLst>
          </p:nvPr>
        </p:nvSpPr>
        <p:spPr bwMode="auto">
          <a:xfrm>
            <a:off x="3700463" y="4640263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30" name="Oval 6"/>
          <p:cNvSpPr>
            <a:spLocks noChangeArrowheads="1"/>
          </p:cNvSpPr>
          <p:nvPr>
            <p:custDataLst>
              <p:tags r:id="rId426"/>
            </p:custDataLst>
          </p:nvPr>
        </p:nvSpPr>
        <p:spPr bwMode="auto">
          <a:xfrm>
            <a:off x="3857625" y="4697413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31" name="Freeform 7"/>
          <p:cNvSpPr>
            <a:spLocks/>
          </p:cNvSpPr>
          <p:nvPr>
            <p:custDataLst>
              <p:tags r:id="rId427"/>
            </p:custDataLst>
          </p:nvPr>
        </p:nvSpPr>
        <p:spPr bwMode="auto">
          <a:xfrm>
            <a:off x="4098925" y="4597400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32" name="Freeform 8"/>
          <p:cNvSpPr>
            <a:spLocks/>
          </p:cNvSpPr>
          <p:nvPr>
            <p:custDataLst>
              <p:tags r:id="rId428"/>
            </p:custDataLst>
          </p:nvPr>
        </p:nvSpPr>
        <p:spPr bwMode="auto">
          <a:xfrm>
            <a:off x="4251325" y="4597400"/>
            <a:ext cx="184150" cy="2778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33" name="Freeform 9"/>
          <p:cNvSpPr>
            <a:spLocks/>
          </p:cNvSpPr>
          <p:nvPr>
            <p:custDataLst>
              <p:tags r:id="rId429"/>
            </p:custDataLst>
          </p:nvPr>
        </p:nvSpPr>
        <p:spPr bwMode="auto">
          <a:xfrm>
            <a:off x="4403725" y="4602163"/>
            <a:ext cx="184150" cy="277812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34" name="Freeform 10"/>
          <p:cNvSpPr>
            <a:spLocks/>
          </p:cNvSpPr>
          <p:nvPr>
            <p:custDataLst>
              <p:tags r:id="rId430"/>
            </p:custDataLst>
          </p:nvPr>
        </p:nvSpPr>
        <p:spPr bwMode="auto">
          <a:xfrm>
            <a:off x="4556125" y="4583113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35" name="Freeform 11"/>
          <p:cNvSpPr>
            <a:spLocks/>
          </p:cNvSpPr>
          <p:nvPr>
            <p:custDataLst>
              <p:tags r:id="rId431"/>
            </p:custDataLst>
          </p:nvPr>
        </p:nvSpPr>
        <p:spPr bwMode="auto">
          <a:xfrm>
            <a:off x="4708525" y="4568825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36" name="Freeform 12"/>
          <p:cNvSpPr>
            <a:spLocks/>
          </p:cNvSpPr>
          <p:nvPr>
            <p:custDataLst>
              <p:tags r:id="rId432"/>
            </p:custDataLst>
          </p:nvPr>
        </p:nvSpPr>
        <p:spPr bwMode="auto">
          <a:xfrm>
            <a:off x="4860925" y="4545013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37" name="Freeform 13"/>
          <p:cNvSpPr>
            <a:spLocks/>
          </p:cNvSpPr>
          <p:nvPr>
            <p:custDataLst>
              <p:tags r:id="rId433"/>
            </p:custDataLst>
          </p:nvPr>
        </p:nvSpPr>
        <p:spPr bwMode="auto">
          <a:xfrm>
            <a:off x="5013325" y="4564063"/>
            <a:ext cx="184150" cy="2540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38" name="Freeform 14"/>
          <p:cNvSpPr>
            <a:spLocks/>
          </p:cNvSpPr>
          <p:nvPr>
            <p:custDataLst>
              <p:tags r:id="rId434"/>
            </p:custDataLst>
          </p:nvPr>
        </p:nvSpPr>
        <p:spPr bwMode="auto">
          <a:xfrm>
            <a:off x="3946525" y="4564063"/>
            <a:ext cx="184150" cy="3206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39" name="Oval 15"/>
          <p:cNvSpPr>
            <a:spLocks noChangeArrowheads="1"/>
          </p:cNvSpPr>
          <p:nvPr>
            <p:custDataLst>
              <p:tags r:id="rId435"/>
            </p:custDataLst>
          </p:nvPr>
        </p:nvSpPr>
        <p:spPr bwMode="auto">
          <a:xfrm>
            <a:off x="4005263" y="4645025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40" name="Oval 16"/>
          <p:cNvSpPr>
            <a:spLocks noChangeArrowheads="1"/>
          </p:cNvSpPr>
          <p:nvPr>
            <p:custDataLst>
              <p:tags r:id="rId436"/>
            </p:custDataLst>
          </p:nvPr>
        </p:nvSpPr>
        <p:spPr bwMode="auto">
          <a:xfrm>
            <a:off x="4157663" y="4678363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41" name="Oval 17"/>
          <p:cNvSpPr>
            <a:spLocks noChangeArrowheads="1"/>
          </p:cNvSpPr>
          <p:nvPr>
            <p:custDataLst>
              <p:tags r:id="rId437"/>
            </p:custDataLst>
          </p:nvPr>
        </p:nvSpPr>
        <p:spPr bwMode="auto">
          <a:xfrm>
            <a:off x="4310063" y="4678363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42" name="Oval 18"/>
          <p:cNvSpPr>
            <a:spLocks noChangeArrowheads="1"/>
          </p:cNvSpPr>
          <p:nvPr>
            <p:custDataLst>
              <p:tags r:id="rId438"/>
            </p:custDataLst>
          </p:nvPr>
        </p:nvSpPr>
        <p:spPr bwMode="auto">
          <a:xfrm>
            <a:off x="4462463" y="4683125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43" name="Oval 19"/>
          <p:cNvSpPr>
            <a:spLocks noChangeArrowheads="1"/>
          </p:cNvSpPr>
          <p:nvPr>
            <p:custDataLst>
              <p:tags r:id="rId439"/>
            </p:custDataLst>
          </p:nvPr>
        </p:nvSpPr>
        <p:spPr bwMode="auto">
          <a:xfrm>
            <a:off x="4614863" y="4664075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44" name="Oval 20"/>
          <p:cNvSpPr>
            <a:spLocks noChangeArrowheads="1"/>
          </p:cNvSpPr>
          <p:nvPr>
            <p:custDataLst>
              <p:tags r:id="rId440"/>
            </p:custDataLst>
          </p:nvPr>
        </p:nvSpPr>
        <p:spPr bwMode="auto">
          <a:xfrm>
            <a:off x="4767263" y="4649788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45" name="Oval 21"/>
          <p:cNvSpPr>
            <a:spLocks noChangeArrowheads="1"/>
          </p:cNvSpPr>
          <p:nvPr>
            <p:custDataLst>
              <p:tags r:id="rId441"/>
            </p:custDataLst>
          </p:nvPr>
        </p:nvSpPr>
        <p:spPr bwMode="auto">
          <a:xfrm>
            <a:off x="4919663" y="4625975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46" name="Oval 22"/>
          <p:cNvSpPr>
            <a:spLocks noChangeArrowheads="1"/>
          </p:cNvSpPr>
          <p:nvPr>
            <p:custDataLst>
              <p:tags r:id="rId442"/>
            </p:custDataLst>
          </p:nvPr>
        </p:nvSpPr>
        <p:spPr bwMode="auto">
          <a:xfrm>
            <a:off x="5076825" y="4654550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47" name="Freeform 23"/>
          <p:cNvSpPr>
            <a:spLocks/>
          </p:cNvSpPr>
          <p:nvPr>
            <p:custDataLst>
              <p:tags r:id="rId443"/>
            </p:custDataLst>
          </p:nvPr>
        </p:nvSpPr>
        <p:spPr bwMode="auto">
          <a:xfrm>
            <a:off x="5180013" y="4516438"/>
            <a:ext cx="184150" cy="30162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48" name="Freeform 24"/>
          <p:cNvSpPr>
            <a:spLocks/>
          </p:cNvSpPr>
          <p:nvPr>
            <p:custDataLst>
              <p:tags r:id="rId444"/>
            </p:custDataLst>
          </p:nvPr>
        </p:nvSpPr>
        <p:spPr bwMode="auto">
          <a:xfrm>
            <a:off x="5332413" y="4535488"/>
            <a:ext cx="184150" cy="30162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49" name="Freeform 25"/>
          <p:cNvSpPr>
            <a:spLocks/>
          </p:cNvSpPr>
          <p:nvPr>
            <p:custDataLst>
              <p:tags r:id="rId445"/>
            </p:custDataLst>
          </p:nvPr>
        </p:nvSpPr>
        <p:spPr bwMode="auto">
          <a:xfrm>
            <a:off x="5484813" y="4583113"/>
            <a:ext cx="184150" cy="268287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50" name="Freeform 26"/>
          <p:cNvSpPr>
            <a:spLocks/>
          </p:cNvSpPr>
          <p:nvPr>
            <p:custDataLst>
              <p:tags r:id="rId446"/>
            </p:custDataLst>
          </p:nvPr>
        </p:nvSpPr>
        <p:spPr bwMode="auto">
          <a:xfrm>
            <a:off x="5637213" y="4559300"/>
            <a:ext cx="184150" cy="30162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51" name="Freeform 27"/>
          <p:cNvSpPr>
            <a:spLocks/>
          </p:cNvSpPr>
          <p:nvPr>
            <p:custDataLst>
              <p:tags r:id="rId447"/>
            </p:custDataLst>
          </p:nvPr>
        </p:nvSpPr>
        <p:spPr bwMode="auto">
          <a:xfrm>
            <a:off x="5789613" y="4592638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52" name="Freeform 28"/>
          <p:cNvSpPr>
            <a:spLocks/>
          </p:cNvSpPr>
          <p:nvPr>
            <p:custDataLst>
              <p:tags r:id="rId448"/>
            </p:custDataLst>
          </p:nvPr>
        </p:nvSpPr>
        <p:spPr bwMode="auto">
          <a:xfrm>
            <a:off x="5942013" y="4554538"/>
            <a:ext cx="184150" cy="306387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53" name="Freeform 29"/>
          <p:cNvSpPr>
            <a:spLocks/>
          </p:cNvSpPr>
          <p:nvPr>
            <p:custDataLst>
              <p:tags r:id="rId449"/>
            </p:custDataLst>
          </p:nvPr>
        </p:nvSpPr>
        <p:spPr bwMode="auto">
          <a:xfrm>
            <a:off x="6094413" y="4611688"/>
            <a:ext cx="184150" cy="258762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54" name="Freeform 30"/>
          <p:cNvSpPr>
            <a:spLocks/>
          </p:cNvSpPr>
          <p:nvPr>
            <p:custDataLst>
              <p:tags r:id="rId450"/>
            </p:custDataLst>
          </p:nvPr>
        </p:nvSpPr>
        <p:spPr bwMode="auto">
          <a:xfrm>
            <a:off x="6246813" y="4606925"/>
            <a:ext cx="184150" cy="2778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55" name="Oval 31"/>
          <p:cNvSpPr>
            <a:spLocks noChangeArrowheads="1"/>
          </p:cNvSpPr>
          <p:nvPr>
            <p:custDataLst>
              <p:tags r:id="rId451"/>
            </p:custDataLst>
          </p:nvPr>
        </p:nvSpPr>
        <p:spPr bwMode="auto">
          <a:xfrm>
            <a:off x="5238750" y="4597400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56" name="Oval 32"/>
          <p:cNvSpPr>
            <a:spLocks noChangeArrowheads="1"/>
          </p:cNvSpPr>
          <p:nvPr>
            <p:custDataLst>
              <p:tags r:id="rId452"/>
            </p:custDataLst>
          </p:nvPr>
        </p:nvSpPr>
        <p:spPr bwMode="auto">
          <a:xfrm>
            <a:off x="5391150" y="4616450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57" name="Oval 33"/>
          <p:cNvSpPr>
            <a:spLocks noChangeArrowheads="1"/>
          </p:cNvSpPr>
          <p:nvPr>
            <p:custDataLst>
              <p:tags r:id="rId453"/>
            </p:custDataLst>
          </p:nvPr>
        </p:nvSpPr>
        <p:spPr bwMode="auto">
          <a:xfrm>
            <a:off x="5543550" y="4664075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58" name="Oval 34"/>
          <p:cNvSpPr>
            <a:spLocks noChangeArrowheads="1"/>
          </p:cNvSpPr>
          <p:nvPr>
            <p:custDataLst>
              <p:tags r:id="rId454"/>
            </p:custDataLst>
          </p:nvPr>
        </p:nvSpPr>
        <p:spPr bwMode="auto">
          <a:xfrm>
            <a:off x="5695950" y="4640263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59" name="Oval 35"/>
          <p:cNvSpPr>
            <a:spLocks noChangeArrowheads="1"/>
          </p:cNvSpPr>
          <p:nvPr>
            <p:custDataLst>
              <p:tags r:id="rId455"/>
            </p:custDataLst>
          </p:nvPr>
        </p:nvSpPr>
        <p:spPr bwMode="auto">
          <a:xfrm>
            <a:off x="5848350" y="4673600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60" name="Oval 36"/>
          <p:cNvSpPr>
            <a:spLocks noChangeArrowheads="1"/>
          </p:cNvSpPr>
          <p:nvPr>
            <p:custDataLst>
              <p:tags r:id="rId456"/>
            </p:custDataLst>
          </p:nvPr>
        </p:nvSpPr>
        <p:spPr bwMode="auto">
          <a:xfrm>
            <a:off x="6000750" y="4635500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61" name="Oval 37"/>
          <p:cNvSpPr>
            <a:spLocks noChangeArrowheads="1"/>
          </p:cNvSpPr>
          <p:nvPr>
            <p:custDataLst>
              <p:tags r:id="rId457"/>
            </p:custDataLst>
          </p:nvPr>
        </p:nvSpPr>
        <p:spPr bwMode="auto">
          <a:xfrm>
            <a:off x="6153150" y="4692650"/>
            <a:ext cx="50800" cy="117475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62" name="Oval 38"/>
          <p:cNvSpPr>
            <a:spLocks noChangeArrowheads="1"/>
          </p:cNvSpPr>
          <p:nvPr>
            <p:custDataLst>
              <p:tags r:id="rId458"/>
            </p:custDataLst>
          </p:nvPr>
        </p:nvSpPr>
        <p:spPr bwMode="auto">
          <a:xfrm>
            <a:off x="6310313" y="469741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63" name="Freeform 39"/>
          <p:cNvSpPr>
            <a:spLocks/>
          </p:cNvSpPr>
          <p:nvPr>
            <p:custDataLst>
              <p:tags r:id="rId459"/>
            </p:custDataLst>
          </p:nvPr>
        </p:nvSpPr>
        <p:spPr bwMode="auto">
          <a:xfrm>
            <a:off x="1503363" y="4654550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64" name="Freeform 40"/>
          <p:cNvSpPr>
            <a:spLocks/>
          </p:cNvSpPr>
          <p:nvPr>
            <p:custDataLst>
              <p:tags r:id="rId460"/>
            </p:custDataLst>
          </p:nvPr>
        </p:nvSpPr>
        <p:spPr bwMode="auto">
          <a:xfrm>
            <a:off x="1655763" y="4630738"/>
            <a:ext cx="184150" cy="306387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65" name="Freeform 41"/>
          <p:cNvSpPr>
            <a:spLocks/>
          </p:cNvSpPr>
          <p:nvPr>
            <p:custDataLst>
              <p:tags r:id="rId461"/>
            </p:custDataLst>
          </p:nvPr>
        </p:nvSpPr>
        <p:spPr bwMode="auto">
          <a:xfrm>
            <a:off x="1808163" y="4654550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66" name="Freeform 42"/>
          <p:cNvSpPr>
            <a:spLocks/>
          </p:cNvSpPr>
          <p:nvPr>
            <p:custDataLst>
              <p:tags r:id="rId462"/>
            </p:custDataLst>
          </p:nvPr>
        </p:nvSpPr>
        <p:spPr bwMode="auto">
          <a:xfrm>
            <a:off x="1960563" y="4654550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67" name="Freeform 43"/>
          <p:cNvSpPr>
            <a:spLocks/>
          </p:cNvSpPr>
          <p:nvPr>
            <p:custDataLst>
              <p:tags r:id="rId463"/>
            </p:custDataLst>
          </p:nvPr>
        </p:nvSpPr>
        <p:spPr bwMode="auto">
          <a:xfrm>
            <a:off x="2112963" y="4606925"/>
            <a:ext cx="184150" cy="3302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68" name="Freeform 44"/>
          <p:cNvSpPr>
            <a:spLocks/>
          </p:cNvSpPr>
          <p:nvPr>
            <p:custDataLst>
              <p:tags r:id="rId464"/>
            </p:custDataLst>
          </p:nvPr>
        </p:nvSpPr>
        <p:spPr bwMode="auto">
          <a:xfrm>
            <a:off x="2265363" y="4587875"/>
            <a:ext cx="184150" cy="3302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69" name="Freeform 45"/>
          <p:cNvSpPr>
            <a:spLocks/>
          </p:cNvSpPr>
          <p:nvPr>
            <p:custDataLst>
              <p:tags r:id="rId465"/>
            </p:custDataLst>
          </p:nvPr>
        </p:nvSpPr>
        <p:spPr bwMode="auto">
          <a:xfrm>
            <a:off x="2417763" y="4602163"/>
            <a:ext cx="184150" cy="306387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70" name="Freeform 46"/>
          <p:cNvSpPr>
            <a:spLocks/>
          </p:cNvSpPr>
          <p:nvPr>
            <p:custDataLst>
              <p:tags r:id="rId466"/>
            </p:custDataLst>
          </p:nvPr>
        </p:nvSpPr>
        <p:spPr bwMode="auto">
          <a:xfrm>
            <a:off x="2570163" y="4559300"/>
            <a:ext cx="184150" cy="3302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71" name="Oval 47"/>
          <p:cNvSpPr>
            <a:spLocks noChangeArrowheads="1"/>
          </p:cNvSpPr>
          <p:nvPr>
            <p:custDataLst>
              <p:tags r:id="rId467"/>
            </p:custDataLst>
          </p:nvPr>
        </p:nvSpPr>
        <p:spPr bwMode="auto">
          <a:xfrm>
            <a:off x="1562100" y="473551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72" name="Oval 48"/>
          <p:cNvSpPr>
            <a:spLocks noChangeArrowheads="1"/>
          </p:cNvSpPr>
          <p:nvPr>
            <p:custDataLst>
              <p:tags r:id="rId468"/>
            </p:custDataLst>
          </p:nvPr>
        </p:nvSpPr>
        <p:spPr bwMode="auto">
          <a:xfrm>
            <a:off x="1714500" y="471170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73" name="Oval 49"/>
          <p:cNvSpPr>
            <a:spLocks noChangeArrowheads="1"/>
          </p:cNvSpPr>
          <p:nvPr>
            <p:custDataLst>
              <p:tags r:id="rId469"/>
            </p:custDataLst>
          </p:nvPr>
        </p:nvSpPr>
        <p:spPr bwMode="auto">
          <a:xfrm>
            <a:off x="1866900" y="473551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74" name="Oval 50"/>
          <p:cNvSpPr>
            <a:spLocks noChangeArrowheads="1"/>
          </p:cNvSpPr>
          <p:nvPr>
            <p:custDataLst>
              <p:tags r:id="rId470"/>
            </p:custDataLst>
          </p:nvPr>
        </p:nvSpPr>
        <p:spPr bwMode="auto">
          <a:xfrm>
            <a:off x="2019300" y="473551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75" name="Oval 51"/>
          <p:cNvSpPr>
            <a:spLocks noChangeArrowheads="1"/>
          </p:cNvSpPr>
          <p:nvPr>
            <p:custDataLst>
              <p:tags r:id="rId471"/>
            </p:custDataLst>
          </p:nvPr>
        </p:nvSpPr>
        <p:spPr bwMode="auto">
          <a:xfrm>
            <a:off x="2171700" y="46878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76" name="Oval 52"/>
          <p:cNvSpPr>
            <a:spLocks noChangeArrowheads="1"/>
          </p:cNvSpPr>
          <p:nvPr>
            <p:custDataLst>
              <p:tags r:id="rId472"/>
            </p:custDataLst>
          </p:nvPr>
        </p:nvSpPr>
        <p:spPr bwMode="auto">
          <a:xfrm>
            <a:off x="2324100" y="466883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77" name="Oval 53"/>
          <p:cNvSpPr>
            <a:spLocks noChangeArrowheads="1"/>
          </p:cNvSpPr>
          <p:nvPr>
            <p:custDataLst>
              <p:tags r:id="rId473"/>
            </p:custDataLst>
          </p:nvPr>
        </p:nvSpPr>
        <p:spPr bwMode="auto">
          <a:xfrm>
            <a:off x="2476500" y="4683125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78" name="Oval 54"/>
          <p:cNvSpPr>
            <a:spLocks noChangeArrowheads="1"/>
          </p:cNvSpPr>
          <p:nvPr>
            <p:custDataLst>
              <p:tags r:id="rId474"/>
            </p:custDataLst>
          </p:nvPr>
        </p:nvSpPr>
        <p:spPr bwMode="auto">
          <a:xfrm>
            <a:off x="2633663" y="46497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79" name="Freeform 55"/>
          <p:cNvSpPr>
            <a:spLocks/>
          </p:cNvSpPr>
          <p:nvPr>
            <p:custDataLst>
              <p:tags r:id="rId475"/>
            </p:custDataLst>
          </p:nvPr>
        </p:nvSpPr>
        <p:spPr bwMode="auto">
          <a:xfrm>
            <a:off x="6389688" y="4635500"/>
            <a:ext cx="184150" cy="2540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80" name="Freeform 56"/>
          <p:cNvSpPr>
            <a:spLocks/>
          </p:cNvSpPr>
          <p:nvPr>
            <p:custDataLst>
              <p:tags r:id="rId476"/>
            </p:custDataLst>
          </p:nvPr>
        </p:nvSpPr>
        <p:spPr bwMode="auto">
          <a:xfrm>
            <a:off x="6542088" y="4592638"/>
            <a:ext cx="184150" cy="3206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81" name="Freeform 57"/>
          <p:cNvSpPr>
            <a:spLocks/>
          </p:cNvSpPr>
          <p:nvPr>
            <p:custDataLst>
              <p:tags r:id="rId477"/>
            </p:custDataLst>
          </p:nvPr>
        </p:nvSpPr>
        <p:spPr bwMode="auto">
          <a:xfrm>
            <a:off x="6694488" y="4616450"/>
            <a:ext cx="184150" cy="306388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82" name="Freeform 58"/>
          <p:cNvSpPr>
            <a:spLocks/>
          </p:cNvSpPr>
          <p:nvPr>
            <p:custDataLst>
              <p:tags r:id="rId478"/>
            </p:custDataLst>
          </p:nvPr>
        </p:nvSpPr>
        <p:spPr bwMode="auto">
          <a:xfrm>
            <a:off x="6846888" y="4645025"/>
            <a:ext cx="184150" cy="277813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83" name="Freeform 59"/>
          <p:cNvSpPr>
            <a:spLocks/>
          </p:cNvSpPr>
          <p:nvPr>
            <p:custDataLst>
              <p:tags r:id="rId479"/>
            </p:custDataLst>
          </p:nvPr>
        </p:nvSpPr>
        <p:spPr bwMode="auto">
          <a:xfrm>
            <a:off x="6994525" y="4630738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84" name="Freeform 60"/>
          <p:cNvSpPr>
            <a:spLocks/>
          </p:cNvSpPr>
          <p:nvPr>
            <p:custDataLst>
              <p:tags r:id="rId480"/>
            </p:custDataLst>
          </p:nvPr>
        </p:nvSpPr>
        <p:spPr bwMode="auto">
          <a:xfrm>
            <a:off x="7151688" y="4649788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85" name="Freeform 61"/>
          <p:cNvSpPr>
            <a:spLocks/>
          </p:cNvSpPr>
          <p:nvPr>
            <p:custDataLst>
              <p:tags r:id="rId481"/>
            </p:custDataLst>
          </p:nvPr>
        </p:nvSpPr>
        <p:spPr bwMode="auto">
          <a:xfrm>
            <a:off x="7304088" y="4630738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86" name="Oval 62"/>
          <p:cNvSpPr>
            <a:spLocks noChangeArrowheads="1"/>
          </p:cNvSpPr>
          <p:nvPr>
            <p:custDataLst>
              <p:tags r:id="rId482"/>
            </p:custDataLst>
          </p:nvPr>
        </p:nvSpPr>
        <p:spPr bwMode="auto">
          <a:xfrm>
            <a:off x="6448425" y="471646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87" name="Oval 63"/>
          <p:cNvSpPr>
            <a:spLocks noChangeArrowheads="1"/>
          </p:cNvSpPr>
          <p:nvPr>
            <p:custDataLst>
              <p:tags r:id="rId483"/>
            </p:custDataLst>
          </p:nvPr>
        </p:nvSpPr>
        <p:spPr bwMode="auto">
          <a:xfrm>
            <a:off x="6600825" y="467360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88" name="Oval 64"/>
          <p:cNvSpPr>
            <a:spLocks noChangeArrowheads="1"/>
          </p:cNvSpPr>
          <p:nvPr>
            <p:custDataLst>
              <p:tags r:id="rId484"/>
            </p:custDataLst>
          </p:nvPr>
        </p:nvSpPr>
        <p:spPr bwMode="auto">
          <a:xfrm>
            <a:off x="6753225" y="4697413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89" name="Oval 65"/>
          <p:cNvSpPr>
            <a:spLocks noChangeArrowheads="1"/>
          </p:cNvSpPr>
          <p:nvPr>
            <p:custDataLst>
              <p:tags r:id="rId485"/>
            </p:custDataLst>
          </p:nvPr>
        </p:nvSpPr>
        <p:spPr bwMode="auto">
          <a:xfrm>
            <a:off x="6905625" y="47259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90" name="Oval 66"/>
          <p:cNvSpPr>
            <a:spLocks noChangeArrowheads="1"/>
          </p:cNvSpPr>
          <p:nvPr>
            <p:custDataLst>
              <p:tags r:id="rId486"/>
            </p:custDataLst>
          </p:nvPr>
        </p:nvSpPr>
        <p:spPr bwMode="auto">
          <a:xfrm>
            <a:off x="7058025" y="473075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91" name="Oval 67"/>
          <p:cNvSpPr>
            <a:spLocks noChangeArrowheads="1"/>
          </p:cNvSpPr>
          <p:nvPr>
            <p:custDataLst>
              <p:tags r:id="rId487"/>
            </p:custDataLst>
          </p:nvPr>
        </p:nvSpPr>
        <p:spPr bwMode="auto">
          <a:xfrm>
            <a:off x="7210425" y="473075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92" name="Oval 68"/>
          <p:cNvSpPr>
            <a:spLocks noChangeArrowheads="1"/>
          </p:cNvSpPr>
          <p:nvPr>
            <p:custDataLst>
              <p:tags r:id="rId488"/>
            </p:custDataLst>
          </p:nvPr>
        </p:nvSpPr>
        <p:spPr bwMode="auto">
          <a:xfrm>
            <a:off x="7362825" y="471170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93" name="Freeform 69"/>
          <p:cNvSpPr>
            <a:spLocks/>
          </p:cNvSpPr>
          <p:nvPr>
            <p:custDataLst>
              <p:tags r:id="rId489"/>
            </p:custDataLst>
          </p:nvPr>
        </p:nvSpPr>
        <p:spPr bwMode="auto">
          <a:xfrm rot="803157">
            <a:off x="6037263" y="2535238"/>
            <a:ext cx="763587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94" name="Freeform 70"/>
          <p:cNvSpPr>
            <a:spLocks/>
          </p:cNvSpPr>
          <p:nvPr>
            <p:custDataLst>
              <p:tags r:id="rId490"/>
            </p:custDataLst>
          </p:nvPr>
        </p:nvSpPr>
        <p:spPr bwMode="auto">
          <a:xfrm rot="1189472">
            <a:off x="6696075" y="2516188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95" name="Oval 71"/>
          <p:cNvSpPr>
            <a:spLocks noChangeArrowheads="1"/>
          </p:cNvSpPr>
          <p:nvPr>
            <p:custDataLst>
              <p:tags r:id="rId491"/>
            </p:custDataLst>
          </p:nvPr>
        </p:nvSpPr>
        <p:spPr bwMode="auto">
          <a:xfrm rot="2184936">
            <a:off x="6054725" y="2676525"/>
            <a:ext cx="47625" cy="508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1996" name="Freeform 72"/>
          <p:cNvSpPr>
            <a:spLocks/>
          </p:cNvSpPr>
          <p:nvPr>
            <p:custDataLst>
              <p:tags r:id="rId492"/>
            </p:custDataLst>
          </p:nvPr>
        </p:nvSpPr>
        <p:spPr bwMode="auto">
          <a:xfrm rot="1189472">
            <a:off x="6172200" y="2601913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97" name="Freeform 73"/>
          <p:cNvSpPr>
            <a:spLocks/>
          </p:cNvSpPr>
          <p:nvPr>
            <p:custDataLst>
              <p:tags r:id="rId493"/>
            </p:custDataLst>
          </p:nvPr>
        </p:nvSpPr>
        <p:spPr bwMode="auto">
          <a:xfrm rot="545063">
            <a:off x="6762750" y="2611438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98" name="Freeform 74"/>
          <p:cNvSpPr>
            <a:spLocks/>
          </p:cNvSpPr>
          <p:nvPr>
            <p:custDataLst>
              <p:tags r:id="rId494"/>
            </p:custDataLst>
          </p:nvPr>
        </p:nvSpPr>
        <p:spPr bwMode="auto">
          <a:xfrm rot="376759">
            <a:off x="1304925" y="2544763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1999" name="Freeform 75"/>
          <p:cNvSpPr>
            <a:spLocks/>
          </p:cNvSpPr>
          <p:nvPr>
            <p:custDataLst>
              <p:tags r:id="rId495"/>
            </p:custDataLst>
          </p:nvPr>
        </p:nvSpPr>
        <p:spPr bwMode="auto">
          <a:xfrm rot="376759">
            <a:off x="4162425" y="1928813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2758" name="Group 76"/>
          <p:cNvGrpSpPr>
            <a:grpSpLocks/>
          </p:cNvGrpSpPr>
          <p:nvPr>
            <p:custDataLst>
              <p:tags r:id="rId496"/>
            </p:custDataLst>
          </p:nvPr>
        </p:nvGrpSpPr>
        <p:grpSpPr bwMode="auto">
          <a:xfrm rot="-667529">
            <a:off x="2311400" y="2092325"/>
            <a:ext cx="1425575" cy="223838"/>
            <a:chOff x="1680" y="1051"/>
            <a:chExt cx="898" cy="141"/>
          </a:xfrm>
        </p:grpSpPr>
        <p:sp>
          <p:nvSpPr>
            <p:cNvPr id="22429" name="Freeform 77"/>
            <p:cNvSpPr>
              <a:spLocks/>
            </p:cNvSpPr>
            <p:nvPr/>
          </p:nvSpPr>
          <p:spPr bwMode="auto">
            <a:xfrm rot="-373000">
              <a:off x="1957" y="1051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30" name="Freeform 78"/>
            <p:cNvSpPr>
              <a:spLocks/>
            </p:cNvSpPr>
            <p:nvPr/>
          </p:nvSpPr>
          <p:spPr bwMode="auto">
            <a:xfrm rot="-373000">
              <a:off x="1680" y="1114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31" name="Freeform 79"/>
            <p:cNvSpPr>
              <a:spLocks/>
            </p:cNvSpPr>
            <p:nvPr/>
          </p:nvSpPr>
          <p:spPr bwMode="auto">
            <a:xfrm rot="3758">
              <a:off x="2130" y="1055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001" name="Freeform 80"/>
          <p:cNvSpPr>
            <a:spLocks/>
          </p:cNvSpPr>
          <p:nvPr>
            <p:custDataLst>
              <p:tags r:id="rId497"/>
            </p:custDataLst>
          </p:nvPr>
        </p:nvSpPr>
        <p:spPr bwMode="auto">
          <a:xfrm rot="-311696">
            <a:off x="1409700" y="2468563"/>
            <a:ext cx="763588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2759" name="Group 81"/>
          <p:cNvGrpSpPr>
            <a:grpSpLocks/>
          </p:cNvGrpSpPr>
          <p:nvPr>
            <p:custDataLst>
              <p:tags r:id="rId498"/>
            </p:custDataLst>
          </p:nvPr>
        </p:nvGrpSpPr>
        <p:grpSpPr bwMode="auto">
          <a:xfrm rot="-647197">
            <a:off x="3154363" y="1595438"/>
            <a:ext cx="1427162" cy="222250"/>
            <a:chOff x="3371" y="1042"/>
            <a:chExt cx="899" cy="140"/>
          </a:xfrm>
        </p:grpSpPr>
        <p:sp>
          <p:nvSpPr>
            <p:cNvPr id="22426" name="Freeform 82"/>
            <p:cNvSpPr>
              <a:spLocks/>
            </p:cNvSpPr>
            <p:nvPr/>
          </p:nvSpPr>
          <p:spPr bwMode="auto">
            <a:xfrm>
              <a:off x="3654" y="1042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27" name="Freeform 83"/>
            <p:cNvSpPr>
              <a:spLocks/>
            </p:cNvSpPr>
            <p:nvPr/>
          </p:nvSpPr>
          <p:spPr bwMode="auto">
            <a:xfrm>
              <a:off x="3371" y="1080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28" name="Freeform 84"/>
            <p:cNvSpPr>
              <a:spLocks/>
            </p:cNvSpPr>
            <p:nvPr/>
          </p:nvSpPr>
          <p:spPr bwMode="auto">
            <a:xfrm rot="376759">
              <a:off x="3822" y="1068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003" name="Freeform 85"/>
          <p:cNvSpPr>
            <a:spLocks/>
          </p:cNvSpPr>
          <p:nvPr>
            <p:custDataLst>
              <p:tags r:id="rId499"/>
            </p:custDataLst>
          </p:nvPr>
        </p:nvSpPr>
        <p:spPr bwMode="auto">
          <a:xfrm>
            <a:off x="4230688" y="1839913"/>
            <a:ext cx="763587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04" name="Freeform 86"/>
          <p:cNvSpPr>
            <a:spLocks/>
          </p:cNvSpPr>
          <p:nvPr>
            <p:custDataLst>
              <p:tags r:id="rId500"/>
            </p:custDataLst>
          </p:nvPr>
        </p:nvSpPr>
        <p:spPr bwMode="auto">
          <a:xfrm rot="1273530">
            <a:off x="5949950" y="2379663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2760" name="Group 87"/>
          <p:cNvGrpSpPr>
            <a:grpSpLocks/>
          </p:cNvGrpSpPr>
          <p:nvPr>
            <p:custDataLst>
              <p:tags r:id="rId501"/>
            </p:custDataLst>
          </p:nvPr>
        </p:nvGrpSpPr>
        <p:grpSpPr bwMode="auto">
          <a:xfrm>
            <a:off x="4017963" y="1674813"/>
            <a:ext cx="1422400" cy="254000"/>
            <a:chOff x="2531" y="996"/>
            <a:chExt cx="896" cy="160"/>
          </a:xfrm>
        </p:grpSpPr>
        <p:sp>
          <p:nvSpPr>
            <p:cNvPr id="22423" name="Freeform 88"/>
            <p:cNvSpPr>
              <a:spLocks/>
            </p:cNvSpPr>
            <p:nvPr/>
          </p:nvSpPr>
          <p:spPr bwMode="auto">
            <a:xfrm rot="341754">
              <a:off x="2817" y="996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24" name="Freeform 89"/>
            <p:cNvSpPr>
              <a:spLocks/>
            </p:cNvSpPr>
            <p:nvPr/>
          </p:nvSpPr>
          <p:spPr bwMode="auto">
            <a:xfrm rot="341754">
              <a:off x="2531" y="1011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25" name="Freeform 90"/>
            <p:cNvSpPr>
              <a:spLocks/>
            </p:cNvSpPr>
            <p:nvPr/>
          </p:nvSpPr>
          <p:spPr bwMode="auto">
            <a:xfrm rot="718513">
              <a:off x="2979" y="1042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006" name="Freeform 91"/>
          <p:cNvSpPr>
            <a:spLocks/>
          </p:cNvSpPr>
          <p:nvPr>
            <p:custDataLst>
              <p:tags r:id="rId502"/>
            </p:custDataLst>
          </p:nvPr>
        </p:nvSpPr>
        <p:spPr bwMode="auto">
          <a:xfrm rot="1287050">
            <a:off x="6303963" y="2249488"/>
            <a:ext cx="763587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07" name="Freeform 92"/>
          <p:cNvSpPr>
            <a:spLocks/>
          </p:cNvSpPr>
          <p:nvPr>
            <p:custDataLst>
              <p:tags r:id="rId503"/>
            </p:custDataLst>
          </p:nvPr>
        </p:nvSpPr>
        <p:spPr bwMode="auto">
          <a:xfrm rot="376759">
            <a:off x="4695825" y="1887538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2761" name="Group 93"/>
          <p:cNvGrpSpPr>
            <a:grpSpLocks/>
          </p:cNvGrpSpPr>
          <p:nvPr>
            <p:custDataLst>
              <p:tags r:id="rId504"/>
            </p:custDataLst>
          </p:nvPr>
        </p:nvGrpSpPr>
        <p:grpSpPr bwMode="auto">
          <a:xfrm>
            <a:off x="1811338" y="2413000"/>
            <a:ext cx="1422400" cy="228600"/>
            <a:chOff x="1141" y="1021"/>
            <a:chExt cx="896" cy="144"/>
          </a:xfrm>
        </p:grpSpPr>
        <p:sp>
          <p:nvSpPr>
            <p:cNvPr id="22420" name="Freeform 94"/>
            <p:cNvSpPr>
              <a:spLocks/>
            </p:cNvSpPr>
            <p:nvPr/>
          </p:nvSpPr>
          <p:spPr bwMode="auto">
            <a:xfrm rot="-414588">
              <a:off x="1417" y="1021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21" name="Freeform 95"/>
            <p:cNvSpPr>
              <a:spLocks/>
            </p:cNvSpPr>
            <p:nvPr/>
          </p:nvSpPr>
          <p:spPr bwMode="auto">
            <a:xfrm rot="-414588">
              <a:off x="1141" y="1087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422" name="Freeform 96"/>
            <p:cNvSpPr>
              <a:spLocks/>
            </p:cNvSpPr>
            <p:nvPr/>
          </p:nvSpPr>
          <p:spPr bwMode="auto">
            <a:xfrm rot="-37830">
              <a:off x="1589" y="1022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009" name="Freeform 97"/>
          <p:cNvSpPr>
            <a:spLocks/>
          </p:cNvSpPr>
          <p:nvPr>
            <p:custDataLst>
              <p:tags r:id="rId505"/>
            </p:custDataLst>
          </p:nvPr>
        </p:nvSpPr>
        <p:spPr bwMode="auto">
          <a:xfrm rot="1192864">
            <a:off x="5029200" y="1570038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10" name="Freeform 98"/>
          <p:cNvSpPr>
            <a:spLocks/>
          </p:cNvSpPr>
          <p:nvPr>
            <p:custDataLst>
              <p:tags r:id="rId506"/>
            </p:custDataLst>
          </p:nvPr>
        </p:nvSpPr>
        <p:spPr bwMode="auto">
          <a:xfrm rot="376759">
            <a:off x="6076950" y="2582863"/>
            <a:ext cx="711200" cy="180975"/>
          </a:xfrm>
          <a:custGeom>
            <a:avLst/>
            <a:gdLst>
              <a:gd name="T0" fmla="*/ 2147483647 w 448"/>
              <a:gd name="T1" fmla="*/ 2147483647 h 114"/>
              <a:gd name="T2" fmla="*/ 2147483647 w 448"/>
              <a:gd name="T3" fmla="*/ 2147483647 h 114"/>
              <a:gd name="T4" fmla="*/ 2147483647 w 448"/>
              <a:gd name="T5" fmla="*/ 2147483647 h 114"/>
              <a:gd name="T6" fmla="*/ 2147483647 w 448"/>
              <a:gd name="T7" fmla="*/ 2147483647 h 114"/>
              <a:gd name="T8" fmla="*/ 2147483647 w 448"/>
              <a:gd name="T9" fmla="*/ 2147483647 h 114"/>
              <a:gd name="T10" fmla="*/ 2147483647 w 448"/>
              <a:gd name="T11" fmla="*/ 0 h 114"/>
              <a:gd name="T12" fmla="*/ 2147483647 w 448"/>
              <a:gd name="T13" fmla="*/ 2147483647 h 114"/>
              <a:gd name="T14" fmla="*/ 2147483647 w 448"/>
              <a:gd name="T15" fmla="*/ 2147483647 h 114"/>
              <a:gd name="T16" fmla="*/ 2147483647 w 448"/>
              <a:gd name="T17" fmla="*/ 2147483647 h 114"/>
              <a:gd name="T18" fmla="*/ 2147483647 w 448"/>
              <a:gd name="T19" fmla="*/ 2147483647 h 114"/>
              <a:gd name="T20" fmla="*/ 2147483647 w 448"/>
              <a:gd name="T21" fmla="*/ 2147483647 h 1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48"/>
              <a:gd name="T34" fmla="*/ 0 h 114"/>
              <a:gd name="T35" fmla="*/ 448 w 448"/>
              <a:gd name="T36" fmla="*/ 114 h 11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48" h="114">
                <a:moveTo>
                  <a:pt x="66" y="102"/>
                </a:moveTo>
                <a:cubicBezTo>
                  <a:pt x="133" y="89"/>
                  <a:pt x="201" y="88"/>
                  <a:pt x="270" y="84"/>
                </a:cubicBezTo>
                <a:cubicBezTo>
                  <a:pt x="315" y="78"/>
                  <a:pt x="356" y="70"/>
                  <a:pt x="402" y="66"/>
                </a:cubicBezTo>
                <a:cubicBezTo>
                  <a:pt x="416" y="61"/>
                  <a:pt x="435" y="66"/>
                  <a:pt x="444" y="54"/>
                </a:cubicBezTo>
                <a:cubicBezTo>
                  <a:pt x="448" y="49"/>
                  <a:pt x="442" y="41"/>
                  <a:pt x="438" y="36"/>
                </a:cubicBezTo>
                <a:cubicBezTo>
                  <a:pt x="424" y="15"/>
                  <a:pt x="401" y="8"/>
                  <a:pt x="378" y="0"/>
                </a:cubicBezTo>
                <a:cubicBezTo>
                  <a:pt x="315" y="4"/>
                  <a:pt x="254" y="11"/>
                  <a:pt x="192" y="18"/>
                </a:cubicBezTo>
                <a:cubicBezTo>
                  <a:pt x="164" y="21"/>
                  <a:pt x="108" y="30"/>
                  <a:pt x="108" y="30"/>
                </a:cubicBezTo>
                <a:cubicBezTo>
                  <a:pt x="57" y="47"/>
                  <a:pt x="138" y="21"/>
                  <a:pt x="54" y="42"/>
                </a:cubicBezTo>
                <a:cubicBezTo>
                  <a:pt x="42" y="45"/>
                  <a:pt x="18" y="54"/>
                  <a:pt x="18" y="54"/>
                </a:cubicBezTo>
                <a:cubicBezTo>
                  <a:pt x="0" y="107"/>
                  <a:pt x="62" y="114"/>
                  <a:pt x="102" y="114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2762" name="Group 102"/>
          <p:cNvGrpSpPr>
            <a:grpSpLocks/>
          </p:cNvGrpSpPr>
          <p:nvPr>
            <p:custDataLst>
              <p:tags r:id="rId507"/>
            </p:custDataLst>
          </p:nvPr>
        </p:nvGrpSpPr>
        <p:grpSpPr bwMode="auto">
          <a:xfrm>
            <a:off x="1485900" y="4876800"/>
            <a:ext cx="2003425" cy="312738"/>
            <a:chOff x="936" y="2573"/>
            <a:chExt cx="1262" cy="197"/>
          </a:xfrm>
        </p:grpSpPr>
        <p:grpSp>
          <p:nvGrpSpPr>
            <p:cNvPr id="22783" name="Group 103"/>
            <p:cNvGrpSpPr>
              <a:grpSpLocks/>
            </p:cNvGrpSpPr>
            <p:nvPr/>
          </p:nvGrpSpPr>
          <p:grpSpPr bwMode="auto">
            <a:xfrm>
              <a:off x="936" y="2573"/>
              <a:ext cx="1262" cy="197"/>
              <a:chOff x="936" y="2573"/>
              <a:chExt cx="1262" cy="197"/>
            </a:xfrm>
          </p:grpSpPr>
          <p:sp>
            <p:nvSpPr>
              <p:cNvPr id="22416" name="Freeform 104"/>
              <p:cNvSpPr>
                <a:spLocks/>
              </p:cNvSpPr>
              <p:nvPr/>
            </p:nvSpPr>
            <p:spPr bwMode="auto">
              <a:xfrm rot="-263059">
                <a:off x="1552" y="2573"/>
                <a:ext cx="636" cy="90"/>
              </a:xfrm>
              <a:custGeom>
                <a:avLst/>
                <a:gdLst>
                  <a:gd name="T0" fmla="*/ 182 w 559"/>
                  <a:gd name="T1" fmla="*/ 50 h 97"/>
                  <a:gd name="T2" fmla="*/ 571 w 559"/>
                  <a:gd name="T3" fmla="*/ 67 h 97"/>
                  <a:gd name="T4" fmla="*/ 960 w 559"/>
                  <a:gd name="T5" fmla="*/ 62 h 97"/>
                  <a:gd name="T6" fmla="*/ 1030 w 559"/>
                  <a:gd name="T7" fmla="*/ 54 h 97"/>
                  <a:gd name="T8" fmla="*/ 825 w 559"/>
                  <a:gd name="T9" fmla="*/ 14 h 97"/>
                  <a:gd name="T10" fmla="*/ 264 w 559"/>
                  <a:gd name="T11" fmla="*/ 8 h 97"/>
                  <a:gd name="T12" fmla="*/ 0 w 559"/>
                  <a:gd name="T13" fmla="*/ 30 h 97"/>
                  <a:gd name="T14" fmla="*/ 182 w 559"/>
                  <a:gd name="T15" fmla="*/ 50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17" name="Freeform 105"/>
              <p:cNvSpPr>
                <a:spLocks/>
              </p:cNvSpPr>
              <p:nvPr/>
            </p:nvSpPr>
            <p:spPr bwMode="auto">
              <a:xfrm rot="76948">
                <a:off x="1009" y="2673"/>
                <a:ext cx="594" cy="97"/>
              </a:xfrm>
              <a:custGeom>
                <a:avLst/>
                <a:gdLst>
                  <a:gd name="T0" fmla="*/ 162 w 594"/>
                  <a:gd name="T1" fmla="*/ 48 h 97"/>
                  <a:gd name="T2" fmla="*/ 240 w 594"/>
                  <a:gd name="T3" fmla="*/ 66 h 97"/>
                  <a:gd name="T4" fmla="*/ 324 w 594"/>
                  <a:gd name="T5" fmla="*/ 78 h 97"/>
                  <a:gd name="T6" fmla="*/ 594 w 594"/>
                  <a:gd name="T7" fmla="*/ 54 h 97"/>
                  <a:gd name="T8" fmla="*/ 390 w 594"/>
                  <a:gd name="T9" fmla="*/ 12 h 97"/>
                  <a:gd name="T10" fmla="*/ 228 w 594"/>
                  <a:gd name="T11" fmla="*/ 0 h 97"/>
                  <a:gd name="T12" fmla="*/ 36 w 594"/>
                  <a:gd name="T13" fmla="*/ 6 h 97"/>
                  <a:gd name="T14" fmla="*/ 0 w 594"/>
                  <a:gd name="T15" fmla="*/ 30 h 97"/>
                  <a:gd name="T16" fmla="*/ 54 w 594"/>
                  <a:gd name="T17" fmla="*/ 54 h 97"/>
                  <a:gd name="T18" fmla="*/ 72 w 594"/>
                  <a:gd name="T19" fmla="*/ 60 h 97"/>
                  <a:gd name="T20" fmla="*/ 162 w 594"/>
                  <a:gd name="T21" fmla="*/ 48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18" name="Freeform 106"/>
              <p:cNvSpPr>
                <a:spLocks/>
              </p:cNvSpPr>
              <p:nvPr/>
            </p:nvSpPr>
            <p:spPr bwMode="auto">
              <a:xfrm rot="76948">
                <a:off x="936" y="2589"/>
                <a:ext cx="741" cy="126"/>
              </a:xfrm>
              <a:custGeom>
                <a:avLst/>
                <a:gdLst>
                  <a:gd name="T0" fmla="*/ 93 w 741"/>
                  <a:gd name="T1" fmla="*/ 90 h 126"/>
                  <a:gd name="T2" fmla="*/ 711 w 741"/>
                  <a:gd name="T3" fmla="*/ 72 h 126"/>
                  <a:gd name="T4" fmla="*/ 675 w 741"/>
                  <a:gd name="T5" fmla="*/ 0 h 126"/>
                  <a:gd name="T6" fmla="*/ 309 w 741"/>
                  <a:gd name="T7" fmla="*/ 24 h 126"/>
                  <a:gd name="T8" fmla="*/ 45 w 741"/>
                  <a:gd name="T9" fmla="*/ 42 h 126"/>
                  <a:gd name="T10" fmla="*/ 9 w 741"/>
                  <a:gd name="T11" fmla="*/ 48 h 126"/>
                  <a:gd name="T12" fmla="*/ 9 w 741"/>
                  <a:gd name="T13" fmla="*/ 84 h 126"/>
                  <a:gd name="T14" fmla="*/ 93 w 741"/>
                  <a:gd name="T15" fmla="*/ 90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19" name="Freeform 107"/>
              <p:cNvSpPr>
                <a:spLocks/>
              </p:cNvSpPr>
              <p:nvPr/>
            </p:nvSpPr>
            <p:spPr bwMode="auto">
              <a:xfrm rot="76948">
                <a:off x="1454" y="2642"/>
                <a:ext cx="744" cy="126"/>
              </a:xfrm>
              <a:custGeom>
                <a:avLst/>
                <a:gdLst>
                  <a:gd name="T0" fmla="*/ 36 w 744"/>
                  <a:gd name="T1" fmla="*/ 90 h 126"/>
                  <a:gd name="T2" fmla="*/ 108 w 744"/>
                  <a:gd name="T3" fmla="*/ 114 h 126"/>
                  <a:gd name="T4" fmla="*/ 192 w 744"/>
                  <a:gd name="T5" fmla="*/ 126 h 126"/>
                  <a:gd name="T6" fmla="*/ 462 w 744"/>
                  <a:gd name="T7" fmla="*/ 108 h 126"/>
                  <a:gd name="T8" fmla="*/ 708 w 744"/>
                  <a:gd name="T9" fmla="*/ 84 h 126"/>
                  <a:gd name="T10" fmla="*/ 630 w 744"/>
                  <a:gd name="T11" fmla="*/ 0 h 126"/>
                  <a:gd name="T12" fmla="*/ 360 w 744"/>
                  <a:gd name="T13" fmla="*/ 30 h 126"/>
                  <a:gd name="T14" fmla="*/ 36 w 744"/>
                  <a:gd name="T15" fmla="*/ 48 h 126"/>
                  <a:gd name="T16" fmla="*/ 36 w 744"/>
                  <a:gd name="T17" fmla="*/ 90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412" name="Oval 108"/>
            <p:cNvSpPr>
              <a:spLocks noChangeArrowheads="1"/>
            </p:cNvSpPr>
            <p:nvPr/>
          </p:nvSpPr>
          <p:spPr bwMode="auto">
            <a:xfrm rot="76948">
              <a:off x="1266" y="2629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13" name="Oval 109"/>
            <p:cNvSpPr>
              <a:spLocks noChangeArrowheads="1"/>
            </p:cNvSpPr>
            <p:nvPr/>
          </p:nvSpPr>
          <p:spPr bwMode="auto">
            <a:xfrm rot="76948">
              <a:off x="1267" y="2701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14" name="Oval 110"/>
            <p:cNvSpPr>
              <a:spLocks noChangeArrowheads="1"/>
            </p:cNvSpPr>
            <p:nvPr/>
          </p:nvSpPr>
          <p:spPr bwMode="auto">
            <a:xfrm rot="76948">
              <a:off x="1768" y="2613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15" name="Oval 111"/>
            <p:cNvSpPr>
              <a:spLocks noChangeArrowheads="1"/>
            </p:cNvSpPr>
            <p:nvPr/>
          </p:nvSpPr>
          <p:spPr bwMode="auto">
            <a:xfrm rot="76948">
              <a:off x="1654" y="2709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784" name="Group 112"/>
          <p:cNvGrpSpPr>
            <a:grpSpLocks/>
          </p:cNvGrpSpPr>
          <p:nvPr>
            <p:custDataLst>
              <p:tags r:id="rId508"/>
            </p:custDataLst>
          </p:nvPr>
        </p:nvGrpSpPr>
        <p:grpSpPr bwMode="auto">
          <a:xfrm>
            <a:off x="3333750" y="4833938"/>
            <a:ext cx="2001838" cy="309562"/>
            <a:chOff x="2100" y="2546"/>
            <a:chExt cx="1261" cy="195"/>
          </a:xfrm>
        </p:grpSpPr>
        <p:grpSp>
          <p:nvGrpSpPr>
            <p:cNvPr id="22785" name="Group 113"/>
            <p:cNvGrpSpPr>
              <a:grpSpLocks/>
            </p:cNvGrpSpPr>
            <p:nvPr/>
          </p:nvGrpSpPr>
          <p:grpSpPr bwMode="auto">
            <a:xfrm>
              <a:off x="2100" y="2546"/>
              <a:ext cx="1261" cy="195"/>
              <a:chOff x="2100" y="2546"/>
              <a:chExt cx="1261" cy="195"/>
            </a:xfrm>
          </p:grpSpPr>
          <p:sp>
            <p:nvSpPr>
              <p:cNvPr id="22407" name="Freeform 114"/>
              <p:cNvSpPr>
                <a:spLocks/>
              </p:cNvSpPr>
              <p:nvPr/>
            </p:nvSpPr>
            <p:spPr bwMode="auto">
              <a:xfrm rot="-231592">
                <a:off x="2716" y="2546"/>
                <a:ext cx="636" cy="90"/>
              </a:xfrm>
              <a:custGeom>
                <a:avLst/>
                <a:gdLst>
                  <a:gd name="T0" fmla="*/ 182 w 559"/>
                  <a:gd name="T1" fmla="*/ 50 h 97"/>
                  <a:gd name="T2" fmla="*/ 571 w 559"/>
                  <a:gd name="T3" fmla="*/ 67 h 97"/>
                  <a:gd name="T4" fmla="*/ 960 w 559"/>
                  <a:gd name="T5" fmla="*/ 62 h 97"/>
                  <a:gd name="T6" fmla="*/ 1030 w 559"/>
                  <a:gd name="T7" fmla="*/ 54 h 97"/>
                  <a:gd name="T8" fmla="*/ 825 w 559"/>
                  <a:gd name="T9" fmla="*/ 14 h 97"/>
                  <a:gd name="T10" fmla="*/ 264 w 559"/>
                  <a:gd name="T11" fmla="*/ 8 h 97"/>
                  <a:gd name="T12" fmla="*/ 0 w 559"/>
                  <a:gd name="T13" fmla="*/ 30 h 97"/>
                  <a:gd name="T14" fmla="*/ 182 w 559"/>
                  <a:gd name="T15" fmla="*/ 50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08" name="Freeform 115"/>
              <p:cNvSpPr>
                <a:spLocks/>
              </p:cNvSpPr>
              <p:nvPr/>
            </p:nvSpPr>
            <p:spPr bwMode="auto">
              <a:xfrm rot="108416">
                <a:off x="2173" y="2640"/>
                <a:ext cx="594" cy="97"/>
              </a:xfrm>
              <a:custGeom>
                <a:avLst/>
                <a:gdLst>
                  <a:gd name="T0" fmla="*/ 162 w 594"/>
                  <a:gd name="T1" fmla="*/ 48 h 97"/>
                  <a:gd name="T2" fmla="*/ 240 w 594"/>
                  <a:gd name="T3" fmla="*/ 66 h 97"/>
                  <a:gd name="T4" fmla="*/ 324 w 594"/>
                  <a:gd name="T5" fmla="*/ 78 h 97"/>
                  <a:gd name="T6" fmla="*/ 594 w 594"/>
                  <a:gd name="T7" fmla="*/ 54 h 97"/>
                  <a:gd name="T8" fmla="*/ 390 w 594"/>
                  <a:gd name="T9" fmla="*/ 12 h 97"/>
                  <a:gd name="T10" fmla="*/ 228 w 594"/>
                  <a:gd name="T11" fmla="*/ 0 h 97"/>
                  <a:gd name="T12" fmla="*/ 36 w 594"/>
                  <a:gd name="T13" fmla="*/ 6 h 97"/>
                  <a:gd name="T14" fmla="*/ 0 w 594"/>
                  <a:gd name="T15" fmla="*/ 30 h 97"/>
                  <a:gd name="T16" fmla="*/ 54 w 594"/>
                  <a:gd name="T17" fmla="*/ 54 h 97"/>
                  <a:gd name="T18" fmla="*/ 72 w 594"/>
                  <a:gd name="T19" fmla="*/ 60 h 97"/>
                  <a:gd name="T20" fmla="*/ 162 w 594"/>
                  <a:gd name="T21" fmla="*/ 48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09" name="Freeform 116"/>
              <p:cNvSpPr>
                <a:spLocks/>
              </p:cNvSpPr>
              <p:nvPr/>
            </p:nvSpPr>
            <p:spPr bwMode="auto">
              <a:xfrm rot="108416">
                <a:off x="2100" y="2556"/>
                <a:ext cx="741" cy="126"/>
              </a:xfrm>
              <a:custGeom>
                <a:avLst/>
                <a:gdLst>
                  <a:gd name="T0" fmla="*/ 93 w 741"/>
                  <a:gd name="T1" fmla="*/ 90 h 126"/>
                  <a:gd name="T2" fmla="*/ 711 w 741"/>
                  <a:gd name="T3" fmla="*/ 72 h 126"/>
                  <a:gd name="T4" fmla="*/ 675 w 741"/>
                  <a:gd name="T5" fmla="*/ 0 h 126"/>
                  <a:gd name="T6" fmla="*/ 309 w 741"/>
                  <a:gd name="T7" fmla="*/ 24 h 126"/>
                  <a:gd name="T8" fmla="*/ 45 w 741"/>
                  <a:gd name="T9" fmla="*/ 42 h 126"/>
                  <a:gd name="T10" fmla="*/ 9 w 741"/>
                  <a:gd name="T11" fmla="*/ 48 h 126"/>
                  <a:gd name="T12" fmla="*/ 9 w 741"/>
                  <a:gd name="T13" fmla="*/ 84 h 126"/>
                  <a:gd name="T14" fmla="*/ 93 w 741"/>
                  <a:gd name="T15" fmla="*/ 90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10" name="Freeform 117"/>
              <p:cNvSpPr>
                <a:spLocks/>
              </p:cNvSpPr>
              <p:nvPr/>
            </p:nvSpPr>
            <p:spPr bwMode="auto">
              <a:xfrm rot="108416">
                <a:off x="2617" y="2615"/>
                <a:ext cx="744" cy="126"/>
              </a:xfrm>
              <a:custGeom>
                <a:avLst/>
                <a:gdLst>
                  <a:gd name="T0" fmla="*/ 36 w 744"/>
                  <a:gd name="T1" fmla="*/ 90 h 126"/>
                  <a:gd name="T2" fmla="*/ 108 w 744"/>
                  <a:gd name="T3" fmla="*/ 114 h 126"/>
                  <a:gd name="T4" fmla="*/ 192 w 744"/>
                  <a:gd name="T5" fmla="*/ 126 h 126"/>
                  <a:gd name="T6" fmla="*/ 462 w 744"/>
                  <a:gd name="T7" fmla="*/ 108 h 126"/>
                  <a:gd name="T8" fmla="*/ 708 w 744"/>
                  <a:gd name="T9" fmla="*/ 84 h 126"/>
                  <a:gd name="T10" fmla="*/ 630 w 744"/>
                  <a:gd name="T11" fmla="*/ 0 h 126"/>
                  <a:gd name="T12" fmla="*/ 360 w 744"/>
                  <a:gd name="T13" fmla="*/ 30 h 126"/>
                  <a:gd name="T14" fmla="*/ 36 w 744"/>
                  <a:gd name="T15" fmla="*/ 48 h 126"/>
                  <a:gd name="T16" fmla="*/ 36 w 744"/>
                  <a:gd name="T17" fmla="*/ 90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403" name="Oval 118"/>
            <p:cNvSpPr>
              <a:spLocks noChangeArrowheads="1"/>
            </p:cNvSpPr>
            <p:nvPr/>
          </p:nvSpPr>
          <p:spPr bwMode="auto">
            <a:xfrm rot="108416">
              <a:off x="2430" y="2597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04" name="Oval 119"/>
            <p:cNvSpPr>
              <a:spLocks noChangeArrowheads="1"/>
            </p:cNvSpPr>
            <p:nvPr/>
          </p:nvSpPr>
          <p:spPr bwMode="auto">
            <a:xfrm rot="108416">
              <a:off x="2431" y="2669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05" name="Oval 120"/>
            <p:cNvSpPr>
              <a:spLocks noChangeArrowheads="1"/>
            </p:cNvSpPr>
            <p:nvPr/>
          </p:nvSpPr>
          <p:spPr bwMode="auto">
            <a:xfrm rot="108416">
              <a:off x="2932" y="2585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406" name="Oval 121"/>
            <p:cNvSpPr>
              <a:spLocks noChangeArrowheads="1"/>
            </p:cNvSpPr>
            <p:nvPr/>
          </p:nvSpPr>
          <p:spPr bwMode="auto">
            <a:xfrm rot="108416">
              <a:off x="2818" y="2681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786" name="Group 122"/>
          <p:cNvGrpSpPr>
            <a:grpSpLocks/>
          </p:cNvGrpSpPr>
          <p:nvPr>
            <p:custDataLst>
              <p:tags r:id="rId509"/>
            </p:custDataLst>
          </p:nvPr>
        </p:nvGrpSpPr>
        <p:grpSpPr bwMode="auto">
          <a:xfrm>
            <a:off x="2786063" y="5078413"/>
            <a:ext cx="1958975" cy="331787"/>
            <a:chOff x="1755" y="2700"/>
            <a:chExt cx="1234" cy="209"/>
          </a:xfrm>
        </p:grpSpPr>
        <p:grpSp>
          <p:nvGrpSpPr>
            <p:cNvPr id="21504" name="Group 123"/>
            <p:cNvGrpSpPr>
              <a:grpSpLocks/>
            </p:cNvGrpSpPr>
            <p:nvPr/>
          </p:nvGrpSpPr>
          <p:grpSpPr bwMode="auto">
            <a:xfrm>
              <a:off x="1755" y="2700"/>
              <a:ext cx="1234" cy="209"/>
              <a:chOff x="1755" y="2700"/>
              <a:chExt cx="1234" cy="209"/>
            </a:xfrm>
          </p:grpSpPr>
          <p:sp>
            <p:nvSpPr>
              <p:cNvPr id="22398" name="Freeform 124"/>
              <p:cNvSpPr>
                <a:spLocks/>
              </p:cNvSpPr>
              <p:nvPr/>
            </p:nvSpPr>
            <p:spPr bwMode="auto">
              <a:xfrm rot="-231592">
                <a:off x="2343" y="2726"/>
                <a:ext cx="636" cy="84"/>
              </a:xfrm>
              <a:custGeom>
                <a:avLst/>
                <a:gdLst>
                  <a:gd name="T0" fmla="*/ 182 w 559"/>
                  <a:gd name="T1" fmla="*/ 36 h 97"/>
                  <a:gd name="T2" fmla="*/ 571 w 559"/>
                  <a:gd name="T3" fmla="*/ 48 h 97"/>
                  <a:gd name="T4" fmla="*/ 960 w 559"/>
                  <a:gd name="T5" fmla="*/ 44 h 97"/>
                  <a:gd name="T6" fmla="*/ 1030 w 559"/>
                  <a:gd name="T7" fmla="*/ 38 h 97"/>
                  <a:gd name="T8" fmla="*/ 825 w 559"/>
                  <a:gd name="T9" fmla="*/ 9 h 97"/>
                  <a:gd name="T10" fmla="*/ 264 w 559"/>
                  <a:gd name="T11" fmla="*/ 7 h 97"/>
                  <a:gd name="T12" fmla="*/ 0 w 559"/>
                  <a:gd name="T13" fmla="*/ 21 h 97"/>
                  <a:gd name="T14" fmla="*/ 182 w 559"/>
                  <a:gd name="T15" fmla="*/ 36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99" name="Freeform 125"/>
              <p:cNvSpPr>
                <a:spLocks/>
              </p:cNvSpPr>
              <p:nvPr/>
            </p:nvSpPr>
            <p:spPr bwMode="auto">
              <a:xfrm rot="108416">
                <a:off x="1801" y="2820"/>
                <a:ext cx="594" cy="89"/>
              </a:xfrm>
              <a:custGeom>
                <a:avLst/>
                <a:gdLst>
                  <a:gd name="T0" fmla="*/ 162 w 594"/>
                  <a:gd name="T1" fmla="*/ 31 h 97"/>
                  <a:gd name="T2" fmla="*/ 240 w 594"/>
                  <a:gd name="T3" fmla="*/ 43 h 97"/>
                  <a:gd name="T4" fmla="*/ 324 w 594"/>
                  <a:gd name="T5" fmla="*/ 51 h 97"/>
                  <a:gd name="T6" fmla="*/ 594 w 594"/>
                  <a:gd name="T7" fmla="*/ 36 h 97"/>
                  <a:gd name="T8" fmla="*/ 390 w 594"/>
                  <a:gd name="T9" fmla="*/ 7 h 97"/>
                  <a:gd name="T10" fmla="*/ 228 w 594"/>
                  <a:gd name="T11" fmla="*/ 0 h 97"/>
                  <a:gd name="T12" fmla="*/ 36 w 594"/>
                  <a:gd name="T13" fmla="*/ 6 h 97"/>
                  <a:gd name="T14" fmla="*/ 0 w 594"/>
                  <a:gd name="T15" fmla="*/ 20 h 97"/>
                  <a:gd name="T16" fmla="*/ 54 w 594"/>
                  <a:gd name="T17" fmla="*/ 36 h 97"/>
                  <a:gd name="T18" fmla="*/ 72 w 594"/>
                  <a:gd name="T19" fmla="*/ 39 h 97"/>
                  <a:gd name="T20" fmla="*/ 162 w 594"/>
                  <a:gd name="T21" fmla="*/ 31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00" name="Freeform 126"/>
              <p:cNvSpPr>
                <a:spLocks/>
              </p:cNvSpPr>
              <p:nvPr/>
            </p:nvSpPr>
            <p:spPr bwMode="auto">
              <a:xfrm rot="108416">
                <a:off x="1755" y="2700"/>
                <a:ext cx="741" cy="149"/>
              </a:xfrm>
              <a:custGeom>
                <a:avLst/>
                <a:gdLst>
                  <a:gd name="T0" fmla="*/ 93 w 741"/>
                  <a:gd name="T1" fmla="*/ 207 h 126"/>
                  <a:gd name="T2" fmla="*/ 711 w 741"/>
                  <a:gd name="T3" fmla="*/ 167 h 126"/>
                  <a:gd name="T4" fmla="*/ 675 w 741"/>
                  <a:gd name="T5" fmla="*/ 0 h 126"/>
                  <a:gd name="T6" fmla="*/ 309 w 741"/>
                  <a:gd name="T7" fmla="*/ 54 h 126"/>
                  <a:gd name="T8" fmla="*/ 45 w 741"/>
                  <a:gd name="T9" fmla="*/ 98 h 126"/>
                  <a:gd name="T10" fmla="*/ 9 w 741"/>
                  <a:gd name="T11" fmla="*/ 110 h 126"/>
                  <a:gd name="T12" fmla="*/ 9 w 741"/>
                  <a:gd name="T13" fmla="*/ 193 h 126"/>
                  <a:gd name="T14" fmla="*/ 93 w 741"/>
                  <a:gd name="T15" fmla="*/ 207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401" name="Freeform 127"/>
              <p:cNvSpPr>
                <a:spLocks/>
              </p:cNvSpPr>
              <p:nvPr/>
            </p:nvSpPr>
            <p:spPr bwMode="auto">
              <a:xfrm rot="108416">
                <a:off x="2245" y="2786"/>
                <a:ext cx="744" cy="116"/>
              </a:xfrm>
              <a:custGeom>
                <a:avLst/>
                <a:gdLst>
                  <a:gd name="T0" fmla="*/ 36 w 744"/>
                  <a:gd name="T1" fmla="*/ 59 h 126"/>
                  <a:gd name="T2" fmla="*/ 108 w 744"/>
                  <a:gd name="T3" fmla="*/ 75 h 126"/>
                  <a:gd name="T4" fmla="*/ 192 w 744"/>
                  <a:gd name="T5" fmla="*/ 84 h 126"/>
                  <a:gd name="T6" fmla="*/ 462 w 744"/>
                  <a:gd name="T7" fmla="*/ 71 h 126"/>
                  <a:gd name="T8" fmla="*/ 708 w 744"/>
                  <a:gd name="T9" fmla="*/ 55 h 126"/>
                  <a:gd name="T10" fmla="*/ 630 w 744"/>
                  <a:gd name="T11" fmla="*/ 0 h 126"/>
                  <a:gd name="T12" fmla="*/ 360 w 744"/>
                  <a:gd name="T13" fmla="*/ 20 h 126"/>
                  <a:gd name="T14" fmla="*/ 36 w 744"/>
                  <a:gd name="T15" fmla="*/ 32 h 126"/>
                  <a:gd name="T16" fmla="*/ 36 w 744"/>
                  <a:gd name="T17" fmla="*/ 59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394" name="Oval 128"/>
            <p:cNvSpPr>
              <a:spLocks noChangeArrowheads="1"/>
            </p:cNvSpPr>
            <p:nvPr/>
          </p:nvSpPr>
          <p:spPr bwMode="auto">
            <a:xfrm rot="108416">
              <a:off x="2058" y="2777"/>
              <a:ext cx="159" cy="27"/>
            </a:xfrm>
            <a:prstGeom prst="ellipse">
              <a:avLst/>
            </a:prstGeom>
            <a:solidFill>
              <a:srgbClr val="99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95" name="Oval 129"/>
            <p:cNvSpPr>
              <a:spLocks noChangeArrowheads="1"/>
            </p:cNvSpPr>
            <p:nvPr/>
          </p:nvSpPr>
          <p:spPr bwMode="auto">
            <a:xfrm rot="108416">
              <a:off x="2059" y="2849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96" name="Oval 130"/>
            <p:cNvSpPr>
              <a:spLocks noChangeArrowheads="1"/>
            </p:cNvSpPr>
            <p:nvPr/>
          </p:nvSpPr>
          <p:spPr bwMode="auto">
            <a:xfrm rot="108416">
              <a:off x="2560" y="2765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97" name="Oval 131"/>
            <p:cNvSpPr>
              <a:spLocks noChangeArrowheads="1"/>
            </p:cNvSpPr>
            <p:nvPr/>
          </p:nvSpPr>
          <p:spPr bwMode="auto">
            <a:xfrm rot="108416">
              <a:off x="2446" y="2849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05" name="Group 132"/>
          <p:cNvGrpSpPr>
            <a:grpSpLocks/>
          </p:cNvGrpSpPr>
          <p:nvPr>
            <p:custDataLst>
              <p:tags r:id="rId510"/>
            </p:custDataLst>
          </p:nvPr>
        </p:nvGrpSpPr>
        <p:grpSpPr bwMode="auto">
          <a:xfrm>
            <a:off x="5219700" y="4805363"/>
            <a:ext cx="1739900" cy="368300"/>
            <a:chOff x="3288" y="2528"/>
            <a:chExt cx="1096" cy="232"/>
          </a:xfrm>
        </p:grpSpPr>
        <p:grpSp>
          <p:nvGrpSpPr>
            <p:cNvPr id="21506" name="Group 133"/>
            <p:cNvGrpSpPr>
              <a:grpSpLocks/>
            </p:cNvGrpSpPr>
            <p:nvPr/>
          </p:nvGrpSpPr>
          <p:grpSpPr bwMode="auto">
            <a:xfrm>
              <a:off x="3288" y="2528"/>
              <a:ext cx="1096" cy="232"/>
              <a:chOff x="3288" y="2528"/>
              <a:chExt cx="1096" cy="232"/>
            </a:xfrm>
          </p:grpSpPr>
          <p:sp>
            <p:nvSpPr>
              <p:cNvPr id="22389" name="Freeform 134"/>
              <p:cNvSpPr>
                <a:spLocks/>
              </p:cNvSpPr>
              <p:nvPr/>
            </p:nvSpPr>
            <p:spPr bwMode="auto">
              <a:xfrm rot="146629">
                <a:off x="3827" y="2570"/>
                <a:ext cx="557" cy="90"/>
              </a:xfrm>
              <a:custGeom>
                <a:avLst/>
                <a:gdLst>
                  <a:gd name="T0" fmla="*/ 96 w 559"/>
                  <a:gd name="T1" fmla="*/ 50 h 97"/>
                  <a:gd name="T2" fmla="*/ 295 w 559"/>
                  <a:gd name="T3" fmla="*/ 67 h 97"/>
                  <a:gd name="T4" fmla="*/ 494 w 559"/>
                  <a:gd name="T5" fmla="*/ 62 h 97"/>
                  <a:gd name="T6" fmla="*/ 530 w 559"/>
                  <a:gd name="T7" fmla="*/ 54 h 97"/>
                  <a:gd name="T8" fmla="*/ 422 w 559"/>
                  <a:gd name="T9" fmla="*/ 14 h 97"/>
                  <a:gd name="T10" fmla="*/ 138 w 559"/>
                  <a:gd name="T11" fmla="*/ 8 h 97"/>
                  <a:gd name="T12" fmla="*/ 0 w 559"/>
                  <a:gd name="T13" fmla="*/ 30 h 97"/>
                  <a:gd name="T14" fmla="*/ 96 w 559"/>
                  <a:gd name="T15" fmla="*/ 50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90" name="Freeform 135"/>
              <p:cNvSpPr>
                <a:spLocks/>
              </p:cNvSpPr>
              <p:nvPr/>
            </p:nvSpPr>
            <p:spPr bwMode="auto">
              <a:xfrm rot="486637">
                <a:off x="3344" y="2612"/>
                <a:ext cx="519" cy="97"/>
              </a:xfrm>
              <a:custGeom>
                <a:avLst/>
                <a:gdLst>
                  <a:gd name="T0" fmla="*/ 82 w 594"/>
                  <a:gd name="T1" fmla="*/ 48 h 97"/>
                  <a:gd name="T2" fmla="*/ 122 w 594"/>
                  <a:gd name="T3" fmla="*/ 66 h 97"/>
                  <a:gd name="T4" fmla="*/ 165 w 594"/>
                  <a:gd name="T5" fmla="*/ 78 h 97"/>
                  <a:gd name="T6" fmla="*/ 302 w 594"/>
                  <a:gd name="T7" fmla="*/ 54 h 97"/>
                  <a:gd name="T8" fmla="*/ 198 w 594"/>
                  <a:gd name="T9" fmla="*/ 12 h 97"/>
                  <a:gd name="T10" fmla="*/ 116 w 594"/>
                  <a:gd name="T11" fmla="*/ 0 h 97"/>
                  <a:gd name="T12" fmla="*/ 18 w 594"/>
                  <a:gd name="T13" fmla="*/ 6 h 97"/>
                  <a:gd name="T14" fmla="*/ 0 w 594"/>
                  <a:gd name="T15" fmla="*/ 30 h 97"/>
                  <a:gd name="T16" fmla="*/ 27 w 594"/>
                  <a:gd name="T17" fmla="*/ 54 h 97"/>
                  <a:gd name="T18" fmla="*/ 37 w 594"/>
                  <a:gd name="T19" fmla="*/ 60 h 97"/>
                  <a:gd name="T20" fmla="*/ 82 w 594"/>
                  <a:gd name="T21" fmla="*/ 48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91" name="Freeform 136"/>
              <p:cNvSpPr>
                <a:spLocks/>
              </p:cNvSpPr>
              <p:nvPr/>
            </p:nvSpPr>
            <p:spPr bwMode="auto">
              <a:xfrm rot="486637">
                <a:off x="3288" y="2528"/>
                <a:ext cx="648" cy="126"/>
              </a:xfrm>
              <a:custGeom>
                <a:avLst/>
                <a:gdLst>
                  <a:gd name="T0" fmla="*/ 47 w 741"/>
                  <a:gd name="T1" fmla="*/ 90 h 126"/>
                  <a:gd name="T2" fmla="*/ 364 w 741"/>
                  <a:gd name="T3" fmla="*/ 72 h 126"/>
                  <a:gd name="T4" fmla="*/ 345 w 741"/>
                  <a:gd name="T5" fmla="*/ 0 h 126"/>
                  <a:gd name="T6" fmla="*/ 157 w 741"/>
                  <a:gd name="T7" fmla="*/ 24 h 126"/>
                  <a:gd name="T8" fmla="*/ 23 w 741"/>
                  <a:gd name="T9" fmla="*/ 42 h 126"/>
                  <a:gd name="T10" fmla="*/ 4 w 741"/>
                  <a:gd name="T11" fmla="*/ 48 h 126"/>
                  <a:gd name="T12" fmla="*/ 4 w 741"/>
                  <a:gd name="T13" fmla="*/ 84 h 126"/>
                  <a:gd name="T14" fmla="*/ 47 w 741"/>
                  <a:gd name="T15" fmla="*/ 90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92" name="Freeform 137"/>
              <p:cNvSpPr>
                <a:spLocks/>
              </p:cNvSpPr>
              <p:nvPr/>
            </p:nvSpPr>
            <p:spPr bwMode="auto">
              <a:xfrm rot="486637">
                <a:off x="3731" y="2634"/>
                <a:ext cx="651" cy="126"/>
              </a:xfrm>
              <a:custGeom>
                <a:avLst/>
                <a:gdLst>
                  <a:gd name="T0" fmla="*/ 18 w 744"/>
                  <a:gd name="T1" fmla="*/ 90 h 126"/>
                  <a:gd name="T2" fmla="*/ 56 w 744"/>
                  <a:gd name="T3" fmla="*/ 114 h 126"/>
                  <a:gd name="T4" fmla="*/ 99 w 744"/>
                  <a:gd name="T5" fmla="*/ 126 h 126"/>
                  <a:gd name="T6" fmla="*/ 237 w 744"/>
                  <a:gd name="T7" fmla="*/ 108 h 126"/>
                  <a:gd name="T8" fmla="*/ 364 w 744"/>
                  <a:gd name="T9" fmla="*/ 84 h 126"/>
                  <a:gd name="T10" fmla="*/ 323 w 744"/>
                  <a:gd name="T11" fmla="*/ 0 h 126"/>
                  <a:gd name="T12" fmla="*/ 185 w 744"/>
                  <a:gd name="T13" fmla="*/ 30 h 126"/>
                  <a:gd name="T14" fmla="*/ 18 w 744"/>
                  <a:gd name="T15" fmla="*/ 48 h 126"/>
                  <a:gd name="T16" fmla="*/ 18 w 744"/>
                  <a:gd name="T17" fmla="*/ 90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385" name="Oval 138"/>
            <p:cNvSpPr>
              <a:spLocks noChangeArrowheads="1"/>
            </p:cNvSpPr>
            <p:nvPr/>
          </p:nvSpPr>
          <p:spPr bwMode="auto">
            <a:xfrm rot="486637">
              <a:off x="3578" y="2572"/>
              <a:ext cx="13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86" name="Oval 139"/>
            <p:cNvSpPr>
              <a:spLocks noChangeArrowheads="1"/>
            </p:cNvSpPr>
            <p:nvPr/>
          </p:nvSpPr>
          <p:spPr bwMode="auto">
            <a:xfrm rot="486637">
              <a:off x="3570" y="2644"/>
              <a:ext cx="13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87" name="Oval 140"/>
            <p:cNvSpPr>
              <a:spLocks noChangeArrowheads="1"/>
            </p:cNvSpPr>
            <p:nvPr/>
          </p:nvSpPr>
          <p:spPr bwMode="auto">
            <a:xfrm rot="486637">
              <a:off x="4015" y="2607"/>
              <a:ext cx="13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88" name="Oval 141"/>
            <p:cNvSpPr>
              <a:spLocks noChangeArrowheads="1"/>
            </p:cNvSpPr>
            <p:nvPr/>
          </p:nvSpPr>
          <p:spPr bwMode="auto">
            <a:xfrm rot="486637">
              <a:off x="3905" y="2692"/>
              <a:ext cx="13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13" name="Group 142"/>
          <p:cNvGrpSpPr>
            <a:grpSpLocks/>
          </p:cNvGrpSpPr>
          <p:nvPr>
            <p:custDataLst>
              <p:tags r:id="rId511"/>
            </p:custDataLst>
          </p:nvPr>
        </p:nvGrpSpPr>
        <p:grpSpPr bwMode="auto">
          <a:xfrm>
            <a:off x="4630738" y="5148263"/>
            <a:ext cx="2008187" cy="371475"/>
            <a:chOff x="2917" y="2744"/>
            <a:chExt cx="1265" cy="234"/>
          </a:xfrm>
        </p:grpSpPr>
        <p:grpSp>
          <p:nvGrpSpPr>
            <p:cNvPr id="21514" name="Group 143"/>
            <p:cNvGrpSpPr>
              <a:grpSpLocks/>
            </p:cNvGrpSpPr>
            <p:nvPr/>
          </p:nvGrpSpPr>
          <p:grpSpPr bwMode="auto">
            <a:xfrm>
              <a:off x="2917" y="2744"/>
              <a:ext cx="1265" cy="234"/>
              <a:chOff x="2917" y="2744"/>
              <a:chExt cx="1265" cy="234"/>
            </a:xfrm>
          </p:grpSpPr>
          <p:sp>
            <p:nvSpPr>
              <p:cNvPr id="22380" name="Freeform 144"/>
              <p:cNvSpPr>
                <a:spLocks/>
              </p:cNvSpPr>
              <p:nvPr/>
            </p:nvSpPr>
            <p:spPr bwMode="auto">
              <a:xfrm rot="545957" flipH="1">
                <a:off x="2935" y="2744"/>
                <a:ext cx="636" cy="83"/>
              </a:xfrm>
              <a:custGeom>
                <a:avLst/>
                <a:gdLst>
                  <a:gd name="T0" fmla="*/ 182 w 559"/>
                  <a:gd name="T1" fmla="*/ 33 h 97"/>
                  <a:gd name="T2" fmla="*/ 571 w 559"/>
                  <a:gd name="T3" fmla="*/ 44 h 97"/>
                  <a:gd name="T4" fmla="*/ 960 w 559"/>
                  <a:gd name="T5" fmla="*/ 42 h 97"/>
                  <a:gd name="T6" fmla="*/ 1030 w 559"/>
                  <a:gd name="T7" fmla="*/ 37 h 97"/>
                  <a:gd name="T8" fmla="*/ 825 w 559"/>
                  <a:gd name="T9" fmla="*/ 9 h 97"/>
                  <a:gd name="T10" fmla="*/ 264 w 559"/>
                  <a:gd name="T11" fmla="*/ 6 h 97"/>
                  <a:gd name="T12" fmla="*/ 0 w 559"/>
                  <a:gd name="T13" fmla="*/ 20 h 97"/>
                  <a:gd name="T14" fmla="*/ 182 w 559"/>
                  <a:gd name="T15" fmla="*/ 33 h 9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59"/>
                  <a:gd name="T25" fmla="*/ 0 h 97"/>
                  <a:gd name="T26" fmla="*/ 559 w 559"/>
                  <a:gd name="T27" fmla="*/ 97 h 9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59" h="97">
                    <a:moveTo>
                      <a:pt x="96" y="73"/>
                    </a:moveTo>
                    <a:cubicBezTo>
                      <a:pt x="166" y="96"/>
                      <a:pt x="219" y="93"/>
                      <a:pt x="300" y="97"/>
                    </a:cubicBezTo>
                    <a:cubicBezTo>
                      <a:pt x="368" y="95"/>
                      <a:pt x="436" y="96"/>
                      <a:pt x="504" y="91"/>
                    </a:cubicBezTo>
                    <a:cubicBezTo>
                      <a:pt x="517" y="90"/>
                      <a:pt x="540" y="79"/>
                      <a:pt x="540" y="79"/>
                    </a:cubicBezTo>
                    <a:cubicBezTo>
                      <a:pt x="559" y="23"/>
                      <a:pt x="470" y="20"/>
                      <a:pt x="432" y="19"/>
                    </a:cubicBezTo>
                    <a:cubicBezTo>
                      <a:pt x="334" y="16"/>
                      <a:pt x="236" y="15"/>
                      <a:pt x="138" y="13"/>
                    </a:cubicBezTo>
                    <a:cubicBezTo>
                      <a:pt x="112" y="15"/>
                      <a:pt x="14" y="0"/>
                      <a:pt x="0" y="43"/>
                    </a:cubicBezTo>
                    <a:cubicBezTo>
                      <a:pt x="19" y="72"/>
                      <a:pt x="63" y="84"/>
                      <a:pt x="96" y="73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81" name="Freeform 145"/>
              <p:cNvSpPr>
                <a:spLocks/>
              </p:cNvSpPr>
              <p:nvPr/>
            </p:nvSpPr>
            <p:spPr bwMode="auto">
              <a:xfrm rot="205950" flipH="1">
                <a:off x="3509" y="2889"/>
                <a:ext cx="594" cy="89"/>
              </a:xfrm>
              <a:custGeom>
                <a:avLst/>
                <a:gdLst>
                  <a:gd name="T0" fmla="*/ 162 w 594"/>
                  <a:gd name="T1" fmla="*/ 31 h 97"/>
                  <a:gd name="T2" fmla="*/ 240 w 594"/>
                  <a:gd name="T3" fmla="*/ 43 h 97"/>
                  <a:gd name="T4" fmla="*/ 324 w 594"/>
                  <a:gd name="T5" fmla="*/ 51 h 97"/>
                  <a:gd name="T6" fmla="*/ 594 w 594"/>
                  <a:gd name="T7" fmla="*/ 36 h 97"/>
                  <a:gd name="T8" fmla="*/ 390 w 594"/>
                  <a:gd name="T9" fmla="*/ 7 h 97"/>
                  <a:gd name="T10" fmla="*/ 228 w 594"/>
                  <a:gd name="T11" fmla="*/ 0 h 97"/>
                  <a:gd name="T12" fmla="*/ 36 w 594"/>
                  <a:gd name="T13" fmla="*/ 6 h 97"/>
                  <a:gd name="T14" fmla="*/ 0 w 594"/>
                  <a:gd name="T15" fmla="*/ 20 h 97"/>
                  <a:gd name="T16" fmla="*/ 54 w 594"/>
                  <a:gd name="T17" fmla="*/ 36 h 97"/>
                  <a:gd name="T18" fmla="*/ 72 w 594"/>
                  <a:gd name="T19" fmla="*/ 39 h 97"/>
                  <a:gd name="T20" fmla="*/ 162 w 594"/>
                  <a:gd name="T21" fmla="*/ 31 h 9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94"/>
                  <a:gd name="T34" fmla="*/ 0 h 97"/>
                  <a:gd name="T35" fmla="*/ 594 w 594"/>
                  <a:gd name="T36" fmla="*/ 97 h 9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94" h="97">
                    <a:moveTo>
                      <a:pt x="162" y="48"/>
                    </a:moveTo>
                    <a:cubicBezTo>
                      <a:pt x="208" y="57"/>
                      <a:pt x="182" y="52"/>
                      <a:pt x="240" y="66"/>
                    </a:cubicBezTo>
                    <a:cubicBezTo>
                      <a:pt x="267" y="73"/>
                      <a:pt x="324" y="78"/>
                      <a:pt x="324" y="78"/>
                    </a:cubicBezTo>
                    <a:cubicBezTo>
                      <a:pt x="351" y="77"/>
                      <a:pt x="529" y="97"/>
                      <a:pt x="594" y="54"/>
                    </a:cubicBezTo>
                    <a:cubicBezTo>
                      <a:pt x="526" y="31"/>
                      <a:pt x="462" y="18"/>
                      <a:pt x="390" y="12"/>
                    </a:cubicBezTo>
                    <a:cubicBezTo>
                      <a:pt x="336" y="8"/>
                      <a:pt x="228" y="0"/>
                      <a:pt x="228" y="0"/>
                    </a:cubicBezTo>
                    <a:cubicBezTo>
                      <a:pt x="164" y="2"/>
                      <a:pt x="100" y="3"/>
                      <a:pt x="36" y="6"/>
                    </a:cubicBezTo>
                    <a:cubicBezTo>
                      <a:pt x="2" y="8"/>
                      <a:pt x="8" y="6"/>
                      <a:pt x="0" y="30"/>
                    </a:cubicBezTo>
                    <a:cubicBezTo>
                      <a:pt x="29" y="49"/>
                      <a:pt x="11" y="40"/>
                      <a:pt x="54" y="54"/>
                    </a:cubicBezTo>
                    <a:cubicBezTo>
                      <a:pt x="60" y="56"/>
                      <a:pt x="72" y="60"/>
                      <a:pt x="72" y="60"/>
                    </a:cubicBezTo>
                    <a:cubicBezTo>
                      <a:pt x="178" y="54"/>
                      <a:pt x="204" y="69"/>
                      <a:pt x="162" y="48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82" name="Freeform 146"/>
              <p:cNvSpPr>
                <a:spLocks/>
              </p:cNvSpPr>
              <p:nvPr/>
            </p:nvSpPr>
            <p:spPr bwMode="auto">
              <a:xfrm rot="205950" flipH="1">
                <a:off x="3441" y="2805"/>
                <a:ext cx="741" cy="116"/>
              </a:xfrm>
              <a:custGeom>
                <a:avLst/>
                <a:gdLst>
                  <a:gd name="T0" fmla="*/ 93 w 741"/>
                  <a:gd name="T1" fmla="*/ 59 h 126"/>
                  <a:gd name="T2" fmla="*/ 711 w 741"/>
                  <a:gd name="T3" fmla="*/ 48 h 126"/>
                  <a:gd name="T4" fmla="*/ 675 w 741"/>
                  <a:gd name="T5" fmla="*/ 0 h 126"/>
                  <a:gd name="T6" fmla="*/ 309 w 741"/>
                  <a:gd name="T7" fmla="*/ 16 h 126"/>
                  <a:gd name="T8" fmla="*/ 45 w 741"/>
                  <a:gd name="T9" fmla="*/ 28 h 126"/>
                  <a:gd name="T10" fmla="*/ 9 w 741"/>
                  <a:gd name="T11" fmla="*/ 32 h 126"/>
                  <a:gd name="T12" fmla="*/ 9 w 741"/>
                  <a:gd name="T13" fmla="*/ 55 h 126"/>
                  <a:gd name="T14" fmla="*/ 93 w 741"/>
                  <a:gd name="T15" fmla="*/ 59 h 12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41"/>
                  <a:gd name="T25" fmla="*/ 0 h 126"/>
                  <a:gd name="T26" fmla="*/ 741 w 741"/>
                  <a:gd name="T27" fmla="*/ 126 h 12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41" h="126">
                    <a:moveTo>
                      <a:pt x="93" y="90"/>
                    </a:moveTo>
                    <a:cubicBezTo>
                      <a:pt x="695" y="78"/>
                      <a:pt x="495" y="126"/>
                      <a:pt x="711" y="72"/>
                    </a:cubicBezTo>
                    <a:cubicBezTo>
                      <a:pt x="741" y="27"/>
                      <a:pt x="724" y="12"/>
                      <a:pt x="675" y="0"/>
                    </a:cubicBezTo>
                    <a:cubicBezTo>
                      <a:pt x="552" y="5"/>
                      <a:pt x="432" y="15"/>
                      <a:pt x="309" y="24"/>
                    </a:cubicBezTo>
                    <a:cubicBezTo>
                      <a:pt x="217" y="42"/>
                      <a:pt x="152" y="39"/>
                      <a:pt x="45" y="42"/>
                    </a:cubicBezTo>
                    <a:cubicBezTo>
                      <a:pt x="33" y="44"/>
                      <a:pt x="20" y="42"/>
                      <a:pt x="9" y="48"/>
                    </a:cubicBezTo>
                    <a:cubicBezTo>
                      <a:pt x="0" y="53"/>
                      <a:pt x="2" y="79"/>
                      <a:pt x="9" y="84"/>
                    </a:cubicBezTo>
                    <a:cubicBezTo>
                      <a:pt x="37" y="104"/>
                      <a:pt x="62" y="94"/>
                      <a:pt x="93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83" name="Freeform 147"/>
              <p:cNvSpPr>
                <a:spLocks/>
              </p:cNvSpPr>
              <p:nvPr/>
            </p:nvSpPr>
            <p:spPr bwMode="auto">
              <a:xfrm rot="205950" flipH="1">
                <a:off x="2917" y="2816"/>
                <a:ext cx="744" cy="116"/>
              </a:xfrm>
              <a:custGeom>
                <a:avLst/>
                <a:gdLst>
                  <a:gd name="T0" fmla="*/ 36 w 744"/>
                  <a:gd name="T1" fmla="*/ 59 h 126"/>
                  <a:gd name="T2" fmla="*/ 108 w 744"/>
                  <a:gd name="T3" fmla="*/ 75 h 126"/>
                  <a:gd name="T4" fmla="*/ 192 w 744"/>
                  <a:gd name="T5" fmla="*/ 84 h 126"/>
                  <a:gd name="T6" fmla="*/ 462 w 744"/>
                  <a:gd name="T7" fmla="*/ 71 h 126"/>
                  <a:gd name="T8" fmla="*/ 708 w 744"/>
                  <a:gd name="T9" fmla="*/ 55 h 126"/>
                  <a:gd name="T10" fmla="*/ 630 w 744"/>
                  <a:gd name="T11" fmla="*/ 0 h 126"/>
                  <a:gd name="T12" fmla="*/ 360 w 744"/>
                  <a:gd name="T13" fmla="*/ 20 h 126"/>
                  <a:gd name="T14" fmla="*/ 36 w 744"/>
                  <a:gd name="T15" fmla="*/ 32 h 126"/>
                  <a:gd name="T16" fmla="*/ 36 w 744"/>
                  <a:gd name="T17" fmla="*/ 59 h 1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44"/>
                  <a:gd name="T28" fmla="*/ 0 h 126"/>
                  <a:gd name="T29" fmla="*/ 744 w 744"/>
                  <a:gd name="T30" fmla="*/ 126 h 12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44" h="126">
                    <a:moveTo>
                      <a:pt x="36" y="90"/>
                    </a:moveTo>
                    <a:cubicBezTo>
                      <a:pt x="60" y="98"/>
                      <a:pt x="84" y="106"/>
                      <a:pt x="108" y="114"/>
                    </a:cubicBezTo>
                    <a:cubicBezTo>
                      <a:pt x="135" y="123"/>
                      <a:pt x="192" y="126"/>
                      <a:pt x="192" y="126"/>
                    </a:cubicBezTo>
                    <a:cubicBezTo>
                      <a:pt x="333" y="122"/>
                      <a:pt x="362" y="117"/>
                      <a:pt x="462" y="108"/>
                    </a:cubicBezTo>
                    <a:cubicBezTo>
                      <a:pt x="540" y="101"/>
                      <a:pt x="629" y="104"/>
                      <a:pt x="708" y="84"/>
                    </a:cubicBezTo>
                    <a:cubicBezTo>
                      <a:pt x="744" y="30"/>
                      <a:pt x="670" y="7"/>
                      <a:pt x="630" y="0"/>
                    </a:cubicBezTo>
                    <a:cubicBezTo>
                      <a:pt x="539" y="9"/>
                      <a:pt x="451" y="21"/>
                      <a:pt x="360" y="30"/>
                    </a:cubicBezTo>
                    <a:cubicBezTo>
                      <a:pt x="252" y="41"/>
                      <a:pt x="144" y="36"/>
                      <a:pt x="36" y="48"/>
                    </a:cubicBezTo>
                    <a:cubicBezTo>
                      <a:pt x="5" y="58"/>
                      <a:pt x="0" y="90"/>
                      <a:pt x="36" y="90"/>
                    </a:cubicBezTo>
                    <a:close/>
                  </a:path>
                </a:pathLst>
              </a:custGeom>
              <a:solidFill>
                <a:srgbClr val="99FF99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376" name="Oval 148"/>
            <p:cNvSpPr>
              <a:spLocks noChangeArrowheads="1"/>
            </p:cNvSpPr>
            <p:nvPr/>
          </p:nvSpPr>
          <p:spPr bwMode="auto">
            <a:xfrm rot="205950" flipH="1">
              <a:off x="3694" y="2842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77" name="Oval 149"/>
            <p:cNvSpPr>
              <a:spLocks noChangeArrowheads="1"/>
            </p:cNvSpPr>
            <p:nvPr/>
          </p:nvSpPr>
          <p:spPr bwMode="auto">
            <a:xfrm rot="205950" flipH="1">
              <a:off x="3686" y="2914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78" name="Oval 150"/>
            <p:cNvSpPr>
              <a:spLocks noChangeArrowheads="1"/>
            </p:cNvSpPr>
            <p:nvPr/>
          </p:nvSpPr>
          <p:spPr bwMode="auto">
            <a:xfrm rot="205950" flipH="1">
              <a:off x="3195" y="2785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79" name="Oval 151"/>
            <p:cNvSpPr>
              <a:spLocks noChangeArrowheads="1"/>
            </p:cNvSpPr>
            <p:nvPr/>
          </p:nvSpPr>
          <p:spPr bwMode="auto">
            <a:xfrm rot="205950" flipH="1">
              <a:off x="3300" y="2890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17" name="Group 152"/>
          <p:cNvGrpSpPr>
            <a:grpSpLocks/>
          </p:cNvGrpSpPr>
          <p:nvPr>
            <p:custDataLst>
              <p:tags r:id="rId512"/>
            </p:custDataLst>
          </p:nvPr>
        </p:nvGrpSpPr>
        <p:grpSpPr bwMode="auto">
          <a:xfrm>
            <a:off x="3716338" y="5362575"/>
            <a:ext cx="1181100" cy="185738"/>
            <a:chOff x="2341" y="2879"/>
            <a:chExt cx="744" cy="117"/>
          </a:xfrm>
        </p:grpSpPr>
        <p:sp>
          <p:nvSpPr>
            <p:cNvPr id="22373" name="Freeform 153"/>
            <p:cNvSpPr>
              <a:spLocks/>
            </p:cNvSpPr>
            <p:nvPr/>
          </p:nvSpPr>
          <p:spPr bwMode="auto">
            <a:xfrm rot="108416">
              <a:off x="2341" y="2879"/>
              <a:ext cx="744" cy="117"/>
            </a:xfrm>
            <a:custGeom>
              <a:avLst/>
              <a:gdLst>
                <a:gd name="T0" fmla="*/ 36 w 744"/>
                <a:gd name="T1" fmla="*/ 62 h 126"/>
                <a:gd name="T2" fmla="*/ 108 w 744"/>
                <a:gd name="T3" fmla="*/ 79 h 126"/>
                <a:gd name="T4" fmla="*/ 192 w 744"/>
                <a:gd name="T5" fmla="*/ 87 h 126"/>
                <a:gd name="T6" fmla="*/ 462 w 744"/>
                <a:gd name="T7" fmla="*/ 74 h 126"/>
                <a:gd name="T8" fmla="*/ 708 w 744"/>
                <a:gd name="T9" fmla="*/ 58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3 h 126"/>
                <a:gd name="T16" fmla="*/ 36 w 744"/>
                <a:gd name="T17" fmla="*/ 62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74" name="Oval 154"/>
            <p:cNvSpPr>
              <a:spLocks noChangeArrowheads="1"/>
            </p:cNvSpPr>
            <p:nvPr/>
          </p:nvSpPr>
          <p:spPr bwMode="auto">
            <a:xfrm rot="108416">
              <a:off x="2542" y="2940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017" name="Oval 155"/>
          <p:cNvSpPr>
            <a:spLocks noChangeArrowheads="1"/>
          </p:cNvSpPr>
          <p:nvPr>
            <p:custDataLst>
              <p:tags r:id="rId513"/>
            </p:custDataLst>
          </p:nvPr>
        </p:nvSpPr>
        <p:spPr bwMode="auto">
          <a:xfrm rot="108416">
            <a:off x="7011988" y="4972050"/>
            <a:ext cx="193675" cy="42863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18" name="Group 156"/>
          <p:cNvGrpSpPr>
            <a:grpSpLocks/>
          </p:cNvGrpSpPr>
          <p:nvPr>
            <p:custDataLst>
              <p:tags r:id="rId514"/>
            </p:custDataLst>
          </p:nvPr>
        </p:nvGrpSpPr>
        <p:grpSpPr bwMode="auto">
          <a:xfrm>
            <a:off x="4816475" y="5400675"/>
            <a:ext cx="1181100" cy="184150"/>
            <a:chOff x="3034" y="2903"/>
            <a:chExt cx="744" cy="116"/>
          </a:xfrm>
        </p:grpSpPr>
        <p:sp>
          <p:nvSpPr>
            <p:cNvPr id="22371" name="Freeform 157"/>
            <p:cNvSpPr>
              <a:spLocks/>
            </p:cNvSpPr>
            <p:nvPr/>
          </p:nvSpPr>
          <p:spPr bwMode="auto">
            <a:xfrm rot="435797">
              <a:off x="3034" y="2903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72" name="Oval 158"/>
            <p:cNvSpPr>
              <a:spLocks noChangeArrowheads="1"/>
            </p:cNvSpPr>
            <p:nvPr/>
          </p:nvSpPr>
          <p:spPr bwMode="auto">
            <a:xfrm rot="435797">
              <a:off x="3233" y="2955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19" name="Group 159"/>
          <p:cNvGrpSpPr>
            <a:grpSpLocks/>
          </p:cNvGrpSpPr>
          <p:nvPr>
            <p:custDataLst>
              <p:tags r:id="rId515"/>
            </p:custDataLst>
          </p:nvPr>
        </p:nvGrpSpPr>
        <p:grpSpPr bwMode="auto">
          <a:xfrm>
            <a:off x="2687638" y="5338763"/>
            <a:ext cx="1181100" cy="184150"/>
            <a:chOff x="1693" y="2864"/>
            <a:chExt cx="744" cy="116"/>
          </a:xfrm>
        </p:grpSpPr>
        <p:sp>
          <p:nvSpPr>
            <p:cNvPr id="22369" name="Freeform 160"/>
            <p:cNvSpPr>
              <a:spLocks/>
            </p:cNvSpPr>
            <p:nvPr/>
          </p:nvSpPr>
          <p:spPr bwMode="auto">
            <a:xfrm rot="435797">
              <a:off x="1693" y="2864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70" name="Oval 161"/>
            <p:cNvSpPr>
              <a:spLocks noChangeArrowheads="1"/>
            </p:cNvSpPr>
            <p:nvPr/>
          </p:nvSpPr>
          <p:spPr bwMode="auto">
            <a:xfrm rot="435797">
              <a:off x="1892" y="2916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33" name="Group 162"/>
          <p:cNvGrpSpPr>
            <a:grpSpLocks/>
          </p:cNvGrpSpPr>
          <p:nvPr>
            <p:custDataLst>
              <p:tags r:id="rId516"/>
            </p:custDataLst>
          </p:nvPr>
        </p:nvGrpSpPr>
        <p:grpSpPr bwMode="auto">
          <a:xfrm>
            <a:off x="6707188" y="4999038"/>
            <a:ext cx="973137" cy="139700"/>
            <a:chOff x="4225" y="2650"/>
            <a:chExt cx="613" cy="88"/>
          </a:xfrm>
        </p:grpSpPr>
        <p:sp>
          <p:nvSpPr>
            <p:cNvPr id="22367" name="Freeform 163"/>
            <p:cNvSpPr>
              <a:spLocks/>
            </p:cNvSpPr>
            <p:nvPr/>
          </p:nvSpPr>
          <p:spPr bwMode="auto">
            <a:xfrm rot="435797">
              <a:off x="4225" y="2650"/>
              <a:ext cx="613" cy="88"/>
            </a:xfrm>
            <a:custGeom>
              <a:avLst/>
              <a:gdLst>
                <a:gd name="T0" fmla="*/ 14 w 744"/>
                <a:gd name="T1" fmla="*/ 15 h 126"/>
                <a:gd name="T2" fmla="*/ 40 w 744"/>
                <a:gd name="T3" fmla="*/ 19 h 126"/>
                <a:gd name="T4" fmla="*/ 73 w 744"/>
                <a:gd name="T5" fmla="*/ 21 h 126"/>
                <a:gd name="T6" fmla="*/ 175 w 744"/>
                <a:gd name="T7" fmla="*/ 17 h 126"/>
                <a:gd name="T8" fmla="*/ 268 w 744"/>
                <a:gd name="T9" fmla="*/ 14 h 126"/>
                <a:gd name="T10" fmla="*/ 240 w 744"/>
                <a:gd name="T11" fmla="*/ 0 h 126"/>
                <a:gd name="T12" fmla="*/ 137 w 744"/>
                <a:gd name="T13" fmla="*/ 5 h 126"/>
                <a:gd name="T14" fmla="*/ 14 w 744"/>
                <a:gd name="T15" fmla="*/ 8 h 126"/>
                <a:gd name="T16" fmla="*/ 14 w 744"/>
                <a:gd name="T17" fmla="*/ 15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68" name="Oval 164"/>
            <p:cNvSpPr>
              <a:spLocks noChangeArrowheads="1"/>
            </p:cNvSpPr>
            <p:nvPr/>
          </p:nvSpPr>
          <p:spPr bwMode="auto">
            <a:xfrm rot="435797">
              <a:off x="4466" y="2687"/>
              <a:ext cx="159" cy="27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34" name="Group 165"/>
          <p:cNvGrpSpPr>
            <a:grpSpLocks/>
          </p:cNvGrpSpPr>
          <p:nvPr>
            <p:custDataLst>
              <p:tags r:id="rId517"/>
            </p:custDataLst>
          </p:nvPr>
        </p:nvGrpSpPr>
        <p:grpSpPr bwMode="auto">
          <a:xfrm>
            <a:off x="2692400" y="5638800"/>
            <a:ext cx="1181100" cy="184150"/>
            <a:chOff x="1696" y="3053"/>
            <a:chExt cx="744" cy="116"/>
          </a:xfrm>
        </p:grpSpPr>
        <p:sp>
          <p:nvSpPr>
            <p:cNvPr id="22365" name="Freeform 166"/>
            <p:cNvSpPr>
              <a:spLocks/>
            </p:cNvSpPr>
            <p:nvPr/>
          </p:nvSpPr>
          <p:spPr bwMode="auto">
            <a:xfrm rot="-31921">
              <a:off x="1696" y="3053"/>
              <a:ext cx="744" cy="116"/>
            </a:xfrm>
            <a:custGeom>
              <a:avLst/>
              <a:gdLst>
                <a:gd name="T0" fmla="*/ 36 w 744"/>
                <a:gd name="T1" fmla="*/ 59 h 126"/>
                <a:gd name="T2" fmla="*/ 108 w 744"/>
                <a:gd name="T3" fmla="*/ 75 h 126"/>
                <a:gd name="T4" fmla="*/ 192 w 744"/>
                <a:gd name="T5" fmla="*/ 84 h 126"/>
                <a:gd name="T6" fmla="*/ 462 w 744"/>
                <a:gd name="T7" fmla="*/ 71 h 126"/>
                <a:gd name="T8" fmla="*/ 708 w 744"/>
                <a:gd name="T9" fmla="*/ 55 h 126"/>
                <a:gd name="T10" fmla="*/ 630 w 744"/>
                <a:gd name="T11" fmla="*/ 0 h 126"/>
                <a:gd name="T12" fmla="*/ 360 w 744"/>
                <a:gd name="T13" fmla="*/ 20 h 126"/>
                <a:gd name="T14" fmla="*/ 36 w 744"/>
                <a:gd name="T15" fmla="*/ 32 h 126"/>
                <a:gd name="T16" fmla="*/ 36 w 744"/>
                <a:gd name="T17" fmla="*/ 59 h 1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44"/>
                <a:gd name="T28" fmla="*/ 0 h 126"/>
                <a:gd name="T29" fmla="*/ 744 w 744"/>
                <a:gd name="T30" fmla="*/ 126 h 12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44" h="126">
                  <a:moveTo>
                    <a:pt x="36" y="90"/>
                  </a:moveTo>
                  <a:cubicBezTo>
                    <a:pt x="60" y="98"/>
                    <a:pt x="84" y="106"/>
                    <a:pt x="108" y="114"/>
                  </a:cubicBezTo>
                  <a:cubicBezTo>
                    <a:pt x="135" y="123"/>
                    <a:pt x="192" y="126"/>
                    <a:pt x="192" y="126"/>
                  </a:cubicBezTo>
                  <a:cubicBezTo>
                    <a:pt x="333" y="122"/>
                    <a:pt x="362" y="117"/>
                    <a:pt x="462" y="108"/>
                  </a:cubicBezTo>
                  <a:cubicBezTo>
                    <a:pt x="540" y="101"/>
                    <a:pt x="629" y="104"/>
                    <a:pt x="708" y="84"/>
                  </a:cubicBezTo>
                  <a:cubicBezTo>
                    <a:pt x="744" y="30"/>
                    <a:pt x="670" y="7"/>
                    <a:pt x="630" y="0"/>
                  </a:cubicBezTo>
                  <a:cubicBezTo>
                    <a:pt x="539" y="9"/>
                    <a:pt x="451" y="21"/>
                    <a:pt x="360" y="30"/>
                  </a:cubicBezTo>
                  <a:cubicBezTo>
                    <a:pt x="252" y="41"/>
                    <a:pt x="144" y="36"/>
                    <a:pt x="36" y="48"/>
                  </a:cubicBezTo>
                  <a:cubicBezTo>
                    <a:pt x="5" y="58"/>
                    <a:pt x="0" y="90"/>
                    <a:pt x="36" y="90"/>
                  </a:cubicBezTo>
                  <a:close/>
                </a:path>
              </a:pathLst>
            </a:custGeom>
            <a:solidFill>
              <a:srgbClr val="99FF99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66" name="Oval 167"/>
            <p:cNvSpPr>
              <a:spLocks noChangeArrowheads="1"/>
            </p:cNvSpPr>
            <p:nvPr/>
          </p:nvSpPr>
          <p:spPr bwMode="auto">
            <a:xfrm rot="-31921">
              <a:off x="1897" y="3117"/>
              <a:ext cx="159" cy="25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022" name="AutoShape 193"/>
          <p:cNvSpPr>
            <a:spLocks/>
          </p:cNvSpPr>
          <p:nvPr>
            <p:custDataLst>
              <p:tags r:id="rId518"/>
            </p:custDataLst>
          </p:nvPr>
        </p:nvSpPr>
        <p:spPr bwMode="auto">
          <a:xfrm>
            <a:off x="1233488" y="4926013"/>
            <a:ext cx="355600" cy="1495425"/>
          </a:xfrm>
          <a:prstGeom prst="leftBrace">
            <a:avLst>
              <a:gd name="adj1" fmla="val 3504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23" name="Freeform 213"/>
          <p:cNvSpPr>
            <a:spLocks/>
          </p:cNvSpPr>
          <p:nvPr>
            <p:custDataLst>
              <p:tags r:id="rId519"/>
            </p:custDataLst>
          </p:nvPr>
        </p:nvSpPr>
        <p:spPr bwMode="auto">
          <a:xfrm>
            <a:off x="7456488" y="4649788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24" name="Oval 214"/>
          <p:cNvSpPr>
            <a:spLocks noChangeArrowheads="1"/>
          </p:cNvSpPr>
          <p:nvPr>
            <p:custDataLst>
              <p:tags r:id="rId520"/>
            </p:custDataLst>
          </p:nvPr>
        </p:nvSpPr>
        <p:spPr bwMode="auto">
          <a:xfrm>
            <a:off x="7515225" y="4730750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35" name="Group 215"/>
          <p:cNvGrpSpPr>
            <a:grpSpLocks/>
          </p:cNvGrpSpPr>
          <p:nvPr>
            <p:custDataLst>
              <p:tags r:id="rId521"/>
            </p:custDataLst>
          </p:nvPr>
        </p:nvGrpSpPr>
        <p:grpSpPr bwMode="auto">
          <a:xfrm>
            <a:off x="1509713" y="4806950"/>
            <a:ext cx="6115050" cy="134938"/>
            <a:chOff x="951" y="2529"/>
            <a:chExt cx="3852" cy="85"/>
          </a:xfrm>
        </p:grpSpPr>
        <p:sp>
          <p:nvSpPr>
            <p:cNvPr id="22363" name="Freeform 216"/>
            <p:cNvSpPr>
              <a:spLocks/>
            </p:cNvSpPr>
            <p:nvPr/>
          </p:nvSpPr>
          <p:spPr bwMode="auto">
            <a:xfrm>
              <a:off x="951" y="2544"/>
              <a:ext cx="1986" cy="63"/>
            </a:xfrm>
            <a:custGeom>
              <a:avLst/>
              <a:gdLst>
                <a:gd name="T0" fmla="*/ 0 w 1980"/>
                <a:gd name="T1" fmla="*/ 54 h 63"/>
                <a:gd name="T2" fmla="*/ 129 w 1980"/>
                <a:gd name="T3" fmla="*/ 51 h 63"/>
                <a:gd name="T4" fmla="*/ 514 w 1980"/>
                <a:gd name="T5" fmla="*/ 54 h 63"/>
                <a:gd name="T6" fmla="*/ 643 w 1980"/>
                <a:gd name="T7" fmla="*/ 42 h 63"/>
                <a:gd name="T8" fmla="*/ 742 w 1980"/>
                <a:gd name="T9" fmla="*/ 18 h 63"/>
                <a:gd name="T10" fmla="*/ 1068 w 1980"/>
                <a:gd name="T11" fmla="*/ 39 h 63"/>
                <a:gd name="T12" fmla="*/ 1403 w 1980"/>
                <a:gd name="T13" fmla="*/ 21 h 63"/>
                <a:gd name="T14" fmla="*/ 1953 w 1980"/>
                <a:gd name="T15" fmla="*/ 18 h 63"/>
                <a:gd name="T16" fmla="*/ 2010 w 1980"/>
                <a:gd name="T17" fmla="*/ 0 h 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80"/>
                <a:gd name="T28" fmla="*/ 0 h 63"/>
                <a:gd name="T29" fmla="*/ 1980 w 1980"/>
                <a:gd name="T30" fmla="*/ 63 h 6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80" h="63">
                  <a:moveTo>
                    <a:pt x="0" y="54"/>
                  </a:moveTo>
                  <a:cubicBezTo>
                    <a:pt x="26" y="63"/>
                    <a:pt x="114" y="52"/>
                    <a:pt x="129" y="51"/>
                  </a:cubicBezTo>
                  <a:cubicBezTo>
                    <a:pt x="257" y="62"/>
                    <a:pt x="366" y="55"/>
                    <a:pt x="504" y="54"/>
                  </a:cubicBezTo>
                  <a:cubicBezTo>
                    <a:pt x="547" y="51"/>
                    <a:pt x="590" y="46"/>
                    <a:pt x="633" y="42"/>
                  </a:cubicBezTo>
                  <a:cubicBezTo>
                    <a:pt x="666" y="31"/>
                    <a:pt x="698" y="23"/>
                    <a:pt x="732" y="18"/>
                  </a:cubicBezTo>
                  <a:cubicBezTo>
                    <a:pt x="839" y="23"/>
                    <a:pt x="946" y="33"/>
                    <a:pt x="1053" y="39"/>
                  </a:cubicBezTo>
                  <a:cubicBezTo>
                    <a:pt x="1163" y="36"/>
                    <a:pt x="1273" y="26"/>
                    <a:pt x="1383" y="21"/>
                  </a:cubicBezTo>
                  <a:cubicBezTo>
                    <a:pt x="1562" y="29"/>
                    <a:pt x="1744" y="20"/>
                    <a:pt x="1923" y="18"/>
                  </a:cubicBezTo>
                  <a:cubicBezTo>
                    <a:pt x="1939" y="13"/>
                    <a:pt x="1963" y="0"/>
                    <a:pt x="1980" y="0"/>
                  </a:cubicBezTo>
                </a:path>
              </a:pathLst>
            </a:custGeom>
            <a:solidFill>
              <a:srgbClr val="99FF99"/>
            </a:solidFill>
            <a:ln w="698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64" name="Freeform 217"/>
            <p:cNvSpPr>
              <a:spLocks/>
            </p:cNvSpPr>
            <p:nvPr/>
          </p:nvSpPr>
          <p:spPr bwMode="auto">
            <a:xfrm>
              <a:off x="2928" y="2529"/>
              <a:ext cx="1875" cy="85"/>
            </a:xfrm>
            <a:custGeom>
              <a:avLst/>
              <a:gdLst>
                <a:gd name="T0" fmla="*/ 0 w 1869"/>
                <a:gd name="T1" fmla="*/ 24 h 85"/>
                <a:gd name="T2" fmla="*/ 278 w 1869"/>
                <a:gd name="T3" fmla="*/ 0 h 85"/>
                <a:gd name="T4" fmla="*/ 556 w 1869"/>
                <a:gd name="T5" fmla="*/ 15 h 85"/>
                <a:gd name="T6" fmla="*/ 742 w 1869"/>
                <a:gd name="T7" fmla="*/ 24 h 85"/>
                <a:gd name="T8" fmla="*/ 930 w 1869"/>
                <a:gd name="T9" fmla="*/ 33 h 85"/>
                <a:gd name="T10" fmla="*/ 1163 w 1869"/>
                <a:gd name="T11" fmla="*/ 51 h 85"/>
                <a:gd name="T12" fmla="*/ 1447 w 1869"/>
                <a:gd name="T13" fmla="*/ 63 h 85"/>
                <a:gd name="T14" fmla="*/ 1531 w 1869"/>
                <a:gd name="T15" fmla="*/ 72 h 85"/>
                <a:gd name="T16" fmla="*/ 1842 w 1869"/>
                <a:gd name="T17" fmla="*/ 69 h 85"/>
                <a:gd name="T18" fmla="*/ 1899 w 1869"/>
                <a:gd name="T19" fmla="*/ 7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69"/>
                <a:gd name="T31" fmla="*/ 0 h 85"/>
                <a:gd name="T32" fmla="*/ 1869 w 1869"/>
                <a:gd name="T33" fmla="*/ 85 h 8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69" h="85">
                  <a:moveTo>
                    <a:pt x="0" y="24"/>
                  </a:moveTo>
                  <a:cubicBezTo>
                    <a:pt x="90" y="9"/>
                    <a:pt x="182" y="8"/>
                    <a:pt x="273" y="0"/>
                  </a:cubicBezTo>
                  <a:cubicBezTo>
                    <a:pt x="370" y="2"/>
                    <a:pt x="453" y="5"/>
                    <a:pt x="546" y="15"/>
                  </a:cubicBezTo>
                  <a:cubicBezTo>
                    <a:pt x="602" y="29"/>
                    <a:pt x="687" y="23"/>
                    <a:pt x="732" y="24"/>
                  </a:cubicBezTo>
                  <a:cubicBezTo>
                    <a:pt x="793" y="28"/>
                    <a:pt x="853" y="31"/>
                    <a:pt x="915" y="33"/>
                  </a:cubicBezTo>
                  <a:cubicBezTo>
                    <a:pt x="991" y="41"/>
                    <a:pt x="1067" y="48"/>
                    <a:pt x="1143" y="51"/>
                  </a:cubicBezTo>
                  <a:cubicBezTo>
                    <a:pt x="1235" y="62"/>
                    <a:pt x="1329" y="59"/>
                    <a:pt x="1422" y="63"/>
                  </a:cubicBezTo>
                  <a:cubicBezTo>
                    <a:pt x="1450" y="66"/>
                    <a:pt x="1478" y="66"/>
                    <a:pt x="1506" y="72"/>
                  </a:cubicBezTo>
                  <a:cubicBezTo>
                    <a:pt x="1611" y="68"/>
                    <a:pt x="1705" y="67"/>
                    <a:pt x="1812" y="69"/>
                  </a:cubicBezTo>
                  <a:cubicBezTo>
                    <a:pt x="1824" y="71"/>
                    <a:pt x="1862" y="85"/>
                    <a:pt x="1869" y="78"/>
                  </a:cubicBezTo>
                </a:path>
              </a:pathLst>
            </a:custGeom>
            <a:solidFill>
              <a:srgbClr val="99FF99"/>
            </a:solidFill>
            <a:ln w="698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842" name="Group 224"/>
          <p:cNvGrpSpPr>
            <a:grpSpLocks/>
          </p:cNvGrpSpPr>
          <p:nvPr>
            <p:custDataLst>
              <p:tags r:id="rId522"/>
            </p:custDataLst>
          </p:nvPr>
        </p:nvGrpSpPr>
        <p:grpSpPr bwMode="auto">
          <a:xfrm rot="319107">
            <a:off x="5224463" y="1979613"/>
            <a:ext cx="1422400" cy="254000"/>
            <a:chOff x="2531" y="996"/>
            <a:chExt cx="896" cy="160"/>
          </a:xfrm>
        </p:grpSpPr>
        <p:sp>
          <p:nvSpPr>
            <p:cNvPr id="22360" name="Freeform 225"/>
            <p:cNvSpPr>
              <a:spLocks/>
            </p:cNvSpPr>
            <p:nvPr/>
          </p:nvSpPr>
          <p:spPr bwMode="auto">
            <a:xfrm rot="341754">
              <a:off x="2817" y="996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61" name="Freeform 226"/>
            <p:cNvSpPr>
              <a:spLocks/>
            </p:cNvSpPr>
            <p:nvPr/>
          </p:nvSpPr>
          <p:spPr bwMode="auto">
            <a:xfrm rot="341754">
              <a:off x="2531" y="1011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62" name="Freeform 227"/>
            <p:cNvSpPr>
              <a:spLocks/>
            </p:cNvSpPr>
            <p:nvPr/>
          </p:nvSpPr>
          <p:spPr bwMode="auto">
            <a:xfrm rot="718513">
              <a:off x="2979" y="1042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546" name="Group 228"/>
          <p:cNvGrpSpPr>
            <a:grpSpLocks/>
          </p:cNvGrpSpPr>
          <p:nvPr>
            <p:custDataLst>
              <p:tags r:id="rId523"/>
            </p:custDataLst>
          </p:nvPr>
        </p:nvGrpSpPr>
        <p:grpSpPr bwMode="auto">
          <a:xfrm rot="508179">
            <a:off x="5478463" y="2170113"/>
            <a:ext cx="1422400" cy="254000"/>
            <a:chOff x="2531" y="996"/>
            <a:chExt cx="896" cy="160"/>
          </a:xfrm>
        </p:grpSpPr>
        <p:sp>
          <p:nvSpPr>
            <p:cNvPr id="22357" name="Freeform 229"/>
            <p:cNvSpPr>
              <a:spLocks/>
            </p:cNvSpPr>
            <p:nvPr/>
          </p:nvSpPr>
          <p:spPr bwMode="auto">
            <a:xfrm rot="341754">
              <a:off x="2817" y="996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58" name="Freeform 230"/>
            <p:cNvSpPr>
              <a:spLocks/>
            </p:cNvSpPr>
            <p:nvPr/>
          </p:nvSpPr>
          <p:spPr bwMode="auto">
            <a:xfrm rot="341754">
              <a:off x="2531" y="1011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59" name="Freeform 231"/>
            <p:cNvSpPr>
              <a:spLocks/>
            </p:cNvSpPr>
            <p:nvPr/>
          </p:nvSpPr>
          <p:spPr bwMode="auto">
            <a:xfrm rot="718513">
              <a:off x="2979" y="1042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547" name="Group 232"/>
          <p:cNvGrpSpPr>
            <a:grpSpLocks/>
          </p:cNvGrpSpPr>
          <p:nvPr>
            <p:custDataLst>
              <p:tags r:id="rId524"/>
            </p:custDataLst>
          </p:nvPr>
        </p:nvGrpSpPr>
        <p:grpSpPr bwMode="auto">
          <a:xfrm rot="-1123063">
            <a:off x="2913063" y="2043113"/>
            <a:ext cx="1422400" cy="254000"/>
            <a:chOff x="2531" y="996"/>
            <a:chExt cx="896" cy="160"/>
          </a:xfrm>
        </p:grpSpPr>
        <p:sp>
          <p:nvSpPr>
            <p:cNvPr id="22354" name="Freeform 233"/>
            <p:cNvSpPr>
              <a:spLocks/>
            </p:cNvSpPr>
            <p:nvPr/>
          </p:nvSpPr>
          <p:spPr bwMode="auto">
            <a:xfrm rot="341754">
              <a:off x="2817" y="996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55" name="Freeform 234"/>
            <p:cNvSpPr>
              <a:spLocks/>
            </p:cNvSpPr>
            <p:nvPr/>
          </p:nvSpPr>
          <p:spPr bwMode="auto">
            <a:xfrm rot="341754">
              <a:off x="2531" y="1011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56" name="Freeform 235"/>
            <p:cNvSpPr>
              <a:spLocks/>
            </p:cNvSpPr>
            <p:nvPr/>
          </p:nvSpPr>
          <p:spPr bwMode="auto">
            <a:xfrm rot="718513">
              <a:off x="2979" y="1042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548" name="Group 236"/>
          <p:cNvGrpSpPr>
            <a:grpSpLocks/>
          </p:cNvGrpSpPr>
          <p:nvPr>
            <p:custDataLst>
              <p:tags r:id="rId525"/>
            </p:custDataLst>
          </p:nvPr>
        </p:nvGrpSpPr>
        <p:grpSpPr bwMode="auto">
          <a:xfrm rot="-1123063">
            <a:off x="2900363" y="1966913"/>
            <a:ext cx="1422400" cy="254000"/>
            <a:chOff x="2531" y="996"/>
            <a:chExt cx="896" cy="160"/>
          </a:xfrm>
        </p:grpSpPr>
        <p:sp>
          <p:nvSpPr>
            <p:cNvPr id="22351" name="Freeform 237"/>
            <p:cNvSpPr>
              <a:spLocks/>
            </p:cNvSpPr>
            <p:nvPr/>
          </p:nvSpPr>
          <p:spPr bwMode="auto">
            <a:xfrm rot="341754">
              <a:off x="2817" y="996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52" name="Freeform 238"/>
            <p:cNvSpPr>
              <a:spLocks/>
            </p:cNvSpPr>
            <p:nvPr/>
          </p:nvSpPr>
          <p:spPr bwMode="auto">
            <a:xfrm rot="341754">
              <a:off x="2531" y="1011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53" name="Freeform 239"/>
            <p:cNvSpPr>
              <a:spLocks/>
            </p:cNvSpPr>
            <p:nvPr/>
          </p:nvSpPr>
          <p:spPr bwMode="auto">
            <a:xfrm rot="718513">
              <a:off x="2979" y="1042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549" name="Group 240"/>
          <p:cNvGrpSpPr>
            <a:grpSpLocks/>
          </p:cNvGrpSpPr>
          <p:nvPr>
            <p:custDataLst>
              <p:tags r:id="rId526"/>
            </p:custDataLst>
          </p:nvPr>
        </p:nvGrpSpPr>
        <p:grpSpPr bwMode="auto">
          <a:xfrm rot="-1123063">
            <a:off x="3014663" y="1814513"/>
            <a:ext cx="1422400" cy="254000"/>
            <a:chOff x="2531" y="996"/>
            <a:chExt cx="896" cy="160"/>
          </a:xfrm>
        </p:grpSpPr>
        <p:sp>
          <p:nvSpPr>
            <p:cNvPr id="22348" name="Freeform 241"/>
            <p:cNvSpPr>
              <a:spLocks/>
            </p:cNvSpPr>
            <p:nvPr/>
          </p:nvSpPr>
          <p:spPr bwMode="auto">
            <a:xfrm rot="341754">
              <a:off x="2817" y="996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49" name="Freeform 242"/>
            <p:cNvSpPr>
              <a:spLocks/>
            </p:cNvSpPr>
            <p:nvPr/>
          </p:nvSpPr>
          <p:spPr bwMode="auto">
            <a:xfrm rot="341754">
              <a:off x="2531" y="1011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50" name="Freeform 243"/>
            <p:cNvSpPr>
              <a:spLocks/>
            </p:cNvSpPr>
            <p:nvPr/>
          </p:nvSpPr>
          <p:spPr bwMode="auto">
            <a:xfrm rot="718513">
              <a:off x="2979" y="1042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031" name="Freeform 244"/>
          <p:cNvSpPr>
            <a:spLocks/>
          </p:cNvSpPr>
          <p:nvPr>
            <p:custDataLst>
              <p:tags r:id="rId527"/>
            </p:custDataLst>
          </p:nvPr>
        </p:nvSpPr>
        <p:spPr bwMode="auto">
          <a:xfrm>
            <a:off x="5030788" y="1865313"/>
            <a:ext cx="763587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32" name="Freeform 245"/>
          <p:cNvSpPr>
            <a:spLocks/>
          </p:cNvSpPr>
          <p:nvPr>
            <p:custDataLst>
              <p:tags r:id="rId528"/>
            </p:custDataLst>
          </p:nvPr>
        </p:nvSpPr>
        <p:spPr bwMode="auto">
          <a:xfrm rot="-1889129">
            <a:off x="2503488" y="2271713"/>
            <a:ext cx="763587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33" name="Freeform 246"/>
          <p:cNvSpPr>
            <a:spLocks/>
          </p:cNvSpPr>
          <p:nvPr>
            <p:custDataLst>
              <p:tags r:id="rId529"/>
            </p:custDataLst>
          </p:nvPr>
        </p:nvSpPr>
        <p:spPr bwMode="auto">
          <a:xfrm rot="-563552">
            <a:off x="2465388" y="2347913"/>
            <a:ext cx="763587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34" name="Freeform 247"/>
          <p:cNvSpPr>
            <a:spLocks/>
          </p:cNvSpPr>
          <p:nvPr>
            <p:custDataLst>
              <p:tags r:id="rId530"/>
            </p:custDataLst>
          </p:nvPr>
        </p:nvSpPr>
        <p:spPr bwMode="auto">
          <a:xfrm rot="356318">
            <a:off x="4649788" y="1636713"/>
            <a:ext cx="763587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1550" name="Group 248"/>
          <p:cNvGrpSpPr>
            <a:grpSpLocks/>
          </p:cNvGrpSpPr>
          <p:nvPr>
            <p:custDataLst>
              <p:tags r:id="rId531"/>
            </p:custDataLst>
          </p:nvPr>
        </p:nvGrpSpPr>
        <p:grpSpPr bwMode="auto">
          <a:xfrm rot="1351360">
            <a:off x="5126038" y="1778000"/>
            <a:ext cx="1422400" cy="228600"/>
            <a:chOff x="1141" y="1021"/>
            <a:chExt cx="896" cy="144"/>
          </a:xfrm>
        </p:grpSpPr>
        <p:sp>
          <p:nvSpPr>
            <p:cNvPr id="22345" name="Freeform 249"/>
            <p:cNvSpPr>
              <a:spLocks/>
            </p:cNvSpPr>
            <p:nvPr/>
          </p:nvSpPr>
          <p:spPr bwMode="auto">
            <a:xfrm rot="-414588">
              <a:off x="1417" y="1021"/>
              <a:ext cx="384" cy="66"/>
            </a:xfrm>
            <a:custGeom>
              <a:avLst/>
              <a:gdLst>
                <a:gd name="T0" fmla="*/ 156 w 384"/>
                <a:gd name="T1" fmla="*/ 250 h 42"/>
                <a:gd name="T2" fmla="*/ 336 w 384"/>
                <a:gd name="T3" fmla="*/ 306 h 42"/>
                <a:gd name="T4" fmla="*/ 360 w 384"/>
                <a:gd name="T5" fmla="*/ 250 h 42"/>
                <a:gd name="T6" fmla="*/ 378 w 384"/>
                <a:gd name="T7" fmla="*/ 190 h 42"/>
                <a:gd name="T8" fmla="*/ 186 w 384"/>
                <a:gd name="T9" fmla="*/ 20 h 42"/>
                <a:gd name="T10" fmla="*/ 6 w 384"/>
                <a:gd name="T11" fmla="*/ 77 h 42"/>
                <a:gd name="T12" fmla="*/ 12 w 384"/>
                <a:gd name="T13" fmla="*/ 250 h 42"/>
                <a:gd name="T14" fmla="*/ 60 w 384"/>
                <a:gd name="T15" fmla="*/ 306 h 42"/>
                <a:gd name="T16" fmla="*/ 156 w 384"/>
                <a:gd name="T17" fmla="*/ 25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"/>
                <a:gd name="T28" fmla="*/ 0 h 42"/>
                <a:gd name="T29" fmla="*/ 384 w 384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" h="42">
                  <a:moveTo>
                    <a:pt x="156" y="26"/>
                  </a:moveTo>
                  <a:cubicBezTo>
                    <a:pt x="218" y="42"/>
                    <a:pt x="271" y="36"/>
                    <a:pt x="336" y="32"/>
                  </a:cubicBezTo>
                  <a:cubicBezTo>
                    <a:pt x="344" y="30"/>
                    <a:pt x="352" y="28"/>
                    <a:pt x="360" y="26"/>
                  </a:cubicBezTo>
                  <a:cubicBezTo>
                    <a:pt x="366" y="24"/>
                    <a:pt x="384" y="22"/>
                    <a:pt x="378" y="20"/>
                  </a:cubicBezTo>
                  <a:cubicBezTo>
                    <a:pt x="332" y="5"/>
                    <a:pt x="222" y="4"/>
                    <a:pt x="186" y="2"/>
                  </a:cubicBezTo>
                  <a:cubicBezTo>
                    <a:pt x="126" y="4"/>
                    <a:pt x="65" y="0"/>
                    <a:pt x="6" y="8"/>
                  </a:cubicBezTo>
                  <a:cubicBezTo>
                    <a:pt x="0" y="9"/>
                    <a:pt x="6" y="23"/>
                    <a:pt x="12" y="26"/>
                  </a:cubicBezTo>
                  <a:cubicBezTo>
                    <a:pt x="27" y="33"/>
                    <a:pt x="44" y="30"/>
                    <a:pt x="60" y="32"/>
                  </a:cubicBezTo>
                  <a:cubicBezTo>
                    <a:pt x="164" y="26"/>
                    <a:pt x="196" y="26"/>
                    <a:pt x="156" y="26"/>
                  </a:cubicBez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46" name="Freeform 250"/>
            <p:cNvSpPr>
              <a:spLocks/>
            </p:cNvSpPr>
            <p:nvPr/>
          </p:nvSpPr>
          <p:spPr bwMode="auto">
            <a:xfrm rot="-414588">
              <a:off x="1141" y="1087"/>
              <a:ext cx="481" cy="78"/>
            </a:xfrm>
            <a:custGeom>
              <a:avLst/>
              <a:gdLst>
                <a:gd name="T0" fmla="*/ 145 w 481"/>
                <a:gd name="T1" fmla="*/ 60 h 78"/>
                <a:gd name="T2" fmla="*/ 319 w 481"/>
                <a:gd name="T3" fmla="*/ 78 h 78"/>
                <a:gd name="T4" fmla="*/ 481 w 481"/>
                <a:gd name="T5" fmla="*/ 60 h 78"/>
                <a:gd name="T6" fmla="*/ 409 w 481"/>
                <a:gd name="T7" fmla="*/ 24 h 78"/>
                <a:gd name="T8" fmla="*/ 235 w 481"/>
                <a:gd name="T9" fmla="*/ 0 h 78"/>
                <a:gd name="T10" fmla="*/ 61 w 481"/>
                <a:gd name="T11" fmla="*/ 18 h 78"/>
                <a:gd name="T12" fmla="*/ 43 w 481"/>
                <a:gd name="T13" fmla="*/ 24 h 78"/>
                <a:gd name="T14" fmla="*/ 97 w 481"/>
                <a:gd name="T15" fmla="*/ 72 h 78"/>
                <a:gd name="T16" fmla="*/ 181 w 481"/>
                <a:gd name="T17" fmla="*/ 6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81"/>
                <a:gd name="T28" fmla="*/ 0 h 78"/>
                <a:gd name="T29" fmla="*/ 481 w 481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81" h="78">
                  <a:moveTo>
                    <a:pt x="145" y="60"/>
                  </a:moveTo>
                  <a:cubicBezTo>
                    <a:pt x="203" y="66"/>
                    <a:pt x="262" y="67"/>
                    <a:pt x="319" y="78"/>
                  </a:cubicBezTo>
                  <a:cubicBezTo>
                    <a:pt x="409" y="74"/>
                    <a:pt x="418" y="76"/>
                    <a:pt x="481" y="60"/>
                  </a:cubicBezTo>
                  <a:cubicBezTo>
                    <a:pt x="471" y="21"/>
                    <a:pt x="448" y="30"/>
                    <a:pt x="409" y="24"/>
                  </a:cubicBezTo>
                  <a:cubicBezTo>
                    <a:pt x="351" y="14"/>
                    <a:pt x="293" y="10"/>
                    <a:pt x="235" y="0"/>
                  </a:cubicBezTo>
                  <a:cubicBezTo>
                    <a:pt x="174" y="4"/>
                    <a:pt x="120" y="10"/>
                    <a:pt x="61" y="18"/>
                  </a:cubicBezTo>
                  <a:cubicBezTo>
                    <a:pt x="55" y="20"/>
                    <a:pt x="48" y="20"/>
                    <a:pt x="43" y="24"/>
                  </a:cubicBezTo>
                  <a:cubicBezTo>
                    <a:pt x="0" y="59"/>
                    <a:pt x="80" y="69"/>
                    <a:pt x="97" y="72"/>
                  </a:cubicBezTo>
                  <a:cubicBezTo>
                    <a:pt x="125" y="70"/>
                    <a:pt x="181" y="66"/>
                    <a:pt x="181" y="66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47" name="Freeform 251"/>
            <p:cNvSpPr>
              <a:spLocks/>
            </p:cNvSpPr>
            <p:nvPr/>
          </p:nvSpPr>
          <p:spPr bwMode="auto">
            <a:xfrm rot="-37830">
              <a:off x="1589" y="1022"/>
              <a:ext cx="448" cy="114"/>
            </a:xfrm>
            <a:custGeom>
              <a:avLst/>
              <a:gdLst>
                <a:gd name="T0" fmla="*/ 66 w 448"/>
                <a:gd name="T1" fmla="*/ 102 h 114"/>
                <a:gd name="T2" fmla="*/ 270 w 448"/>
                <a:gd name="T3" fmla="*/ 84 h 114"/>
                <a:gd name="T4" fmla="*/ 402 w 448"/>
                <a:gd name="T5" fmla="*/ 66 h 114"/>
                <a:gd name="T6" fmla="*/ 444 w 448"/>
                <a:gd name="T7" fmla="*/ 54 h 114"/>
                <a:gd name="T8" fmla="*/ 438 w 448"/>
                <a:gd name="T9" fmla="*/ 36 h 114"/>
                <a:gd name="T10" fmla="*/ 378 w 448"/>
                <a:gd name="T11" fmla="*/ 0 h 114"/>
                <a:gd name="T12" fmla="*/ 192 w 448"/>
                <a:gd name="T13" fmla="*/ 18 h 114"/>
                <a:gd name="T14" fmla="*/ 108 w 448"/>
                <a:gd name="T15" fmla="*/ 30 h 114"/>
                <a:gd name="T16" fmla="*/ 54 w 448"/>
                <a:gd name="T17" fmla="*/ 42 h 114"/>
                <a:gd name="T18" fmla="*/ 18 w 448"/>
                <a:gd name="T19" fmla="*/ 54 h 114"/>
                <a:gd name="T20" fmla="*/ 102 w 448"/>
                <a:gd name="T21" fmla="*/ 114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8"/>
                <a:gd name="T34" fmla="*/ 0 h 114"/>
                <a:gd name="T35" fmla="*/ 448 w 448"/>
                <a:gd name="T36" fmla="*/ 114 h 1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8" h="114">
                  <a:moveTo>
                    <a:pt x="66" y="102"/>
                  </a:moveTo>
                  <a:cubicBezTo>
                    <a:pt x="133" y="89"/>
                    <a:pt x="201" y="88"/>
                    <a:pt x="270" y="84"/>
                  </a:cubicBezTo>
                  <a:cubicBezTo>
                    <a:pt x="315" y="78"/>
                    <a:pt x="356" y="70"/>
                    <a:pt x="402" y="66"/>
                  </a:cubicBezTo>
                  <a:cubicBezTo>
                    <a:pt x="416" y="61"/>
                    <a:pt x="435" y="66"/>
                    <a:pt x="444" y="54"/>
                  </a:cubicBezTo>
                  <a:cubicBezTo>
                    <a:pt x="448" y="49"/>
                    <a:pt x="442" y="41"/>
                    <a:pt x="438" y="36"/>
                  </a:cubicBezTo>
                  <a:cubicBezTo>
                    <a:pt x="424" y="15"/>
                    <a:pt x="401" y="8"/>
                    <a:pt x="378" y="0"/>
                  </a:cubicBezTo>
                  <a:cubicBezTo>
                    <a:pt x="315" y="4"/>
                    <a:pt x="254" y="11"/>
                    <a:pt x="192" y="18"/>
                  </a:cubicBezTo>
                  <a:cubicBezTo>
                    <a:pt x="164" y="21"/>
                    <a:pt x="108" y="30"/>
                    <a:pt x="108" y="30"/>
                  </a:cubicBezTo>
                  <a:cubicBezTo>
                    <a:pt x="57" y="47"/>
                    <a:pt x="138" y="21"/>
                    <a:pt x="54" y="42"/>
                  </a:cubicBezTo>
                  <a:cubicBezTo>
                    <a:pt x="42" y="45"/>
                    <a:pt x="18" y="54"/>
                    <a:pt x="18" y="54"/>
                  </a:cubicBezTo>
                  <a:cubicBezTo>
                    <a:pt x="0" y="107"/>
                    <a:pt x="62" y="114"/>
                    <a:pt x="102" y="114"/>
                  </a:cubicBezTo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036" name="Freeform 252"/>
          <p:cNvSpPr>
            <a:spLocks/>
          </p:cNvSpPr>
          <p:nvPr>
            <p:custDataLst>
              <p:tags r:id="rId532"/>
            </p:custDataLst>
          </p:nvPr>
        </p:nvSpPr>
        <p:spPr bwMode="auto">
          <a:xfrm rot="-563552">
            <a:off x="4306888" y="1573213"/>
            <a:ext cx="763587" cy="123825"/>
          </a:xfrm>
          <a:custGeom>
            <a:avLst/>
            <a:gdLst>
              <a:gd name="T0" fmla="*/ 2147483647 w 481"/>
              <a:gd name="T1" fmla="*/ 2147483647 h 78"/>
              <a:gd name="T2" fmla="*/ 2147483647 w 481"/>
              <a:gd name="T3" fmla="*/ 2147483647 h 78"/>
              <a:gd name="T4" fmla="*/ 2147483647 w 481"/>
              <a:gd name="T5" fmla="*/ 2147483647 h 78"/>
              <a:gd name="T6" fmla="*/ 2147483647 w 481"/>
              <a:gd name="T7" fmla="*/ 2147483647 h 78"/>
              <a:gd name="T8" fmla="*/ 2147483647 w 481"/>
              <a:gd name="T9" fmla="*/ 0 h 78"/>
              <a:gd name="T10" fmla="*/ 2147483647 w 481"/>
              <a:gd name="T11" fmla="*/ 2147483647 h 78"/>
              <a:gd name="T12" fmla="*/ 2147483647 w 481"/>
              <a:gd name="T13" fmla="*/ 2147483647 h 78"/>
              <a:gd name="T14" fmla="*/ 2147483647 w 481"/>
              <a:gd name="T15" fmla="*/ 2147483647 h 78"/>
              <a:gd name="T16" fmla="*/ 2147483647 w 481"/>
              <a:gd name="T17" fmla="*/ 2147483647 h 7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1"/>
              <a:gd name="T28" fmla="*/ 0 h 78"/>
              <a:gd name="T29" fmla="*/ 481 w 481"/>
              <a:gd name="T30" fmla="*/ 78 h 7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1" h="78">
                <a:moveTo>
                  <a:pt x="145" y="60"/>
                </a:moveTo>
                <a:cubicBezTo>
                  <a:pt x="203" y="66"/>
                  <a:pt x="262" y="67"/>
                  <a:pt x="319" y="78"/>
                </a:cubicBezTo>
                <a:cubicBezTo>
                  <a:pt x="409" y="74"/>
                  <a:pt x="418" y="76"/>
                  <a:pt x="481" y="60"/>
                </a:cubicBezTo>
                <a:cubicBezTo>
                  <a:pt x="471" y="21"/>
                  <a:pt x="448" y="30"/>
                  <a:pt x="409" y="24"/>
                </a:cubicBezTo>
                <a:cubicBezTo>
                  <a:pt x="351" y="14"/>
                  <a:pt x="293" y="10"/>
                  <a:pt x="235" y="0"/>
                </a:cubicBezTo>
                <a:cubicBezTo>
                  <a:pt x="174" y="4"/>
                  <a:pt x="120" y="10"/>
                  <a:pt x="61" y="18"/>
                </a:cubicBezTo>
                <a:cubicBezTo>
                  <a:pt x="55" y="20"/>
                  <a:pt x="48" y="20"/>
                  <a:pt x="43" y="24"/>
                </a:cubicBezTo>
                <a:cubicBezTo>
                  <a:pt x="0" y="59"/>
                  <a:pt x="80" y="69"/>
                  <a:pt x="97" y="72"/>
                </a:cubicBezTo>
                <a:cubicBezTo>
                  <a:pt x="125" y="70"/>
                  <a:pt x="181" y="66"/>
                  <a:pt x="181" y="66"/>
                </a:cubicBezTo>
              </a:path>
            </a:pathLst>
          </a:custGeom>
          <a:solidFill>
            <a:srgbClr val="B2B2B2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37" name="Freeform 253"/>
          <p:cNvSpPr>
            <a:spLocks/>
          </p:cNvSpPr>
          <p:nvPr>
            <p:custDataLst>
              <p:tags r:id="rId533"/>
            </p:custDataLst>
          </p:nvPr>
        </p:nvSpPr>
        <p:spPr bwMode="auto">
          <a:xfrm>
            <a:off x="4010025" y="438626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38" name="Freeform 254"/>
          <p:cNvSpPr>
            <a:spLocks/>
          </p:cNvSpPr>
          <p:nvPr>
            <p:custDataLst>
              <p:tags r:id="rId534"/>
            </p:custDataLst>
          </p:nvPr>
        </p:nvSpPr>
        <p:spPr bwMode="auto">
          <a:xfrm>
            <a:off x="4168775" y="437991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39" name="Freeform 255"/>
          <p:cNvSpPr>
            <a:spLocks/>
          </p:cNvSpPr>
          <p:nvPr>
            <p:custDataLst>
              <p:tags r:id="rId535"/>
            </p:custDataLst>
          </p:nvPr>
        </p:nvSpPr>
        <p:spPr bwMode="auto">
          <a:xfrm>
            <a:off x="4314825" y="437991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40" name="Freeform 256"/>
          <p:cNvSpPr>
            <a:spLocks/>
          </p:cNvSpPr>
          <p:nvPr>
            <p:custDataLst>
              <p:tags r:id="rId536"/>
            </p:custDataLst>
          </p:nvPr>
        </p:nvSpPr>
        <p:spPr bwMode="auto">
          <a:xfrm>
            <a:off x="4460875" y="439261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41" name="Freeform 257"/>
          <p:cNvSpPr>
            <a:spLocks/>
          </p:cNvSpPr>
          <p:nvPr>
            <p:custDataLst>
              <p:tags r:id="rId537"/>
            </p:custDataLst>
          </p:nvPr>
        </p:nvSpPr>
        <p:spPr bwMode="auto">
          <a:xfrm>
            <a:off x="4606925" y="434816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42" name="Freeform 258"/>
          <p:cNvSpPr>
            <a:spLocks/>
          </p:cNvSpPr>
          <p:nvPr>
            <p:custDataLst>
              <p:tags r:id="rId538"/>
            </p:custDataLst>
          </p:nvPr>
        </p:nvSpPr>
        <p:spPr bwMode="auto">
          <a:xfrm>
            <a:off x="4733925" y="432911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43" name="Freeform 259"/>
          <p:cNvSpPr>
            <a:spLocks/>
          </p:cNvSpPr>
          <p:nvPr>
            <p:custDataLst>
              <p:tags r:id="rId539"/>
            </p:custDataLst>
          </p:nvPr>
        </p:nvSpPr>
        <p:spPr bwMode="auto">
          <a:xfrm>
            <a:off x="4886325" y="432276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44" name="Freeform 260"/>
          <p:cNvSpPr>
            <a:spLocks/>
          </p:cNvSpPr>
          <p:nvPr>
            <p:custDataLst>
              <p:tags r:id="rId540"/>
            </p:custDataLst>
          </p:nvPr>
        </p:nvSpPr>
        <p:spPr bwMode="auto">
          <a:xfrm>
            <a:off x="5038725" y="435451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45" name="Freeform 261"/>
          <p:cNvSpPr>
            <a:spLocks/>
          </p:cNvSpPr>
          <p:nvPr>
            <p:custDataLst>
              <p:tags r:id="rId541"/>
            </p:custDataLst>
          </p:nvPr>
        </p:nvSpPr>
        <p:spPr bwMode="auto">
          <a:xfrm>
            <a:off x="5197475" y="432276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46" name="Freeform 262"/>
          <p:cNvSpPr>
            <a:spLocks/>
          </p:cNvSpPr>
          <p:nvPr>
            <p:custDataLst>
              <p:tags r:id="rId542"/>
            </p:custDataLst>
          </p:nvPr>
        </p:nvSpPr>
        <p:spPr bwMode="auto">
          <a:xfrm>
            <a:off x="5508625" y="434816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47" name="Freeform 263"/>
          <p:cNvSpPr>
            <a:spLocks/>
          </p:cNvSpPr>
          <p:nvPr>
            <p:custDataLst>
              <p:tags r:id="rId543"/>
            </p:custDataLst>
          </p:nvPr>
        </p:nvSpPr>
        <p:spPr bwMode="auto">
          <a:xfrm>
            <a:off x="5356225" y="432276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48" name="Freeform 264"/>
          <p:cNvSpPr>
            <a:spLocks/>
          </p:cNvSpPr>
          <p:nvPr>
            <p:custDataLst>
              <p:tags r:id="rId544"/>
            </p:custDataLst>
          </p:nvPr>
        </p:nvSpPr>
        <p:spPr bwMode="auto">
          <a:xfrm>
            <a:off x="5635625" y="434181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49" name="Freeform 265"/>
          <p:cNvSpPr>
            <a:spLocks/>
          </p:cNvSpPr>
          <p:nvPr>
            <p:custDataLst>
              <p:tags r:id="rId545"/>
            </p:custDataLst>
          </p:nvPr>
        </p:nvSpPr>
        <p:spPr bwMode="auto">
          <a:xfrm>
            <a:off x="5781675" y="439261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50" name="Freeform 266"/>
          <p:cNvSpPr>
            <a:spLocks/>
          </p:cNvSpPr>
          <p:nvPr>
            <p:custDataLst>
              <p:tags r:id="rId546"/>
            </p:custDataLst>
          </p:nvPr>
        </p:nvSpPr>
        <p:spPr bwMode="auto">
          <a:xfrm>
            <a:off x="5362575" y="41830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51" name="Freeform 267"/>
          <p:cNvSpPr>
            <a:spLocks/>
          </p:cNvSpPr>
          <p:nvPr>
            <p:custDataLst>
              <p:tags r:id="rId547"/>
            </p:custDataLst>
          </p:nvPr>
        </p:nvSpPr>
        <p:spPr bwMode="auto">
          <a:xfrm>
            <a:off x="5502275" y="42084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52" name="Freeform 268"/>
          <p:cNvSpPr>
            <a:spLocks/>
          </p:cNvSpPr>
          <p:nvPr>
            <p:custDataLst>
              <p:tags r:id="rId548"/>
            </p:custDataLst>
          </p:nvPr>
        </p:nvSpPr>
        <p:spPr bwMode="auto">
          <a:xfrm>
            <a:off x="5197475" y="416401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53" name="Freeform 269"/>
          <p:cNvSpPr>
            <a:spLocks/>
          </p:cNvSpPr>
          <p:nvPr>
            <p:custDataLst>
              <p:tags r:id="rId549"/>
            </p:custDataLst>
          </p:nvPr>
        </p:nvSpPr>
        <p:spPr bwMode="auto">
          <a:xfrm>
            <a:off x="5038725" y="40814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54" name="Freeform 270"/>
          <p:cNvSpPr>
            <a:spLocks/>
          </p:cNvSpPr>
          <p:nvPr>
            <p:custDataLst>
              <p:tags r:id="rId550"/>
            </p:custDataLst>
          </p:nvPr>
        </p:nvSpPr>
        <p:spPr bwMode="auto">
          <a:xfrm>
            <a:off x="5051425" y="42084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55" name="Freeform 271"/>
          <p:cNvSpPr>
            <a:spLocks/>
          </p:cNvSpPr>
          <p:nvPr>
            <p:custDataLst>
              <p:tags r:id="rId551"/>
            </p:custDataLst>
          </p:nvPr>
        </p:nvSpPr>
        <p:spPr bwMode="auto">
          <a:xfrm>
            <a:off x="4860925" y="41830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56" name="Freeform 272"/>
          <p:cNvSpPr>
            <a:spLocks/>
          </p:cNvSpPr>
          <p:nvPr>
            <p:custDataLst>
              <p:tags r:id="rId552"/>
            </p:custDataLst>
          </p:nvPr>
        </p:nvSpPr>
        <p:spPr bwMode="auto">
          <a:xfrm>
            <a:off x="4702175" y="416401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57" name="Freeform 273"/>
          <p:cNvSpPr>
            <a:spLocks/>
          </p:cNvSpPr>
          <p:nvPr>
            <p:custDataLst>
              <p:tags r:id="rId553"/>
            </p:custDataLst>
          </p:nvPr>
        </p:nvSpPr>
        <p:spPr bwMode="auto">
          <a:xfrm>
            <a:off x="4562475" y="420211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58" name="Freeform 274"/>
          <p:cNvSpPr>
            <a:spLocks/>
          </p:cNvSpPr>
          <p:nvPr>
            <p:custDataLst>
              <p:tags r:id="rId554"/>
            </p:custDataLst>
          </p:nvPr>
        </p:nvSpPr>
        <p:spPr bwMode="auto">
          <a:xfrm>
            <a:off x="4384675" y="424021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59" name="Freeform 275"/>
          <p:cNvSpPr>
            <a:spLocks/>
          </p:cNvSpPr>
          <p:nvPr>
            <p:custDataLst>
              <p:tags r:id="rId555"/>
            </p:custDataLst>
          </p:nvPr>
        </p:nvSpPr>
        <p:spPr bwMode="auto">
          <a:xfrm>
            <a:off x="4206875" y="427831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60" name="Freeform 276"/>
          <p:cNvSpPr>
            <a:spLocks/>
          </p:cNvSpPr>
          <p:nvPr>
            <p:custDataLst>
              <p:tags r:id="rId556"/>
            </p:custDataLst>
          </p:nvPr>
        </p:nvSpPr>
        <p:spPr bwMode="auto">
          <a:xfrm>
            <a:off x="4879975" y="40433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61" name="Freeform 277"/>
          <p:cNvSpPr>
            <a:spLocks/>
          </p:cNvSpPr>
          <p:nvPr>
            <p:custDataLst>
              <p:tags r:id="rId557"/>
            </p:custDataLst>
          </p:nvPr>
        </p:nvSpPr>
        <p:spPr bwMode="auto">
          <a:xfrm>
            <a:off x="5915025" y="441166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62" name="Freeform 278"/>
          <p:cNvSpPr>
            <a:spLocks/>
          </p:cNvSpPr>
          <p:nvPr>
            <p:custDataLst>
              <p:tags r:id="rId558"/>
            </p:custDataLst>
          </p:nvPr>
        </p:nvSpPr>
        <p:spPr bwMode="auto">
          <a:xfrm>
            <a:off x="4727575" y="402431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63" name="Freeform 279"/>
          <p:cNvSpPr>
            <a:spLocks/>
          </p:cNvSpPr>
          <p:nvPr>
            <p:custDataLst>
              <p:tags r:id="rId559"/>
            </p:custDataLst>
          </p:nvPr>
        </p:nvSpPr>
        <p:spPr bwMode="auto">
          <a:xfrm>
            <a:off x="5197475" y="40052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64" name="Freeform 280"/>
          <p:cNvSpPr>
            <a:spLocks/>
          </p:cNvSpPr>
          <p:nvPr>
            <p:custDataLst>
              <p:tags r:id="rId560"/>
            </p:custDataLst>
          </p:nvPr>
        </p:nvSpPr>
        <p:spPr bwMode="auto">
          <a:xfrm>
            <a:off x="5362575" y="40179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65" name="Freeform 281"/>
          <p:cNvSpPr>
            <a:spLocks/>
          </p:cNvSpPr>
          <p:nvPr>
            <p:custDataLst>
              <p:tags r:id="rId561"/>
            </p:custDataLst>
          </p:nvPr>
        </p:nvSpPr>
        <p:spPr bwMode="auto">
          <a:xfrm>
            <a:off x="5045075" y="393541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66" name="Freeform 282"/>
          <p:cNvSpPr>
            <a:spLocks/>
          </p:cNvSpPr>
          <p:nvPr>
            <p:custDataLst>
              <p:tags r:id="rId562"/>
            </p:custDataLst>
          </p:nvPr>
        </p:nvSpPr>
        <p:spPr bwMode="auto">
          <a:xfrm>
            <a:off x="4549775" y="40433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67" name="Freeform 283"/>
          <p:cNvSpPr>
            <a:spLocks/>
          </p:cNvSpPr>
          <p:nvPr>
            <p:custDataLst>
              <p:tags r:id="rId563"/>
            </p:custDataLst>
          </p:nvPr>
        </p:nvSpPr>
        <p:spPr bwMode="auto">
          <a:xfrm>
            <a:off x="4378325" y="407511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68" name="Freeform 284"/>
          <p:cNvSpPr>
            <a:spLocks/>
          </p:cNvSpPr>
          <p:nvPr>
            <p:custDataLst>
              <p:tags r:id="rId564"/>
            </p:custDataLst>
          </p:nvPr>
        </p:nvSpPr>
        <p:spPr bwMode="auto">
          <a:xfrm>
            <a:off x="4194175" y="41195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69" name="Freeform 285"/>
          <p:cNvSpPr>
            <a:spLocks/>
          </p:cNvSpPr>
          <p:nvPr>
            <p:custDataLst>
              <p:tags r:id="rId565"/>
            </p:custDataLst>
          </p:nvPr>
        </p:nvSpPr>
        <p:spPr bwMode="auto">
          <a:xfrm>
            <a:off x="4683125" y="389096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70" name="Freeform 286"/>
          <p:cNvSpPr>
            <a:spLocks/>
          </p:cNvSpPr>
          <p:nvPr>
            <p:custDataLst>
              <p:tags r:id="rId566"/>
            </p:custDataLst>
          </p:nvPr>
        </p:nvSpPr>
        <p:spPr bwMode="auto">
          <a:xfrm>
            <a:off x="3851275" y="438626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71" name="Freeform 287"/>
          <p:cNvSpPr>
            <a:spLocks/>
          </p:cNvSpPr>
          <p:nvPr>
            <p:custDataLst>
              <p:tags r:id="rId567"/>
            </p:custDataLst>
          </p:nvPr>
        </p:nvSpPr>
        <p:spPr bwMode="auto">
          <a:xfrm>
            <a:off x="3692525" y="4386263"/>
            <a:ext cx="184150" cy="2444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72" name="Freeform 288"/>
          <p:cNvSpPr>
            <a:spLocks/>
          </p:cNvSpPr>
          <p:nvPr>
            <p:custDataLst>
              <p:tags r:id="rId568"/>
            </p:custDataLst>
          </p:nvPr>
        </p:nvSpPr>
        <p:spPr bwMode="auto">
          <a:xfrm>
            <a:off x="4041775" y="4227513"/>
            <a:ext cx="184150" cy="155575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073" name="Oval 289"/>
          <p:cNvSpPr>
            <a:spLocks noChangeArrowheads="1"/>
          </p:cNvSpPr>
          <p:nvPr>
            <p:custDataLst>
              <p:tags r:id="rId569"/>
            </p:custDataLst>
          </p:nvPr>
        </p:nvSpPr>
        <p:spPr bwMode="auto">
          <a:xfrm>
            <a:off x="4068763" y="444817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74" name="Oval 290"/>
          <p:cNvSpPr>
            <a:spLocks noChangeArrowheads="1"/>
          </p:cNvSpPr>
          <p:nvPr>
            <p:custDataLst>
              <p:tags r:id="rId570"/>
            </p:custDataLst>
          </p:nvPr>
        </p:nvSpPr>
        <p:spPr bwMode="auto">
          <a:xfrm>
            <a:off x="4227513" y="444182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75" name="Oval 291"/>
          <p:cNvSpPr>
            <a:spLocks noChangeArrowheads="1"/>
          </p:cNvSpPr>
          <p:nvPr>
            <p:custDataLst>
              <p:tags r:id="rId571"/>
            </p:custDataLst>
          </p:nvPr>
        </p:nvSpPr>
        <p:spPr bwMode="auto">
          <a:xfrm>
            <a:off x="4373563" y="444182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76" name="Oval 292"/>
          <p:cNvSpPr>
            <a:spLocks noChangeArrowheads="1"/>
          </p:cNvSpPr>
          <p:nvPr>
            <p:custDataLst>
              <p:tags r:id="rId572"/>
            </p:custDataLst>
          </p:nvPr>
        </p:nvSpPr>
        <p:spPr bwMode="auto">
          <a:xfrm>
            <a:off x="4519613" y="445452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77" name="Oval 293"/>
          <p:cNvSpPr>
            <a:spLocks noChangeArrowheads="1"/>
          </p:cNvSpPr>
          <p:nvPr>
            <p:custDataLst>
              <p:tags r:id="rId573"/>
            </p:custDataLst>
          </p:nvPr>
        </p:nvSpPr>
        <p:spPr bwMode="auto">
          <a:xfrm>
            <a:off x="4665663" y="441007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78" name="Oval 294"/>
          <p:cNvSpPr>
            <a:spLocks noChangeArrowheads="1"/>
          </p:cNvSpPr>
          <p:nvPr>
            <p:custDataLst>
              <p:tags r:id="rId574"/>
            </p:custDataLst>
          </p:nvPr>
        </p:nvSpPr>
        <p:spPr bwMode="auto">
          <a:xfrm>
            <a:off x="4792663" y="439102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79" name="Oval 295"/>
          <p:cNvSpPr>
            <a:spLocks noChangeArrowheads="1"/>
          </p:cNvSpPr>
          <p:nvPr>
            <p:custDataLst>
              <p:tags r:id="rId575"/>
            </p:custDataLst>
          </p:nvPr>
        </p:nvSpPr>
        <p:spPr bwMode="auto">
          <a:xfrm>
            <a:off x="4945063" y="438467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80" name="Oval 296"/>
          <p:cNvSpPr>
            <a:spLocks noChangeArrowheads="1"/>
          </p:cNvSpPr>
          <p:nvPr>
            <p:custDataLst>
              <p:tags r:id="rId576"/>
            </p:custDataLst>
          </p:nvPr>
        </p:nvSpPr>
        <p:spPr bwMode="auto">
          <a:xfrm>
            <a:off x="5097463" y="441642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81" name="Oval 297"/>
          <p:cNvSpPr>
            <a:spLocks noChangeArrowheads="1"/>
          </p:cNvSpPr>
          <p:nvPr>
            <p:custDataLst>
              <p:tags r:id="rId577"/>
            </p:custDataLst>
          </p:nvPr>
        </p:nvSpPr>
        <p:spPr bwMode="auto">
          <a:xfrm>
            <a:off x="5256213" y="438467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82" name="Oval 298"/>
          <p:cNvSpPr>
            <a:spLocks noChangeArrowheads="1"/>
          </p:cNvSpPr>
          <p:nvPr>
            <p:custDataLst>
              <p:tags r:id="rId578"/>
            </p:custDataLst>
          </p:nvPr>
        </p:nvSpPr>
        <p:spPr bwMode="auto">
          <a:xfrm>
            <a:off x="5567363" y="441007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83" name="Oval 299"/>
          <p:cNvSpPr>
            <a:spLocks noChangeArrowheads="1"/>
          </p:cNvSpPr>
          <p:nvPr>
            <p:custDataLst>
              <p:tags r:id="rId579"/>
            </p:custDataLst>
          </p:nvPr>
        </p:nvSpPr>
        <p:spPr bwMode="auto">
          <a:xfrm>
            <a:off x="5414963" y="438467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84" name="Oval 300"/>
          <p:cNvSpPr>
            <a:spLocks noChangeArrowheads="1"/>
          </p:cNvSpPr>
          <p:nvPr>
            <p:custDataLst>
              <p:tags r:id="rId580"/>
            </p:custDataLst>
          </p:nvPr>
        </p:nvSpPr>
        <p:spPr bwMode="auto">
          <a:xfrm>
            <a:off x="5694363" y="440372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85" name="Oval 301"/>
          <p:cNvSpPr>
            <a:spLocks noChangeArrowheads="1"/>
          </p:cNvSpPr>
          <p:nvPr>
            <p:custDataLst>
              <p:tags r:id="rId581"/>
            </p:custDataLst>
          </p:nvPr>
        </p:nvSpPr>
        <p:spPr bwMode="auto">
          <a:xfrm>
            <a:off x="5840413" y="445452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86" name="Oval 302"/>
          <p:cNvSpPr>
            <a:spLocks noChangeArrowheads="1"/>
          </p:cNvSpPr>
          <p:nvPr>
            <p:custDataLst>
              <p:tags r:id="rId582"/>
            </p:custDataLst>
          </p:nvPr>
        </p:nvSpPr>
        <p:spPr bwMode="auto">
          <a:xfrm>
            <a:off x="5421313" y="42227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87" name="Oval 303"/>
          <p:cNvSpPr>
            <a:spLocks noChangeArrowheads="1"/>
          </p:cNvSpPr>
          <p:nvPr>
            <p:custDataLst>
              <p:tags r:id="rId583"/>
            </p:custDataLst>
          </p:nvPr>
        </p:nvSpPr>
        <p:spPr bwMode="auto">
          <a:xfrm>
            <a:off x="5561013" y="42481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88" name="Oval 304"/>
          <p:cNvSpPr>
            <a:spLocks noChangeArrowheads="1"/>
          </p:cNvSpPr>
          <p:nvPr>
            <p:custDataLst>
              <p:tags r:id="rId584"/>
            </p:custDataLst>
          </p:nvPr>
        </p:nvSpPr>
        <p:spPr bwMode="auto">
          <a:xfrm>
            <a:off x="5256213" y="420370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89" name="Oval 305"/>
          <p:cNvSpPr>
            <a:spLocks noChangeArrowheads="1"/>
          </p:cNvSpPr>
          <p:nvPr>
            <p:custDataLst>
              <p:tags r:id="rId585"/>
            </p:custDataLst>
          </p:nvPr>
        </p:nvSpPr>
        <p:spPr bwMode="auto">
          <a:xfrm>
            <a:off x="5097463" y="41211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90" name="Oval 306"/>
          <p:cNvSpPr>
            <a:spLocks noChangeArrowheads="1"/>
          </p:cNvSpPr>
          <p:nvPr>
            <p:custDataLst>
              <p:tags r:id="rId586"/>
            </p:custDataLst>
          </p:nvPr>
        </p:nvSpPr>
        <p:spPr bwMode="auto">
          <a:xfrm>
            <a:off x="5110163" y="42481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91" name="Oval 307"/>
          <p:cNvSpPr>
            <a:spLocks noChangeArrowheads="1"/>
          </p:cNvSpPr>
          <p:nvPr>
            <p:custDataLst>
              <p:tags r:id="rId587"/>
            </p:custDataLst>
          </p:nvPr>
        </p:nvSpPr>
        <p:spPr bwMode="auto">
          <a:xfrm>
            <a:off x="4919663" y="42227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92" name="Oval 308"/>
          <p:cNvSpPr>
            <a:spLocks noChangeArrowheads="1"/>
          </p:cNvSpPr>
          <p:nvPr>
            <p:custDataLst>
              <p:tags r:id="rId588"/>
            </p:custDataLst>
          </p:nvPr>
        </p:nvSpPr>
        <p:spPr bwMode="auto">
          <a:xfrm>
            <a:off x="4760913" y="420370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93" name="Oval 309"/>
          <p:cNvSpPr>
            <a:spLocks noChangeArrowheads="1"/>
          </p:cNvSpPr>
          <p:nvPr>
            <p:custDataLst>
              <p:tags r:id="rId589"/>
            </p:custDataLst>
          </p:nvPr>
        </p:nvSpPr>
        <p:spPr bwMode="auto">
          <a:xfrm>
            <a:off x="4621213" y="424180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94" name="Oval 310"/>
          <p:cNvSpPr>
            <a:spLocks noChangeArrowheads="1"/>
          </p:cNvSpPr>
          <p:nvPr>
            <p:custDataLst>
              <p:tags r:id="rId590"/>
            </p:custDataLst>
          </p:nvPr>
        </p:nvSpPr>
        <p:spPr bwMode="auto">
          <a:xfrm>
            <a:off x="4443413" y="427990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95" name="Oval 311"/>
          <p:cNvSpPr>
            <a:spLocks noChangeArrowheads="1"/>
          </p:cNvSpPr>
          <p:nvPr>
            <p:custDataLst>
              <p:tags r:id="rId591"/>
            </p:custDataLst>
          </p:nvPr>
        </p:nvSpPr>
        <p:spPr bwMode="auto">
          <a:xfrm>
            <a:off x="4265613" y="431800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96" name="Oval 312"/>
          <p:cNvSpPr>
            <a:spLocks noChangeArrowheads="1"/>
          </p:cNvSpPr>
          <p:nvPr>
            <p:custDataLst>
              <p:tags r:id="rId592"/>
            </p:custDataLst>
          </p:nvPr>
        </p:nvSpPr>
        <p:spPr bwMode="auto">
          <a:xfrm>
            <a:off x="4938713" y="40830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97" name="Oval 313"/>
          <p:cNvSpPr>
            <a:spLocks noChangeArrowheads="1"/>
          </p:cNvSpPr>
          <p:nvPr>
            <p:custDataLst>
              <p:tags r:id="rId593"/>
            </p:custDataLst>
          </p:nvPr>
        </p:nvSpPr>
        <p:spPr bwMode="auto">
          <a:xfrm>
            <a:off x="5973763" y="447357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98" name="Oval 314"/>
          <p:cNvSpPr>
            <a:spLocks noChangeArrowheads="1"/>
          </p:cNvSpPr>
          <p:nvPr>
            <p:custDataLst>
              <p:tags r:id="rId594"/>
            </p:custDataLst>
          </p:nvPr>
        </p:nvSpPr>
        <p:spPr bwMode="auto">
          <a:xfrm>
            <a:off x="4786313" y="406400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099" name="Oval 315"/>
          <p:cNvSpPr>
            <a:spLocks noChangeArrowheads="1"/>
          </p:cNvSpPr>
          <p:nvPr>
            <p:custDataLst>
              <p:tags r:id="rId595"/>
            </p:custDataLst>
          </p:nvPr>
        </p:nvSpPr>
        <p:spPr bwMode="auto">
          <a:xfrm>
            <a:off x="5256213" y="40449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00" name="Oval 316"/>
          <p:cNvSpPr>
            <a:spLocks noChangeArrowheads="1"/>
          </p:cNvSpPr>
          <p:nvPr>
            <p:custDataLst>
              <p:tags r:id="rId596"/>
            </p:custDataLst>
          </p:nvPr>
        </p:nvSpPr>
        <p:spPr bwMode="auto">
          <a:xfrm>
            <a:off x="5421313" y="40576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01" name="Oval 317"/>
          <p:cNvSpPr>
            <a:spLocks noChangeArrowheads="1"/>
          </p:cNvSpPr>
          <p:nvPr>
            <p:custDataLst>
              <p:tags r:id="rId597"/>
            </p:custDataLst>
          </p:nvPr>
        </p:nvSpPr>
        <p:spPr bwMode="auto">
          <a:xfrm>
            <a:off x="5103813" y="397510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51" name="Group 318"/>
          <p:cNvGrpSpPr>
            <a:grpSpLocks/>
          </p:cNvGrpSpPr>
          <p:nvPr>
            <p:custDataLst>
              <p:tags r:id="rId598"/>
            </p:custDataLst>
          </p:nvPr>
        </p:nvGrpSpPr>
        <p:grpSpPr bwMode="auto">
          <a:xfrm>
            <a:off x="4862513" y="3892550"/>
            <a:ext cx="184150" cy="155575"/>
            <a:chOff x="3054" y="1944"/>
            <a:chExt cx="116" cy="98"/>
          </a:xfrm>
        </p:grpSpPr>
        <p:sp>
          <p:nvSpPr>
            <p:cNvPr id="22343" name="Freeform 319"/>
            <p:cNvSpPr>
              <a:spLocks/>
            </p:cNvSpPr>
            <p:nvPr/>
          </p:nvSpPr>
          <p:spPr bwMode="auto">
            <a:xfrm>
              <a:off x="3054" y="1944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44" name="Oval 320"/>
            <p:cNvSpPr>
              <a:spLocks noChangeArrowheads="1"/>
            </p:cNvSpPr>
            <p:nvPr/>
          </p:nvSpPr>
          <p:spPr bwMode="auto">
            <a:xfrm>
              <a:off x="3091" y="1969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103" name="Oval 321"/>
          <p:cNvSpPr>
            <a:spLocks noChangeArrowheads="1"/>
          </p:cNvSpPr>
          <p:nvPr>
            <p:custDataLst>
              <p:tags r:id="rId599"/>
            </p:custDataLst>
          </p:nvPr>
        </p:nvSpPr>
        <p:spPr bwMode="auto">
          <a:xfrm>
            <a:off x="4608513" y="40830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04" name="Oval 322"/>
          <p:cNvSpPr>
            <a:spLocks noChangeArrowheads="1"/>
          </p:cNvSpPr>
          <p:nvPr>
            <p:custDataLst>
              <p:tags r:id="rId600"/>
            </p:custDataLst>
          </p:nvPr>
        </p:nvSpPr>
        <p:spPr bwMode="auto">
          <a:xfrm>
            <a:off x="4437063" y="411480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05" name="Oval 323"/>
          <p:cNvSpPr>
            <a:spLocks noChangeArrowheads="1"/>
          </p:cNvSpPr>
          <p:nvPr>
            <p:custDataLst>
              <p:tags r:id="rId601"/>
            </p:custDataLst>
          </p:nvPr>
        </p:nvSpPr>
        <p:spPr bwMode="auto">
          <a:xfrm>
            <a:off x="4252913" y="41592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06" name="Oval 324"/>
          <p:cNvSpPr>
            <a:spLocks noChangeArrowheads="1"/>
          </p:cNvSpPr>
          <p:nvPr>
            <p:custDataLst>
              <p:tags r:id="rId602"/>
            </p:custDataLst>
          </p:nvPr>
        </p:nvSpPr>
        <p:spPr bwMode="auto">
          <a:xfrm>
            <a:off x="4741863" y="393065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52" name="Group 325"/>
          <p:cNvGrpSpPr>
            <a:grpSpLocks/>
          </p:cNvGrpSpPr>
          <p:nvPr>
            <p:custDataLst>
              <p:tags r:id="rId603"/>
            </p:custDataLst>
          </p:nvPr>
        </p:nvGrpSpPr>
        <p:grpSpPr bwMode="auto">
          <a:xfrm>
            <a:off x="4518025" y="3903663"/>
            <a:ext cx="184150" cy="155575"/>
            <a:chOff x="2846" y="1960"/>
            <a:chExt cx="116" cy="98"/>
          </a:xfrm>
        </p:grpSpPr>
        <p:sp>
          <p:nvSpPr>
            <p:cNvPr id="22341" name="Freeform 326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42" name="Oval 327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108" name="Oval 328"/>
          <p:cNvSpPr>
            <a:spLocks noChangeArrowheads="1"/>
          </p:cNvSpPr>
          <p:nvPr>
            <p:custDataLst>
              <p:tags r:id="rId604"/>
            </p:custDataLst>
          </p:nvPr>
        </p:nvSpPr>
        <p:spPr bwMode="auto">
          <a:xfrm>
            <a:off x="3910013" y="444817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09" name="Oval 329"/>
          <p:cNvSpPr>
            <a:spLocks noChangeArrowheads="1"/>
          </p:cNvSpPr>
          <p:nvPr>
            <p:custDataLst>
              <p:tags r:id="rId605"/>
            </p:custDataLst>
          </p:nvPr>
        </p:nvSpPr>
        <p:spPr bwMode="auto">
          <a:xfrm>
            <a:off x="3751263" y="4448175"/>
            <a:ext cx="508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10" name="Oval 330"/>
          <p:cNvSpPr>
            <a:spLocks noChangeArrowheads="1"/>
          </p:cNvSpPr>
          <p:nvPr>
            <p:custDataLst>
              <p:tags r:id="rId606"/>
            </p:custDataLst>
          </p:nvPr>
        </p:nvSpPr>
        <p:spPr bwMode="auto">
          <a:xfrm>
            <a:off x="4100513" y="4267200"/>
            <a:ext cx="5080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67" name="Group 331"/>
          <p:cNvGrpSpPr>
            <a:grpSpLocks/>
          </p:cNvGrpSpPr>
          <p:nvPr>
            <p:custDataLst>
              <p:tags r:id="rId607"/>
            </p:custDataLst>
          </p:nvPr>
        </p:nvGrpSpPr>
        <p:grpSpPr bwMode="auto">
          <a:xfrm>
            <a:off x="4360863" y="3929063"/>
            <a:ext cx="184150" cy="155575"/>
            <a:chOff x="2846" y="1960"/>
            <a:chExt cx="116" cy="98"/>
          </a:xfrm>
        </p:grpSpPr>
        <p:sp>
          <p:nvSpPr>
            <p:cNvPr id="22339" name="Freeform 332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40" name="Oval 333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68" name="Group 334"/>
          <p:cNvGrpSpPr>
            <a:grpSpLocks/>
          </p:cNvGrpSpPr>
          <p:nvPr>
            <p:custDataLst>
              <p:tags r:id="rId608"/>
            </p:custDataLst>
          </p:nvPr>
        </p:nvGrpSpPr>
        <p:grpSpPr bwMode="auto">
          <a:xfrm>
            <a:off x="4194175" y="3954463"/>
            <a:ext cx="184150" cy="155575"/>
            <a:chOff x="2846" y="1960"/>
            <a:chExt cx="116" cy="98"/>
          </a:xfrm>
        </p:grpSpPr>
        <p:sp>
          <p:nvSpPr>
            <p:cNvPr id="22337" name="Freeform 335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38" name="Oval 336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69" name="Group 337"/>
          <p:cNvGrpSpPr>
            <a:grpSpLocks/>
          </p:cNvGrpSpPr>
          <p:nvPr>
            <p:custDataLst>
              <p:tags r:id="rId609"/>
            </p:custDataLst>
          </p:nvPr>
        </p:nvGrpSpPr>
        <p:grpSpPr bwMode="auto">
          <a:xfrm>
            <a:off x="4056063" y="4073525"/>
            <a:ext cx="184150" cy="155575"/>
            <a:chOff x="2846" y="1960"/>
            <a:chExt cx="116" cy="98"/>
          </a:xfrm>
        </p:grpSpPr>
        <p:sp>
          <p:nvSpPr>
            <p:cNvPr id="22335" name="Freeform 338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36" name="Oval 339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114" name="Freeform 340"/>
          <p:cNvSpPr>
            <a:spLocks/>
          </p:cNvSpPr>
          <p:nvPr>
            <p:custDataLst>
              <p:tags r:id="rId610"/>
            </p:custDataLst>
          </p:nvPr>
        </p:nvSpPr>
        <p:spPr bwMode="auto">
          <a:xfrm rot="1426593">
            <a:off x="5091113" y="2492375"/>
            <a:ext cx="392112" cy="193675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15" name="Oval 341"/>
          <p:cNvSpPr>
            <a:spLocks noChangeArrowheads="1"/>
          </p:cNvSpPr>
          <p:nvPr>
            <p:custDataLst>
              <p:tags r:id="rId611"/>
            </p:custDataLst>
          </p:nvPr>
        </p:nvSpPr>
        <p:spPr bwMode="auto">
          <a:xfrm rot="1426593">
            <a:off x="5248275" y="2530475"/>
            <a:ext cx="57150" cy="476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80" name="Group 342"/>
          <p:cNvGrpSpPr>
            <a:grpSpLocks/>
          </p:cNvGrpSpPr>
          <p:nvPr>
            <p:custDataLst>
              <p:tags r:id="rId612"/>
            </p:custDataLst>
          </p:nvPr>
        </p:nvGrpSpPr>
        <p:grpSpPr bwMode="auto">
          <a:xfrm>
            <a:off x="4754563" y="2536825"/>
            <a:ext cx="490537" cy="195263"/>
            <a:chOff x="2619" y="1071"/>
            <a:chExt cx="309" cy="123"/>
          </a:xfrm>
        </p:grpSpPr>
        <p:sp>
          <p:nvSpPr>
            <p:cNvPr id="22331" name="Freeform 343"/>
            <p:cNvSpPr>
              <a:spLocks/>
            </p:cNvSpPr>
            <p:nvPr/>
          </p:nvSpPr>
          <p:spPr bwMode="auto">
            <a:xfrm rot="-9373407">
              <a:off x="2619" y="1071"/>
              <a:ext cx="203" cy="123"/>
            </a:xfrm>
            <a:custGeom>
              <a:avLst/>
              <a:gdLst>
                <a:gd name="T0" fmla="*/ 3954 w 84"/>
                <a:gd name="T1" fmla="*/ 930 h 68"/>
                <a:gd name="T2" fmla="*/ 5940 w 84"/>
                <a:gd name="T3" fmla="*/ 812 h 68"/>
                <a:gd name="T4" fmla="*/ 3954 w 84"/>
                <a:gd name="T5" fmla="*/ 0 h 68"/>
                <a:gd name="T6" fmla="*/ 1974 w 84"/>
                <a:gd name="T7" fmla="*/ 1273 h 68"/>
                <a:gd name="T8" fmla="*/ 3954 w 84"/>
                <a:gd name="T9" fmla="*/ 93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32" name="Oval 344"/>
            <p:cNvSpPr>
              <a:spLocks noChangeArrowheads="1"/>
            </p:cNvSpPr>
            <p:nvPr/>
          </p:nvSpPr>
          <p:spPr bwMode="auto">
            <a:xfrm rot="1426593">
              <a:off x="2706" y="1140"/>
              <a:ext cx="30" cy="27"/>
            </a:xfrm>
            <a:prstGeom prst="ellipse">
              <a:avLst/>
            </a:prstGeom>
            <a:solidFill>
              <a:srgbClr val="BE844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33" name="Freeform 345"/>
            <p:cNvSpPr>
              <a:spLocks/>
            </p:cNvSpPr>
            <p:nvPr/>
          </p:nvSpPr>
          <p:spPr bwMode="auto">
            <a:xfrm rot="-9373407">
              <a:off x="2756" y="1082"/>
              <a:ext cx="172" cy="111"/>
            </a:xfrm>
            <a:custGeom>
              <a:avLst/>
              <a:gdLst>
                <a:gd name="T0" fmla="*/ 1728 w 84"/>
                <a:gd name="T1" fmla="*/ 552 h 68"/>
                <a:gd name="T2" fmla="*/ 2582 w 84"/>
                <a:gd name="T3" fmla="*/ 490 h 68"/>
                <a:gd name="T4" fmla="*/ 1728 w 84"/>
                <a:gd name="T5" fmla="*/ 0 h 68"/>
                <a:gd name="T6" fmla="*/ 860 w 84"/>
                <a:gd name="T7" fmla="*/ 764 h 68"/>
                <a:gd name="T8" fmla="*/ 1728 w 84"/>
                <a:gd name="T9" fmla="*/ 552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34" name="Oval 346"/>
            <p:cNvSpPr>
              <a:spLocks noChangeArrowheads="1"/>
            </p:cNvSpPr>
            <p:nvPr/>
          </p:nvSpPr>
          <p:spPr bwMode="auto">
            <a:xfrm rot="1426593">
              <a:off x="2834" y="1128"/>
              <a:ext cx="27" cy="27"/>
            </a:xfrm>
            <a:prstGeom prst="ellipse">
              <a:avLst/>
            </a:prstGeom>
            <a:solidFill>
              <a:srgbClr val="BE844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117" name="Freeform 347"/>
          <p:cNvSpPr>
            <a:spLocks/>
          </p:cNvSpPr>
          <p:nvPr>
            <p:custDataLst>
              <p:tags r:id="rId613"/>
            </p:custDataLst>
          </p:nvPr>
        </p:nvSpPr>
        <p:spPr bwMode="auto">
          <a:xfrm rot="1426593">
            <a:off x="5032375" y="2384425"/>
            <a:ext cx="385763" cy="184150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18" name="Freeform 348"/>
          <p:cNvSpPr>
            <a:spLocks/>
          </p:cNvSpPr>
          <p:nvPr>
            <p:custDataLst>
              <p:tags r:id="rId614"/>
            </p:custDataLst>
          </p:nvPr>
        </p:nvSpPr>
        <p:spPr bwMode="auto">
          <a:xfrm rot="-9373407">
            <a:off x="4856163" y="2351088"/>
            <a:ext cx="328612" cy="292100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19" name="Freeform 349"/>
          <p:cNvSpPr>
            <a:spLocks/>
          </p:cNvSpPr>
          <p:nvPr>
            <p:custDataLst>
              <p:tags r:id="rId615"/>
            </p:custDataLst>
          </p:nvPr>
        </p:nvSpPr>
        <p:spPr bwMode="auto">
          <a:xfrm rot="1426593">
            <a:off x="5294313" y="2487613"/>
            <a:ext cx="296862" cy="293687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20" name="Freeform 350"/>
          <p:cNvSpPr>
            <a:spLocks/>
          </p:cNvSpPr>
          <p:nvPr>
            <p:custDataLst>
              <p:tags r:id="rId616"/>
            </p:custDataLst>
          </p:nvPr>
        </p:nvSpPr>
        <p:spPr bwMode="auto">
          <a:xfrm rot="1426593">
            <a:off x="5114925" y="2644775"/>
            <a:ext cx="392113" cy="192088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21" name="Oval 351"/>
          <p:cNvSpPr>
            <a:spLocks noChangeArrowheads="1"/>
          </p:cNvSpPr>
          <p:nvPr>
            <p:custDataLst>
              <p:tags r:id="rId617"/>
            </p:custDataLst>
          </p:nvPr>
        </p:nvSpPr>
        <p:spPr bwMode="auto">
          <a:xfrm rot="1426593">
            <a:off x="5292725" y="2698750"/>
            <a:ext cx="47625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22" name="Oval 352"/>
          <p:cNvSpPr>
            <a:spLocks noChangeArrowheads="1"/>
          </p:cNvSpPr>
          <p:nvPr>
            <p:custDataLst>
              <p:tags r:id="rId618"/>
            </p:custDataLst>
          </p:nvPr>
        </p:nvSpPr>
        <p:spPr bwMode="auto">
          <a:xfrm rot="1426593">
            <a:off x="4994275" y="2532063"/>
            <a:ext cx="49213" cy="53975"/>
          </a:xfrm>
          <a:prstGeom prst="ellipse">
            <a:avLst/>
          </a:prstGeom>
          <a:solidFill>
            <a:srgbClr val="BE844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23" name="Oval 353"/>
          <p:cNvSpPr>
            <a:spLocks noChangeArrowheads="1"/>
          </p:cNvSpPr>
          <p:nvPr>
            <p:custDataLst>
              <p:tags r:id="rId619"/>
            </p:custDataLst>
          </p:nvPr>
        </p:nvSpPr>
        <p:spPr bwMode="auto">
          <a:xfrm rot="1426593">
            <a:off x="5459413" y="2543175"/>
            <a:ext cx="49212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24" name="Oval 354"/>
          <p:cNvSpPr>
            <a:spLocks noChangeArrowheads="1"/>
          </p:cNvSpPr>
          <p:nvPr>
            <p:custDataLst>
              <p:tags r:id="rId620"/>
            </p:custDataLst>
          </p:nvPr>
        </p:nvSpPr>
        <p:spPr bwMode="auto">
          <a:xfrm rot="1426593">
            <a:off x="5168900" y="2436813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25" name="Freeform 355"/>
          <p:cNvSpPr>
            <a:spLocks/>
          </p:cNvSpPr>
          <p:nvPr>
            <p:custDataLst>
              <p:tags r:id="rId621"/>
            </p:custDataLst>
          </p:nvPr>
        </p:nvSpPr>
        <p:spPr bwMode="auto">
          <a:xfrm rot="-9373407">
            <a:off x="5529263" y="2506663"/>
            <a:ext cx="269875" cy="20796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26" name="Oval 356"/>
          <p:cNvSpPr>
            <a:spLocks noChangeArrowheads="1"/>
          </p:cNvSpPr>
          <p:nvPr>
            <p:custDataLst>
              <p:tags r:id="rId622"/>
            </p:custDataLst>
          </p:nvPr>
        </p:nvSpPr>
        <p:spPr bwMode="auto">
          <a:xfrm rot="1426593">
            <a:off x="5626100" y="2592388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81" name="Group 357"/>
          <p:cNvGrpSpPr>
            <a:grpSpLocks/>
          </p:cNvGrpSpPr>
          <p:nvPr>
            <p:custDataLst>
              <p:tags r:id="rId623"/>
            </p:custDataLst>
          </p:nvPr>
        </p:nvGrpSpPr>
        <p:grpSpPr bwMode="auto">
          <a:xfrm>
            <a:off x="5180013" y="2317750"/>
            <a:ext cx="298450" cy="203200"/>
            <a:chOff x="2752" y="1137"/>
            <a:chExt cx="188" cy="128"/>
          </a:xfrm>
        </p:grpSpPr>
        <p:sp>
          <p:nvSpPr>
            <p:cNvPr id="22329" name="Freeform 358"/>
            <p:cNvSpPr>
              <a:spLocks/>
            </p:cNvSpPr>
            <p:nvPr/>
          </p:nvSpPr>
          <p:spPr bwMode="auto">
            <a:xfrm rot="1426593">
              <a:off x="2752" y="1137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30" name="Oval 359"/>
            <p:cNvSpPr>
              <a:spLocks noChangeArrowheads="1"/>
            </p:cNvSpPr>
            <p:nvPr/>
          </p:nvSpPr>
          <p:spPr bwMode="auto">
            <a:xfrm rot="1426593">
              <a:off x="2866" y="1189"/>
              <a:ext cx="31" cy="32"/>
            </a:xfrm>
            <a:prstGeom prst="ellipse">
              <a:avLst/>
            </a:prstGeom>
            <a:solidFill>
              <a:srgbClr val="BE844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128" name="Freeform 360"/>
          <p:cNvSpPr>
            <a:spLocks/>
          </p:cNvSpPr>
          <p:nvPr>
            <p:custDataLst>
              <p:tags r:id="rId624"/>
            </p:custDataLst>
          </p:nvPr>
        </p:nvSpPr>
        <p:spPr bwMode="auto">
          <a:xfrm rot="-8353594">
            <a:off x="5407025" y="2332038"/>
            <a:ext cx="322263" cy="19526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29" name="Oval 361"/>
          <p:cNvSpPr>
            <a:spLocks noChangeArrowheads="1"/>
          </p:cNvSpPr>
          <p:nvPr>
            <p:custDataLst>
              <p:tags r:id="rId625"/>
            </p:custDataLst>
          </p:nvPr>
        </p:nvSpPr>
        <p:spPr bwMode="auto">
          <a:xfrm rot="2446406">
            <a:off x="5535613" y="2439988"/>
            <a:ext cx="47625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400">
              <a:solidFill>
                <a:srgbClr val="00FF00"/>
              </a:solidFill>
            </a:endParaRPr>
          </a:p>
        </p:txBody>
      </p:sp>
      <p:sp>
        <p:nvSpPr>
          <p:cNvPr id="22130" name="Freeform 362"/>
          <p:cNvSpPr>
            <a:spLocks/>
          </p:cNvSpPr>
          <p:nvPr>
            <p:custDataLst>
              <p:tags r:id="rId626"/>
            </p:custDataLst>
          </p:nvPr>
        </p:nvSpPr>
        <p:spPr bwMode="auto">
          <a:xfrm rot="-8353594">
            <a:off x="5613400" y="2405063"/>
            <a:ext cx="273050" cy="17621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31" name="Oval 363"/>
          <p:cNvSpPr>
            <a:spLocks noChangeArrowheads="1"/>
          </p:cNvSpPr>
          <p:nvPr>
            <p:custDataLst>
              <p:tags r:id="rId627"/>
            </p:custDataLst>
          </p:nvPr>
        </p:nvSpPr>
        <p:spPr bwMode="auto">
          <a:xfrm rot="2446406">
            <a:off x="5735638" y="2481263"/>
            <a:ext cx="42862" cy="42862"/>
          </a:xfrm>
          <a:prstGeom prst="ellipse">
            <a:avLst/>
          </a:prstGeom>
          <a:solidFill>
            <a:srgbClr val="BE844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32" name="Freeform 364"/>
          <p:cNvSpPr>
            <a:spLocks/>
          </p:cNvSpPr>
          <p:nvPr>
            <p:custDataLst>
              <p:tags r:id="rId628"/>
            </p:custDataLst>
          </p:nvPr>
        </p:nvSpPr>
        <p:spPr bwMode="auto">
          <a:xfrm rot="987330">
            <a:off x="4071938" y="2198688"/>
            <a:ext cx="392112" cy="193675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33" name="Oval 365"/>
          <p:cNvSpPr>
            <a:spLocks noChangeArrowheads="1"/>
          </p:cNvSpPr>
          <p:nvPr>
            <p:custDataLst>
              <p:tags r:id="rId629"/>
            </p:custDataLst>
          </p:nvPr>
        </p:nvSpPr>
        <p:spPr bwMode="auto">
          <a:xfrm rot="987330">
            <a:off x="4224338" y="2238375"/>
            <a:ext cx="57150" cy="476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82" name="Group 366"/>
          <p:cNvGrpSpPr>
            <a:grpSpLocks/>
          </p:cNvGrpSpPr>
          <p:nvPr>
            <p:custDataLst>
              <p:tags r:id="rId630"/>
            </p:custDataLst>
          </p:nvPr>
        </p:nvGrpSpPr>
        <p:grpSpPr bwMode="auto">
          <a:xfrm rot="-439263">
            <a:off x="3743325" y="2278063"/>
            <a:ext cx="490538" cy="195262"/>
            <a:chOff x="2619" y="1071"/>
            <a:chExt cx="309" cy="123"/>
          </a:xfrm>
        </p:grpSpPr>
        <p:sp>
          <p:nvSpPr>
            <p:cNvPr id="22325" name="Freeform 367"/>
            <p:cNvSpPr>
              <a:spLocks/>
            </p:cNvSpPr>
            <p:nvPr/>
          </p:nvSpPr>
          <p:spPr bwMode="auto">
            <a:xfrm rot="-9373407">
              <a:off x="2619" y="1071"/>
              <a:ext cx="203" cy="123"/>
            </a:xfrm>
            <a:custGeom>
              <a:avLst/>
              <a:gdLst>
                <a:gd name="T0" fmla="*/ 3954 w 84"/>
                <a:gd name="T1" fmla="*/ 930 h 68"/>
                <a:gd name="T2" fmla="*/ 5940 w 84"/>
                <a:gd name="T3" fmla="*/ 812 h 68"/>
                <a:gd name="T4" fmla="*/ 3954 w 84"/>
                <a:gd name="T5" fmla="*/ 0 h 68"/>
                <a:gd name="T6" fmla="*/ 1974 w 84"/>
                <a:gd name="T7" fmla="*/ 1273 h 68"/>
                <a:gd name="T8" fmla="*/ 3954 w 84"/>
                <a:gd name="T9" fmla="*/ 93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26" name="Oval 368"/>
            <p:cNvSpPr>
              <a:spLocks noChangeArrowheads="1"/>
            </p:cNvSpPr>
            <p:nvPr/>
          </p:nvSpPr>
          <p:spPr bwMode="auto">
            <a:xfrm rot="1426593">
              <a:off x="2706" y="1140"/>
              <a:ext cx="30" cy="27"/>
            </a:xfrm>
            <a:prstGeom prst="ellipse">
              <a:avLst/>
            </a:prstGeom>
            <a:solidFill>
              <a:srgbClr val="BE844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27" name="Freeform 369"/>
            <p:cNvSpPr>
              <a:spLocks/>
            </p:cNvSpPr>
            <p:nvPr/>
          </p:nvSpPr>
          <p:spPr bwMode="auto">
            <a:xfrm rot="-9373407">
              <a:off x="2756" y="1082"/>
              <a:ext cx="172" cy="111"/>
            </a:xfrm>
            <a:custGeom>
              <a:avLst/>
              <a:gdLst>
                <a:gd name="T0" fmla="*/ 1728 w 84"/>
                <a:gd name="T1" fmla="*/ 552 h 68"/>
                <a:gd name="T2" fmla="*/ 2582 w 84"/>
                <a:gd name="T3" fmla="*/ 490 h 68"/>
                <a:gd name="T4" fmla="*/ 1728 w 84"/>
                <a:gd name="T5" fmla="*/ 0 h 68"/>
                <a:gd name="T6" fmla="*/ 860 w 84"/>
                <a:gd name="T7" fmla="*/ 764 h 68"/>
                <a:gd name="T8" fmla="*/ 1728 w 84"/>
                <a:gd name="T9" fmla="*/ 552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28" name="Oval 370"/>
            <p:cNvSpPr>
              <a:spLocks noChangeArrowheads="1"/>
            </p:cNvSpPr>
            <p:nvPr/>
          </p:nvSpPr>
          <p:spPr bwMode="auto">
            <a:xfrm rot="1426593">
              <a:off x="2834" y="1128"/>
              <a:ext cx="27" cy="27"/>
            </a:xfrm>
            <a:prstGeom prst="ellipse">
              <a:avLst/>
            </a:prstGeom>
            <a:solidFill>
              <a:srgbClr val="BE844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135" name="Freeform 371"/>
          <p:cNvSpPr>
            <a:spLocks/>
          </p:cNvSpPr>
          <p:nvPr>
            <p:custDataLst>
              <p:tags r:id="rId631"/>
            </p:custDataLst>
          </p:nvPr>
        </p:nvSpPr>
        <p:spPr bwMode="auto">
          <a:xfrm rot="987330">
            <a:off x="3998913" y="2098675"/>
            <a:ext cx="385762" cy="184150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36" name="Freeform 372"/>
          <p:cNvSpPr>
            <a:spLocks/>
          </p:cNvSpPr>
          <p:nvPr>
            <p:custDataLst>
              <p:tags r:id="rId632"/>
            </p:custDataLst>
          </p:nvPr>
        </p:nvSpPr>
        <p:spPr bwMode="auto">
          <a:xfrm rot="-9812670">
            <a:off x="3827463" y="2092325"/>
            <a:ext cx="328612" cy="292100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37" name="Freeform 373"/>
          <p:cNvSpPr>
            <a:spLocks/>
          </p:cNvSpPr>
          <p:nvPr>
            <p:custDataLst>
              <p:tags r:id="rId633"/>
            </p:custDataLst>
          </p:nvPr>
        </p:nvSpPr>
        <p:spPr bwMode="auto">
          <a:xfrm rot="987330">
            <a:off x="4279900" y="2173288"/>
            <a:ext cx="296863" cy="293687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21583" name="Group 374"/>
          <p:cNvGrpSpPr>
            <a:grpSpLocks/>
          </p:cNvGrpSpPr>
          <p:nvPr>
            <p:custDataLst>
              <p:tags r:id="rId634"/>
            </p:custDataLst>
          </p:nvPr>
        </p:nvGrpSpPr>
        <p:grpSpPr bwMode="auto">
          <a:xfrm rot="-439263">
            <a:off x="4114800" y="2346325"/>
            <a:ext cx="392113" cy="192088"/>
            <a:chOff x="3090" y="1047"/>
            <a:chExt cx="247" cy="121"/>
          </a:xfrm>
        </p:grpSpPr>
        <p:sp>
          <p:nvSpPr>
            <p:cNvPr id="22323" name="Freeform 375"/>
            <p:cNvSpPr>
              <a:spLocks/>
            </p:cNvSpPr>
            <p:nvPr/>
          </p:nvSpPr>
          <p:spPr bwMode="auto">
            <a:xfrm rot="1426593">
              <a:off x="3090" y="1047"/>
              <a:ext cx="247" cy="121"/>
            </a:xfrm>
            <a:custGeom>
              <a:avLst/>
              <a:gdLst>
                <a:gd name="T0" fmla="*/ 2102 w 120"/>
                <a:gd name="T1" fmla="*/ 1404 h 60"/>
                <a:gd name="T2" fmla="*/ 3427 w 120"/>
                <a:gd name="T3" fmla="*/ 1204 h 60"/>
                <a:gd name="T4" fmla="*/ 2338 w 120"/>
                <a:gd name="T5" fmla="*/ 0 h 60"/>
                <a:gd name="T6" fmla="*/ 1665 w 120"/>
                <a:gd name="T7" fmla="*/ 2001 h 60"/>
                <a:gd name="T8" fmla="*/ 2102 w 120"/>
                <a:gd name="T9" fmla="*/ 140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24" name="Oval 376"/>
            <p:cNvSpPr>
              <a:spLocks noChangeArrowheads="1"/>
            </p:cNvSpPr>
            <p:nvPr/>
          </p:nvSpPr>
          <p:spPr bwMode="auto">
            <a:xfrm rot="1426593">
              <a:off x="3202" y="1081"/>
              <a:ext cx="30" cy="34"/>
            </a:xfrm>
            <a:prstGeom prst="ellipse">
              <a:avLst/>
            </a:prstGeom>
            <a:solidFill>
              <a:srgbClr val="BE844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139" name="Oval 377"/>
          <p:cNvSpPr>
            <a:spLocks noChangeArrowheads="1"/>
          </p:cNvSpPr>
          <p:nvPr>
            <p:custDataLst>
              <p:tags r:id="rId635"/>
            </p:custDataLst>
          </p:nvPr>
        </p:nvSpPr>
        <p:spPr bwMode="auto">
          <a:xfrm rot="987330">
            <a:off x="3973513" y="2271713"/>
            <a:ext cx="49212" cy="53975"/>
          </a:xfrm>
          <a:prstGeom prst="ellipse">
            <a:avLst/>
          </a:prstGeom>
          <a:solidFill>
            <a:srgbClr val="BE844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40" name="Oval 378"/>
          <p:cNvSpPr>
            <a:spLocks noChangeArrowheads="1"/>
          </p:cNvSpPr>
          <p:nvPr>
            <p:custDataLst>
              <p:tags r:id="rId636"/>
            </p:custDataLst>
          </p:nvPr>
        </p:nvSpPr>
        <p:spPr bwMode="auto">
          <a:xfrm rot="987330">
            <a:off x="4437063" y="2224088"/>
            <a:ext cx="49212" cy="53975"/>
          </a:xfrm>
          <a:prstGeom prst="ellipse">
            <a:avLst/>
          </a:prstGeom>
          <a:solidFill>
            <a:srgbClr val="BE844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41" name="Oval 379"/>
          <p:cNvSpPr>
            <a:spLocks noChangeArrowheads="1"/>
          </p:cNvSpPr>
          <p:nvPr>
            <p:custDataLst>
              <p:tags r:id="rId637"/>
            </p:custDataLst>
          </p:nvPr>
        </p:nvSpPr>
        <p:spPr bwMode="auto">
          <a:xfrm rot="987330">
            <a:off x="4133850" y="2155825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84" name="Group 380"/>
          <p:cNvGrpSpPr>
            <a:grpSpLocks/>
          </p:cNvGrpSpPr>
          <p:nvPr>
            <p:custDataLst>
              <p:tags r:id="rId638"/>
            </p:custDataLst>
          </p:nvPr>
        </p:nvGrpSpPr>
        <p:grpSpPr bwMode="auto">
          <a:xfrm rot="-439263">
            <a:off x="4510088" y="2163763"/>
            <a:ext cx="269875" cy="207962"/>
            <a:chOff x="3345" y="857"/>
            <a:chExt cx="170" cy="131"/>
          </a:xfrm>
        </p:grpSpPr>
        <p:sp>
          <p:nvSpPr>
            <p:cNvPr id="22321" name="Freeform 381"/>
            <p:cNvSpPr>
              <a:spLocks/>
            </p:cNvSpPr>
            <p:nvPr/>
          </p:nvSpPr>
          <p:spPr bwMode="auto">
            <a:xfrm rot="-9373407">
              <a:off x="3345" y="857"/>
              <a:ext cx="170" cy="131"/>
            </a:xfrm>
            <a:custGeom>
              <a:avLst/>
              <a:gdLst>
                <a:gd name="T0" fmla="*/ 1625 w 84"/>
                <a:gd name="T1" fmla="*/ 1266 h 68"/>
                <a:gd name="T2" fmla="*/ 2445 w 84"/>
                <a:gd name="T3" fmla="*/ 1117 h 68"/>
                <a:gd name="T4" fmla="*/ 1625 w 84"/>
                <a:gd name="T5" fmla="*/ 0 h 68"/>
                <a:gd name="T6" fmla="*/ 820 w 84"/>
                <a:gd name="T7" fmla="*/ 1751 h 68"/>
                <a:gd name="T8" fmla="*/ 1625 w 84"/>
                <a:gd name="T9" fmla="*/ 126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22" name="Oval 382"/>
            <p:cNvSpPr>
              <a:spLocks noChangeArrowheads="1"/>
            </p:cNvSpPr>
            <p:nvPr/>
          </p:nvSpPr>
          <p:spPr bwMode="auto">
            <a:xfrm rot="1426593">
              <a:off x="3406" y="911"/>
              <a:ext cx="30" cy="32"/>
            </a:xfrm>
            <a:prstGeom prst="ellipse">
              <a:avLst/>
            </a:prstGeom>
            <a:solidFill>
              <a:srgbClr val="BE844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143" name="Freeform 383"/>
          <p:cNvSpPr>
            <a:spLocks/>
          </p:cNvSpPr>
          <p:nvPr>
            <p:custDataLst>
              <p:tags r:id="rId639"/>
            </p:custDataLst>
          </p:nvPr>
        </p:nvSpPr>
        <p:spPr bwMode="auto">
          <a:xfrm rot="987330">
            <a:off x="4138613" y="2019300"/>
            <a:ext cx="298450" cy="203200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44" name="Oval 384"/>
          <p:cNvSpPr>
            <a:spLocks noChangeArrowheads="1"/>
          </p:cNvSpPr>
          <p:nvPr>
            <p:custDataLst>
              <p:tags r:id="rId640"/>
            </p:custDataLst>
          </p:nvPr>
        </p:nvSpPr>
        <p:spPr bwMode="auto">
          <a:xfrm rot="987330">
            <a:off x="4319588" y="2093913"/>
            <a:ext cx="49212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45" name="Freeform 385"/>
          <p:cNvSpPr>
            <a:spLocks/>
          </p:cNvSpPr>
          <p:nvPr>
            <p:custDataLst>
              <p:tags r:id="rId641"/>
            </p:custDataLst>
          </p:nvPr>
        </p:nvSpPr>
        <p:spPr bwMode="auto">
          <a:xfrm rot="-8792856">
            <a:off x="4365625" y="2003425"/>
            <a:ext cx="322263" cy="19526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46" name="Oval 386"/>
          <p:cNvSpPr>
            <a:spLocks noChangeArrowheads="1"/>
          </p:cNvSpPr>
          <p:nvPr>
            <p:custDataLst>
              <p:tags r:id="rId642"/>
            </p:custDataLst>
          </p:nvPr>
        </p:nvSpPr>
        <p:spPr bwMode="auto">
          <a:xfrm rot="2007144">
            <a:off x="4498975" y="2111375"/>
            <a:ext cx="47625" cy="42863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47" name="Freeform 387"/>
          <p:cNvSpPr>
            <a:spLocks/>
          </p:cNvSpPr>
          <p:nvPr>
            <p:custDataLst>
              <p:tags r:id="rId643"/>
            </p:custDataLst>
          </p:nvPr>
        </p:nvSpPr>
        <p:spPr bwMode="auto">
          <a:xfrm rot="-8792856">
            <a:off x="4579938" y="2052638"/>
            <a:ext cx="273050" cy="17621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48" name="Oval 388"/>
          <p:cNvSpPr>
            <a:spLocks noChangeArrowheads="1"/>
          </p:cNvSpPr>
          <p:nvPr>
            <p:custDataLst>
              <p:tags r:id="rId644"/>
            </p:custDataLst>
          </p:nvPr>
        </p:nvSpPr>
        <p:spPr bwMode="auto">
          <a:xfrm rot="2007144">
            <a:off x="4702175" y="2127250"/>
            <a:ext cx="42863" cy="42863"/>
          </a:xfrm>
          <a:prstGeom prst="ellipse">
            <a:avLst/>
          </a:prstGeom>
          <a:solidFill>
            <a:srgbClr val="BE844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49" name="Freeform 389"/>
          <p:cNvSpPr>
            <a:spLocks/>
          </p:cNvSpPr>
          <p:nvPr>
            <p:custDataLst>
              <p:tags r:id="rId645"/>
            </p:custDataLst>
          </p:nvPr>
        </p:nvSpPr>
        <p:spPr bwMode="auto">
          <a:xfrm rot="20173407" flipV="1">
            <a:off x="4964113" y="2082800"/>
            <a:ext cx="392112" cy="193675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50" name="Oval 390"/>
          <p:cNvSpPr>
            <a:spLocks noChangeArrowheads="1"/>
          </p:cNvSpPr>
          <p:nvPr>
            <p:custDataLst>
              <p:tags r:id="rId646"/>
            </p:custDataLst>
          </p:nvPr>
        </p:nvSpPr>
        <p:spPr bwMode="auto">
          <a:xfrm rot="20173407" flipV="1">
            <a:off x="5121275" y="2190750"/>
            <a:ext cx="57150" cy="476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51" name="Freeform 391"/>
          <p:cNvSpPr>
            <a:spLocks/>
          </p:cNvSpPr>
          <p:nvPr>
            <p:custDataLst>
              <p:tags r:id="rId647"/>
            </p:custDataLst>
          </p:nvPr>
        </p:nvSpPr>
        <p:spPr bwMode="auto">
          <a:xfrm rot="9373407" flipV="1">
            <a:off x="4627563" y="2036763"/>
            <a:ext cx="322262" cy="19526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52" name="Oval 392"/>
          <p:cNvSpPr>
            <a:spLocks noChangeArrowheads="1"/>
          </p:cNvSpPr>
          <p:nvPr>
            <p:custDataLst>
              <p:tags r:id="rId648"/>
            </p:custDataLst>
          </p:nvPr>
        </p:nvSpPr>
        <p:spPr bwMode="auto">
          <a:xfrm rot="20173407" flipV="1">
            <a:off x="4765675" y="2079625"/>
            <a:ext cx="47625" cy="42863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53" name="Freeform 393"/>
          <p:cNvSpPr>
            <a:spLocks/>
          </p:cNvSpPr>
          <p:nvPr>
            <p:custDataLst>
              <p:tags r:id="rId649"/>
            </p:custDataLst>
          </p:nvPr>
        </p:nvSpPr>
        <p:spPr bwMode="auto">
          <a:xfrm rot="9373407" flipV="1">
            <a:off x="4845050" y="2038350"/>
            <a:ext cx="273050" cy="17621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54" name="Oval 394"/>
          <p:cNvSpPr>
            <a:spLocks noChangeArrowheads="1"/>
          </p:cNvSpPr>
          <p:nvPr>
            <p:custDataLst>
              <p:tags r:id="rId650"/>
            </p:custDataLst>
          </p:nvPr>
        </p:nvSpPr>
        <p:spPr bwMode="auto">
          <a:xfrm rot="20173407" flipV="1">
            <a:off x="4968875" y="2098675"/>
            <a:ext cx="42863" cy="42863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55" name="Freeform 395"/>
          <p:cNvSpPr>
            <a:spLocks/>
          </p:cNvSpPr>
          <p:nvPr>
            <p:custDataLst>
              <p:tags r:id="rId651"/>
            </p:custDataLst>
          </p:nvPr>
        </p:nvSpPr>
        <p:spPr bwMode="auto">
          <a:xfrm rot="20173407" flipV="1">
            <a:off x="4905375" y="2200275"/>
            <a:ext cx="385763" cy="184150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56" name="Freeform 396"/>
          <p:cNvSpPr>
            <a:spLocks/>
          </p:cNvSpPr>
          <p:nvPr>
            <p:custDataLst>
              <p:tags r:id="rId652"/>
            </p:custDataLst>
          </p:nvPr>
        </p:nvSpPr>
        <p:spPr bwMode="auto">
          <a:xfrm rot="9373407" flipV="1">
            <a:off x="4729163" y="2125663"/>
            <a:ext cx="328612" cy="292100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57" name="Freeform 397"/>
          <p:cNvSpPr>
            <a:spLocks/>
          </p:cNvSpPr>
          <p:nvPr>
            <p:custDataLst>
              <p:tags r:id="rId653"/>
            </p:custDataLst>
          </p:nvPr>
        </p:nvSpPr>
        <p:spPr bwMode="auto">
          <a:xfrm rot="20173407" flipV="1">
            <a:off x="5167313" y="1987550"/>
            <a:ext cx="296862" cy="293688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58" name="Freeform 398"/>
          <p:cNvSpPr>
            <a:spLocks/>
          </p:cNvSpPr>
          <p:nvPr>
            <p:custDataLst>
              <p:tags r:id="rId654"/>
            </p:custDataLst>
          </p:nvPr>
        </p:nvSpPr>
        <p:spPr bwMode="auto">
          <a:xfrm rot="20173407" flipV="1">
            <a:off x="4987925" y="1931988"/>
            <a:ext cx="392113" cy="192087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59" name="Oval 399"/>
          <p:cNvSpPr>
            <a:spLocks noChangeArrowheads="1"/>
          </p:cNvSpPr>
          <p:nvPr>
            <p:custDataLst>
              <p:tags r:id="rId655"/>
            </p:custDataLst>
          </p:nvPr>
        </p:nvSpPr>
        <p:spPr bwMode="auto">
          <a:xfrm rot="20173407" flipV="1">
            <a:off x="5165725" y="2016125"/>
            <a:ext cx="47625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60" name="Oval 400"/>
          <p:cNvSpPr>
            <a:spLocks noChangeArrowheads="1"/>
          </p:cNvSpPr>
          <p:nvPr>
            <p:custDataLst>
              <p:tags r:id="rId656"/>
            </p:custDataLst>
          </p:nvPr>
        </p:nvSpPr>
        <p:spPr bwMode="auto">
          <a:xfrm rot="20173407" flipV="1">
            <a:off x="4867275" y="2182813"/>
            <a:ext cx="49213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61" name="Oval 401"/>
          <p:cNvSpPr>
            <a:spLocks noChangeArrowheads="1"/>
          </p:cNvSpPr>
          <p:nvPr>
            <p:custDataLst>
              <p:tags r:id="rId657"/>
            </p:custDataLst>
          </p:nvPr>
        </p:nvSpPr>
        <p:spPr bwMode="auto">
          <a:xfrm rot="20173407" flipV="1">
            <a:off x="5332413" y="2171700"/>
            <a:ext cx="49212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62" name="Oval 402"/>
          <p:cNvSpPr>
            <a:spLocks noChangeArrowheads="1"/>
          </p:cNvSpPr>
          <p:nvPr>
            <p:custDataLst>
              <p:tags r:id="rId658"/>
            </p:custDataLst>
          </p:nvPr>
        </p:nvSpPr>
        <p:spPr bwMode="auto">
          <a:xfrm rot="20173407" flipV="1">
            <a:off x="5041900" y="2281238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63" name="Freeform 403"/>
          <p:cNvSpPr>
            <a:spLocks/>
          </p:cNvSpPr>
          <p:nvPr>
            <p:custDataLst>
              <p:tags r:id="rId659"/>
            </p:custDataLst>
          </p:nvPr>
        </p:nvSpPr>
        <p:spPr bwMode="auto">
          <a:xfrm rot="9373407" flipV="1">
            <a:off x="5402263" y="2054225"/>
            <a:ext cx="269875" cy="20796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64" name="Oval 404"/>
          <p:cNvSpPr>
            <a:spLocks noChangeArrowheads="1"/>
          </p:cNvSpPr>
          <p:nvPr>
            <p:custDataLst>
              <p:tags r:id="rId660"/>
            </p:custDataLst>
          </p:nvPr>
        </p:nvSpPr>
        <p:spPr bwMode="auto">
          <a:xfrm rot="20173407" flipV="1">
            <a:off x="5499100" y="2125663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65" name="Freeform 405"/>
          <p:cNvSpPr>
            <a:spLocks/>
          </p:cNvSpPr>
          <p:nvPr>
            <p:custDataLst>
              <p:tags r:id="rId661"/>
            </p:custDataLst>
          </p:nvPr>
        </p:nvSpPr>
        <p:spPr bwMode="auto">
          <a:xfrm rot="20173407" flipV="1">
            <a:off x="5053013" y="2247900"/>
            <a:ext cx="298450" cy="203200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66" name="Oval 406"/>
          <p:cNvSpPr>
            <a:spLocks noChangeArrowheads="1"/>
          </p:cNvSpPr>
          <p:nvPr>
            <p:custDataLst>
              <p:tags r:id="rId662"/>
            </p:custDataLst>
          </p:nvPr>
        </p:nvSpPr>
        <p:spPr bwMode="auto">
          <a:xfrm rot="20173407" flipV="1">
            <a:off x="5233988" y="2317750"/>
            <a:ext cx="49212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67" name="Freeform 407"/>
          <p:cNvSpPr>
            <a:spLocks/>
          </p:cNvSpPr>
          <p:nvPr>
            <p:custDataLst>
              <p:tags r:id="rId663"/>
            </p:custDataLst>
          </p:nvPr>
        </p:nvSpPr>
        <p:spPr bwMode="auto">
          <a:xfrm rot="8353594" flipV="1">
            <a:off x="5280025" y="2239963"/>
            <a:ext cx="322263" cy="19526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68" name="Oval 408"/>
          <p:cNvSpPr>
            <a:spLocks noChangeArrowheads="1"/>
          </p:cNvSpPr>
          <p:nvPr>
            <p:custDataLst>
              <p:tags r:id="rId664"/>
            </p:custDataLst>
          </p:nvPr>
        </p:nvSpPr>
        <p:spPr bwMode="auto">
          <a:xfrm rot="19153594" flipV="1">
            <a:off x="5408613" y="2284413"/>
            <a:ext cx="47625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69" name="Freeform 409"/>
          <p:cNvSpPr>
            <a:spLocks/>
          </p:cNvSpPr>
          <p:nvPr>
            <p:custDataLst>
              <p:tags r:id="rId665"/>
            </p:custDataLst>
          </p:nvPr>
        </p:nvSpPr>
        <p:spPr bwMode="auto">
          <a:xfrm rot="8353594" flipV="1">
            <a:off x="5486400" y="2185988"/>
            <a:ext cx="273050" cy="17621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70" name="Oval 410"/>
          <p:cNvSpPr>
            <a:spLocks noChangeArrowheads="1"/>
          </p:cNvSpPr>
          <p:nvPr>
            <p:custDataLst>
              <p:tags r:id="rId666"/>
            </p:custDataLst>
          </p:nvPr>
        </p:nvSpPr>
        <p:spPr bwMode="auto">
          <a:xfrm rot="19153594" flipV="1">
            <a:off x="5608638" y="2243138"/>
            <a:ext cx="42862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85" name="Group 411"/>
          <p:cNvGrpSpPr>
            <a:grpSpLocks/>
          </p:cNvGrpSpPr>
          <p:nvPr>
            <p:custDataLst>
              <p:tags r:id="rId667"/>
            </p:custDataLst>
          </p:nvPr>
        </p:nvGrpSpPr>
        <p:grpSpPr bwMode="auto">
          <a:xfrm>
            <a:off x="4425950" y="2619375"/>
            <a:ext cx="392113" cy="193675"/>
            <a:chOff x="2617" y="1166"/>
            <a:chExt cx="247" cy="122"/>
          </a:xfrm>
        </p:grpSpPr>
        <p:sp>
          <p:nvSpPr>
            <p:cNvPr id="22319" name="Freeform 412"/>
            <p:cNvSpPr>
              <a:spLocks/>
            </p:cNvSpPr>
            <p:nvPr/>
          </p:nvSpPr>
          <p:spPr bwMode="auto">
            <a:xfrm rot="1426593">
              <a:off x="2617" y="1166"/>
              <a:ext cx="247" cy="122"/>
            </a:xfrm>
            <a:custGeom>
              <a:avLst/>
              <a:gdLst>
                <a:gd name="T0" fmla="*/ 2102 w 120"/>
                <a:gd name="T1" fmla="*/ 1456 h 60"/>
                <a:gd name="T2" fmla="*/ 3427 w 120"/>
                <a:gd name="T3" fmla="*/ 1244 h 60"/>
                <a:gd name="T4" fmla="*/ 2338 w 120"/>
                <a:gd name="T5" fmla="*/ 0 h 60"/>
                <a:gd name="T6" fmla="*/ 1665 w 120"/>
                <a:gd name="T7" fmla="*/ 2084 h 60"/>
                <a:gd name="T8" fmla="*/ 2102 w 120"/>
                <a:gd name="T9" fmla="*/ 1456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20" name="Oval 413"/>
            <p:cNvSpPr>
              <a:spLocks noChangeArrowheads="1"/>
            </p:cNvSpPr>
            <p:nvPr/>
          </p:nvSpPr>
          <p:spPr bwMode="auto">
            <a:xfrm rot="1426593">
              <a:off x="2716" y="1190"/>
              <a:ext cx="36" cy="30"/>
            </a:xfrm>
            <a:prstGeom prst="ellipse">
              <a:avLst/>
            </a:prstGeom>
            <a:solidFill>
              <a:srgbClr val="BE844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172" name="Freeform 414"/>
          <p:cNvSpPr>
            <a:spLocks/>
          </p:cNvSpPr>
          <p:nvPr>
            <p:custDataLst>
              <p:tags r:id="rId668"/>
            </p:custDataLst>
          </p:nvPr>
        </p:nvSpPr>
        <p:spPr bwMode="auto">
          <a:xfrm rot="-9373407">
            <a:off x="4089400" y="2663825"/>
            <a:ext cx="322263" cy="19526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73" name="Oval 415"/>
          <p:cNvSpPr>
            <a:spLocks noChangeArrowheads="1"/>
          </p:cNvSpPr>
          <p:nvPr>
            <p:custDataLst>
              <p:tags r:id="rId669"/>
            </p:custDataLst>
          </p:nvPr>
        </p:nvSpPr>
        <p:spPr bwMode="auto">
          <a:xfrm rot="1426593">
            <a:off x="4227513" y="2773363"/>
            <a:ext cx="47625" cy="42862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74" name="Freeform 416"/>
          <p:cNvSpPr>
            <a:spLocks/>
          </p:cNvSpPr>
          <p:nvPr>
            <p:custDataLst>
              <p:tags r:id="rId670"/>
            </p:custDataLst>
          </p:nvPr>
        </p:nvSpPr>
        <p:spPr bwMode="auto">
          <a:xfrm rot="-9373407">
            <a:off x="4306888" y="2681288"/>
            <a:ext cx="273050" cy="17621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75" name="Oval 417"/>
          <p:cNvSpPr>
            <a:spLocks noChangeArrowheads="1"/>
          </p:cNvSpPr>
          <p:nvPr>
            <p:custDataLst>
              <p:tags r:id="rId671"/>
            </p:custDataLst>
          </p:nvPr>
        </p:nvSpPr>
        <p:spPr bwMode="auto">
          <a:xfrm rot="1426593">
            <a:off x="4430713" y="2754313"/>
            <a:ext cx="42862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76" name="Freeform 418"/>
          <p:cNvSpPr>
            <a:spLocks/>
          </p:cNvSpPr>
          <p:nvPr>
            <p:custDataLst>
              <p:tags r:id="rId672"/>
            </p:custDataLst>
          </p:nvPr>
        </p:nvSpPr>
        <p:spPr bwMode="auto">
          <a:xfrm rot="1426593">
            <a:off x="4367213" y="2511425"/>
            <a:ext cx="385762" cy="184150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77" name="Freeform 419"/>
          <p:cNvSpPr>
            <a:spLocks/>
          </p:cNvSpPr>
          <p:nvPr>
            <p:custDataLst>
              <p:tags r:id="rId673"/>
            </p:custDataLst>
          </p:nvPr>
        </p:nvSpPr>
        <p:spPr bwMode="auto">
          <a:xfrm rot="-9373407">
            <a:off x="4191000" y="2478088"/>
            <a:ext cx="328613" cy="292100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78" name="Freeform 420"/>
          <p:cNvSpPr>
            <a:spLocks/>
          </p:cNvSpPr>
          <p:nvPr>
            <p:custDataLst>
              <p:tags r:id="rId674"/>
            </p:custDataLst>
          </p:nvPr>
        </p:nvSpPr>
        <p:spPr bwMode="auto">
          <a:xfrm rot="1426593">
            <a:off x="4629150" y="2614613"/>
            <a:ext cx="296863" cy="293687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79" name="Freeform 421"/>
          <p:cNvSpPr>
            <a:spLocks/>
          </p:cNvSpPr>
          <p:nvPr>
            <p:custDataLst>
              <p:tags r:id="rId675"/>
            </p:custDataLst>
          </p:nvPr>
        </p:nvSpPr>
        <p:spPr bwMode="auto">
          <a:xfrm rot="1426593">
            <a:off x="4449763" y="2771775"/>
            <a:ext cx="392112" cy="192088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80" name="Oval 422"/>
          <p:cNvSpPr>
            <a:spLocks noChangeArrowheads="1"/>
          </p:cNvSpPr>
          <p:nvPr>
            <p:custDataLst>
              <p:tags r:id="rId676"/>
            </p:custDataLst>
          </p:nvPr>
        </p:nvSpPr>
        <p:spPr bwMode="auto">
          <a:xfrm rot="1426593">
            <a:off x="4627563" y="2825750"/>
            <a:ext cx="47625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81" name="Oval 423"/>
          <p:cNvSpPr>
            <a:spLocks noChangeArrowheads="1"/>
          </p:cNvSpPr>
          <p:nvPr>
            <p:custDataLst>
              <p:tags r:id="rId677"/>
            </p:custDataLst>
          </p:nvPr>
        </p:nvSpPr>
        <p:spPr bwMode="auto">
          <a:xfrm rot="1426593">
            <a:off x="4329113" y="2659063"/>
            <a:ext cx="49212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82" name="Oval 424"/>
          <p:cNvSpPr>
            <a:spLocks noChangeArrowheads="1"/>
          </p:cNvSpPr>
          <p:nvPr>
            <p:custDataLst>
              <p:tags r:id="rId678"/>
            </p:custDataLst>
          </p:nvPr>
        </p:nvSpPr>
        <p:spPr bwMode="auto">
          <a:xfrm rot="1426593">
            <a:off x="4794250" y="2670175"/>
            <a:ext cx="49213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83" name="Oval 425"/>
          <p:cNvSpPr>
            <a:spLocks noChangeArrowheads="1"/>
          </p:cNvSpPr>
          <p:nvPr>
            <p:custDataLst>
              <p:tags r:id="rId679"/>
            </p:custDataLst>
          </p:nvPr>
        </p:nvSpPr>
        <p:spPr bwMode="auto">
          <a:xfrm rot="1426593">
            <a:off x="4503738" y="2563813"/>
            <a:ext cx="47625" cy="50800"/>
          </a:xfrm>
          <a:prstGeom prst="ellipse">
            <a:avLst/>
          </a:prstGeom>
          <a:solidFill>
            <a:srgbClr val="BE844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84" name="Freeform 426"/>
          <p:cNvSpPr>
            <a:spLocks/>
          </p:cNvSpPr>
          <p:nvPr>
            <p:custDataLst>
              <p:tags r:id="rId680"/>
            </p:custDataLst>
          </p:nvPr>
        </p:nvSpPr>
        <p:spPr bwMode="auto">
          <a:xfrm rot="-9373407">
            <a:off x="4864100" y="2633663"/>
            <a:ext cx="269875" cy="20796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85" name="Oval 427"/>
          <p:cNvSpPr>
            <a:spLocks noChangeArrowheads="1"/>
          </p:cNvSpPr>
          <p:nvPr>
            <p:custDataLst>
              <p:tags r:id="rId681"/>
            </p:custDataLst>
          </p:nvPr>
        </p:nvSpPr>
        <p:spPr bwMode="auto">
          <a:xfrm rot="1426593">
            <a:off x="4960938" y="2719388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86" name="Group 428"/>
          <p:cNvGrpSpPr>
            <a:grpSpLocks/>
          </p:cNvGrpSpPr>
          <p:nvPr>
            <p:custDataLst>
              <p:tags r:id="rId682"/>
            </p:custDataLst>
          </p:nvPr>
        </p:nvGrpSpPr>
        <p:grpSpPr bwMode="auto">
          <a:xfrm>
            <a:off x="4514850" y="2444750"/>
            <a:ext cx="298450" cy="203200"/>
            <a:chOff x="2752" y="1137"/>
            <a:chExt cx="188" cy="128"/>
          </a:xfrm>
        </p:grpSpPr>
        <p:sp>
          <p:nvSpPr>
            <p:cNvPr id="22317" name="Freeform 429"/>
            <p:cNvSpPr>
              <a:spLocks/>
            </p:cNvSpPr>
            <p:nvPr/>
          </p:nvSpPr>
          <p:spPr bwMode="auto">
            <a:xfrm rot="1426593">
              <a:off x="2752" y="1137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BE844A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18" name="Oval 430"/>
            <p:cNvSpPr>
              <a:spLocks noChangeArrowheads="1"/>
            </p:cNvSpPr>
            <p:nvPr/>
          </p:nvSpPr>
          <p:spPr bwMode="auto">
            <a:xfrm rot="1426593">
              <a:off x="2866" y="1189"/>
              <a:ext cx="31" cy="32"/>
            </a:xfrm>
            <a:prstGeom prst="ellipse">
              <a:avLst/>
            </a:prstGeom>
            <a:solidFill>
              <a:srgbClr val="BE844A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187" name="Freeform 431"/>
          <p:cNvSpPr>
            <a:spLocks/>
          </p:cNvSpPr>
          <p:nvPr>
            <p:custDataLst>
              <p:tags r:id="rId683"/>
            </p:custDataLst>
          </p:nvPr>
        </p:nvSpPr>
        <p:spPr bwMode="auto">
          <a:xfrm rot="-8353594">
            <a:off x="4741863" y="2459038"/>
            <a:ext cx="322262" cy="19526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88" name="Oval 432"/>
          <p:cNvSpPr>
            <a:spLocks noChangeArrowheads="1"/>
          </p:cNvSpPr>
          <p:nvPr>
            <p:custDataLst>
              <p:tags r:id="rId684"/>
            </p:custDataLst>
          </p:nvPr>
        </p:nvSpPr>
        <p:spPr bwMode="auto">
          <a:xfrm rot="2446406">
            <a:off x="4870450" y="2566988"/>
            <a:ext cx="47625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89" name="Freeform 433"/>
          <p:cNvSpPr>
            <a:spLocks/>
          </p:cNvSpPr>
          <p:nvPr>
            <p:custDataLst>
              <p:tags r:id="rId685"/>
            </p:custDataLst>
          </p:nvPr>
        </p:nvSpPr>
        <p:spPr bwMode="auto">
          <a:xfrm rot="-8353594">
            <a:off x="4948238" y="2532063"/>
            <a:ext cx="273050" cy="17621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90" name="Oval 434"/>
          <p:cNvSpPr>
            <a:spLocks noChangeArrowheads="1"/>
          </p:cNvSpPr>
          <p:nvPr>
            <p:custDataLst>
              <p:tags r:id="rId686"/>
            </p:custDataLst>
          </p:nvPr>
        </p:nvSpPr>
        <p:spPr bwMode="auto">
          <a:xfrm rot="2446406">
            <a:off x="5070475" y="2608263"/>
            <a:ext cx="42863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91" name="Freeform 435"/>
          <p:cNvSpPr>
            <a:spLocks/>
          </p:cNvSpPr>
          <p:nvPr>
            <p:custDataLst>
              <p:tags r:id="rId687"/>
            </p:custDataLst>
          </p:nvPr>
        </p:nvSpPr>
        <p:spPr bwMode="auto">
          <a:xfrm rot="987330">
            <a:off x="4279900" y="2393950"/>
            <a:ext cx="392113" cy="193675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92" name="Oval 436"/>
          <p:cNvSpPr>
            <a:spLocks noChangeArrowheads="1"/>
          </p:cNvSpPr>
          <p:nvPr>
            <p:custDataLst>
              <p:tags r:id="rId688"/>
            </p:custDataLst>
          </p:nvPr>
        </p:nvSpPr>
        <p:spPr bwMode="auto">
          <a:xfrm rot="987330">
            <a:off x="4432300" y="2433638"/>
            <a:ext cx="57150" cy="4762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93" name="Freeform 437"/>
          <p:cNvSpPr>
            <a:spLocks/>
          </p:cNvSpPr>
          <p:nvPr>
            <p:custDataLst>
              <p:tags r:id="rId689"/>
            </p:custDataLst>
          </p:nvPr>
        </p:nvSpPr>
        <p:spPr bwMode="auto">
          <a:xfrm rot="-9812670">
            <a:off x="3951288" y="2482850"/>
            <a:ext cx="322262" cy="19526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94" name="Oval 438"/>
          <p:cNvSpPr>
            <a:spLocks noChangeArrowheads="1"/>
          </p:cNvSpPr>
          <p:nvPr>
            <p:custDataLst>
              <p:tags r:id="rId690"/>
            </p:custDataLst>
          </p:nvPr>
        </p:nvSpPr>
        <p:spPr bwMode="auto">
          <a:xfrm rot="987330">
            <a:off x="4094163" y="2592388"/>
            <a:ext cx="47625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95" name="Freeform 439"/>
          <p:cNvSpPr>
            <a:spLocks/>
          </p:cNvSpPr>
          <p:nvPr>
            <p:custDataLst>
              <p:tags r:id="rId691"/>
            </p:custDataLst>
          </p:nvPr>
        </p:nvSpPr>
        <p:spPr bwMode="auto">
          <a:xfrm rot="-9812670">
            <a:off x="4168775" y="2476500"/>
            <a:ext cx="273050" cy="17621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96" name="Oval 440"/>
          <p:cNvSpPr>
            <a:spLocks noChangeArrowheads="1"/>
          </p:cNvSpPr>
          <p:nvPr>
            <p:custDataLst>
              <p:tags r:id="rId692"/>
            </p:custDataLst>
          </p:nvPr>
        </p:nvSpPr>
        <p:spPr bwMode="auto">
          <a:xfrm rot="987330">
            <a:off x="4292600" y="2547938"/>
            <a:ext cx="42863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97" name="Freeform 441"/>
          <p:cNvSpPr>
            <a:spLocks/>
          </p:cNvSpPr>
          <p:nvPr>
            <p:custDataLst>
              <p:tags r:id="rId693"/>
            </p:custDataLst>
          </p:nvPr>
        </p:nvSpPr>
        <p:spPr bwMode="auto">
          <a:xfrm rot="987330">
            <a:off x="4206875" y="2293938"/>
            <a:ext cx="385763" cy="184150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98" name="Freeform 442"/>
          <p:cNvSpPr>
            <a:spLocks/>
          </p:cNvSpPr>
          <p:nvPr>
            <p:custDataLst>
              <p:tags r:id="rId694"/>
            </p:custDataLst>
          </p:nvPr>
        </p:nvSpPr>
        <p:spPr bwMode="auto">
          <a:xfrm rot="-9812670">
            <a:off x="4035425" y="2287588"/>
            <a:ext cx="328613" cy="292100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199" name="Freeform 443"/>
          <p:cNvSpPr>
            <a:spLocks/>
          </p:cNvSpPr>
          <p:nvPr>
            <p:custDataLst>
              <p:tags r:id="rId695"/>
            </p:custDataLst>
          </p:nvPr>
        </p:nvSpPr>
        <p:spPr bwMode="auto">
          <a:xfrm rot="987330">
            <a:off x="4487863" y="2368550"/>
            <a:ext cx="296862" cy="293688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00" name="Freeform 444"/>
          <p:cNvSpPr>
            <a:spLocks/>
          </p:cNvSpPr>
          <p:nvPr>
            <p:custDataLst>
              <p:tags r:id="rId696"/>
            </p:custDataLst>
          </p:nvPr>
        </p:nvSpPr>
        <p:spPr bwMode="auto">
          <a:xfrm rot="987330">
            <a:off x="4322763" y="2541588"/>
            <a:ext cx="392112" cy="192087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01" name="Oval 445"/>
          <p:cNvSpPr>
            <a:spLocks noChangeArrowheads="1"/>
          </p:cNvSpPr>
          <p:nvPr>
            <p:custDataLst>
              <p:tags r:id="rId697"/>
            </p:custDataLst>
          </p:nvPr>
        </p:nvSpPr>
        <p:spPr bwMode="auto">
          <a:xfrm rot="987330">
            <a:off x="4497388" y="2593975"/>
            <a:ext cx="47625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02" name="Oval 446"/>
          <p:cNvSpPr>
            <a:spLocks noChangeArrowheads="1"/>
          </p:cNvSpPr>
          <p:nvPr>
            <p:custDataLst>
              <p:tags r:id="rId698"/>
            </p:custDataLst>
          </p:nvPr>
        </p:nvSpPr>
        <p:spPr bwMode="auto">
          <a:xfrm rot="987330">
            <a:off x="4181475" y="2466975"/>
            <a:ext cx="49213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03" name="Oval 447"/>
          <p:cNvSpPr>
            <a:spLocks noChangeArrowheads="1"/>
          </p:cNvSpPr>
          <p:nvPr>
            <p:custDataLst>
              <p:tags r:id="rId699"/>
            </p:custDataLst>
          </p:nvPr>
        </p:nvSpPr>
        <p:spPr bwMode="auto">
          <a:xfrm rot="987330">
            <a:off x="4645025" y="2419350"/>
            <a:ext cx="49213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04" name="Oval 448"/>
          <p:cNvSpPr>
            <a:spLocks noChangeArrowheads="1"/>
          </p:cNvSpPr>
          <p:nvPr>
            <p:custDataLst>
              <p:tags r:id="rId700"/>
            </p:custDataLst>
          </p:nvPr>
        </p:nvSpPr>
        <p:spPr bwMode="auto">
          <a:xfrm rot="987330">
            <a:off x="4341813" y="2351088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05" name="Freeform 449"/>
          <p:cNvSpPr>
            <a:spLocks/>
          </p:cNvSpPr>
          <p:nvPr>
            <p:custDataLst>
              <p:tags r:id="rId701"/>
            </p:custDataLst>
          </p:nvPr>
        </p:nvSpPr>
        <p:spPr bwMode="auto">
          <a:xfrm rot="-9812670">
            <a:off x="4718050" y="2359025"/>
            <a:ext cx="269875" cy="20796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06" name="Oval 450"/>
          <p:cNvSpPr>
            <a:spLocks noChangeArrowheads="1"/>
          </p:cNvSpPr>
          <p:nvPr>
            <p:custDataLst>
              <p:tags r:id="rId702"/>
            </p:custDataLst>
          </p:nvPr>
        </p:nvSpPr>
        <p:spPr bwMode="auto">
          <a:xfrm rot="987330">
            <a:off x="4814888" y="2446338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07" name="Freeform 451"/>
          <p:cNvSpPr>
            <a:spLocks/>
          </p:cNvSpPr>
          <p:nvPr>
            <p:custDataLst>
              <p:tags r:id="rId703"/>
            </p:custDataLst>
          </p:nvPr>
        </p:nvSpPr>
        <p:spPr bwMode="auto">
          <a:xfrm rot="987330">
            <a:off x="4346575" y="2214563"/>
            <a:ext cx="298450" cy="203200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08" name="Oval 452"/>
          <p:cNvSpPr>
            <a:spLocks noChangeArrowheads="1"/>
          </p:cNvSpPr>
          <p:nvPr>
            <p:custDataLst>
              <p:tags r:id="rId704"/>
            </p:custDataLst>
          </p:nvPr>
        </p:nvSpPr>
        <p:spPr bwMode="auto">
          <a:xfrm rot="987330">
            <a:off x="4527550" y="2289175"/>
            <a:ext cx="49213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09" name="Freeform 453"/>
          <p:cNvSpPr>
            <a:spLocks/>
          </p:cNvSpPr>
          <p:nvPr>
            <p:custDataLst>
              <p:tags r:id="rId705"/>
            </p:custDataLst>
          </p:nvPr>
        </p:nvSpPr>
        <p:spPr bwMode="auto">
          <a:xfrm rot="-8792856">
            <a:off x="4573588" y="2198688"/>
            <a:ext cx="322262" cy="19526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10" name="Oval 454"/>
          <p:cNvSpPr>
            <a:spLocks noChangeArrowheads="1"/>
          </p:cNvSpPr>
          <p:nvPr>
            <p:custDataLst>
              <p:tags r:id="rId706"/>
            </p:custDataLst>
          </p:nvPr>
        </p:nvSpPr>
        <p:spPr bwMode="auto">
          <a:xfrm rot="2007144">
            <a:off x="4706938" y="2306638"/>
            <a:ext cx="47625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11" name="Freeform 455"/>
          <p:cNvSpPr>
            <a:spLocks/>
          </p:cNvSpPr>
          <p:nvPr>
            <p:custDataLst>
              <p:tags r:id="rId707"/>
            </p:custDataLst>
          </p:nvPr>
        </p:nvSpPr>
        <p:spPr bwMode="auto">
          <a:xfrm rot="-8792856">
            <a:off x="4787900" y="2247900"/>
            <a:ext cx="273050" cy="17621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12" name="Oval 456"/>
          <p:cNvSpPr>
            <a:spLocks noChangeArrowheads="1"/>
          </p:cNvSpPr>
          <p:nvPr>
            <p:custDataLst>
              <p:tags r:id="rId708"/>
            </p:custDataLst>
          </p:nvPr>
        </p:nvSpPr>
        <p:spPr bwMode="auto">
          <a:xfrm rot="2007144">
            <a:off x="4910138" y="2322513"/>
            <a:ext cx="42862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13" name="Freeform 457"/>
          <p:cNvSpPr>
            <a:spLocks/>
          </p:cNvSpPr>
          <p:nvPr>
            <p:custDataLst>
              <p:tags r:id="rId709"/>
            </p:custDataLst>
          </p:nvPr>
        </p:nvSpPr>
        <p:spPr bwMode="auto">
          <a:xfrm rot="987330">
            <a:off x="3352800" y="2371725"/>
            <a:ext cx="392113" cy="193675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14" name="Oval 458"/>
          <p:cNvSpPr>
            <a:spLocks noChangeArrowheads="1"/>
          </p:cNvSpPr>
          <p:nvPr>
            <p:custDataLst>
              <p:tags r:id="rId710"/>
            </p:custDataLst>
          </p:nvPr>
        </p:nvSpPr>
        <p:spPr bwMode="auto">
          <a:xfrm rot="987330">
            <a:off x="3505200" y="2411413"/>
            <a:ext cx="57150" cy="4762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15" name="Freeform 459"/>
          <p:cNvSpPr>
            <a:spLocks/>
          </p:cNvSpPr>
          <p:nvPr>
            <p:custDataLst>
              <p:tags r:id="rId711"/>
            </p:custDataLst>
          </p:nvPr>
        </p:nvSpPr>
        <p:spPr bwMode="auto">
          <a:xfrm rot="-9812670">
            <a:off x="3024188" y="2460625"/>
            <a:ext cx="322262" cy="19526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16" name="Oval 460"/>
          <p:cNvSpPr>
            <a:spLocks noChangeArrowheads="1"/>
          </p:cNvSpPr>
          <p:nvPr>
            <p:custDataLst>
              <p:tags r:id="rId712"/>
            </p:custDataLst>
          </p:nvPr>
        </p:nvSpPr>
        <p:spPr bwMode="auto">
          <a:xfrm rot="987330">
            <a:off x="3167063" y="2570163"/>
            <a:ext cx="47625" cy="4286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17" name="Freeform 461"/>
          <p:cNvSpPr>
            <a:spLocks/>
          </p:cNvSpPr>
          <p:nvPr>
            <p:custDataLst>
              <p:tags r:id="rId713"/>
            </p:custDataLst>
          </p:nvPr>
        </p:nvSpPr>
        <p:spPr bwMode="auto">
          <a:xfrm rot="-9812670">
            <a:off x="3241675" y="2454275"/>
            <a:ext cx="273050" cy="17621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18" name="Oval 462"/>
          <p:cNvSpPr>
            <a:spLocks noChangeArrowheads="1"/>
          </p:cNvSpPr>
          <p:nvPr>
            <p:custDataLst>
              <p:tags r:id="rId714"/>
            </p:custDataLst>
          </p:nvPr>
        </p:nvSpPr>
        <p:spPr bwMode="auto">
          <a:xfrm rot="987330">
            <a:off x="3365500" y="2525713"/>
            <a:ext cx="42863" cy="4286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19" name="Freeform 463"/>
          <p:cNvSpPr>
            <a:spLocks/>
          </p:cNvSpPr>
          <p:nvPr>
            <p:custDataLst>
              <p:tags r:id="rId715"/>
            </p:custDataLst>
          </p:nvPr>
        </p:nvSpPr>
        <p:spPr bwMode="auto">
          <a:xfrm rot="987330">
            <a:off x="3279775" y="2271713"/>
            <a:ext cx="385763" cy="184150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20" name="Freeform 464"/>
          <p:cNvSpPr>
            <a:spLocks/>
          </p:cNvSpPr>
          <p:nvPr>
            <p:custDataLst>
              <p:tags r:id="rId716"/>
            </p:custDataLst>
          </p:nvPr>
        </p:nvSpPr>
        <p:spPr bwMode="auto">
          <a:xfrm rot="987330">
            <a:off x="3560763" y="2346325"/>
            <a:ext cx="296862" cy="293688"/>
          </a:xfrm>
          <a:custGeom>
            <a:avLst/>
            <a:gdLst>
              <a:gd name="T0" fmla="*/ 2147483647 w 91"/>
              <a:gd name="T1" fmla="*/ 2147483647 h 63"/>
              <a:gd name="T2" fmla="*/ 2147483647 w 91"/>
              <a:gd name="T3" fmla="*/ 2147483647 h 63"/>
              <a:gd name="T4" fmla="*/ 2147483647 w 91"/>
              <a:gd name="T5" fmla="*/ 2147483647 h 63"/>
              <a:gd name="T6" fmla="*/ 2147483647 w 91"/>
              <a:gd name="T7" fmla="*/ 0 h 63"/>
              <a:gd name="T8" fmla="*/ 2147483647 w 91"/>
              <a:gd name="T9" fmla="*/ 2147483647 h 63"/>
              <a:gd name="T10" fmla="*/ 2147483647 w 91"/>
              <a:gd name="T11" fmla="*/ 2147483647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"/>
              <a:gd name="T19" fmla="*/ 0 h 63"/>
              <a:gd name="T20" fmla="*/ 91 w 91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" h="63">
                <a:moveTo>
                  <a:pt x="43" y="54"/>
                </a:moveTo>
                <a:cubicBezTo>
                  <a:pt x="68" y="50"/>
                  <a:pt x="91" y="60"/>
                  <a:pt x="91" y="30"/>
                </a:cubicBezTo>
                <a:cubicBezTo>
                  <a:pt x="91" y="24"/>
                  <a:pt x="90" y="16"/>
                  <a:pt x="85" y="12"/>
                </a:cubicBezTo>
                <a:cubicBezTo>
                  <a:pt x="75" y="5"/>
                  <a:pt x="49" y="0"/>
                  <a:pt x="49" y="0"/>
                </a:cubicBezTo>
                <a:cubicBezTo>
                  <a:pt x="0" y="16"/>
                  <a:pt x="35" y="40"/>
                  <a:pt x="55" y="60"/>
                </a:cubicBezTo>
                <a:cubicBezTo>
                  <a:pt x="58" y="63"/>
                  <a:pt x="47" y="56"/>
                  <a:pt x="43" y="54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21" name="Freeform 465"/>
          <p:cNvSpPr>
            <a:spLocks/>
          </p:cNvSpPr>
          <p:nvPr>
            <p:custDataLst>
              <p:tags r:id="rId717"/>
            </p:custDataLst>
          </p:nvPr>
        </p:nvSpPr>
        <p:spPr bwMode="auto">
          <a:xfrm rot="987330">
            <a:off x="3395663" y="2519363"/>
            <a:ext cx="392112" cy="192087"/>
          </a:xfrm>
          <a:custGeom>
            <a:avLst/>
            <a:gdLst>
              <a:gd name="T0" fmla="*/ 2147483647 w 120"/>
              <a:gd name="T1" fmla="*/ 2147483647 h 60"/>
              <a:gd name="T2" fmla="*/ 2147483647 w 120"/>
              <a:gd name="T3" fmla="*/ 2147483647 h 60"/>
              <a:gd name="T4" fmla="*/ 2147483647 w 120"/>
              <a:gd name="T5" fmla="*/ 0 h 60"/>
              <a:gd name="T6" fmla="*/ 2147483647 w 120"/>
              <a:gd name="T7" fmla="*/ 2147483647 h 60"/>
              <a:gd name="T8" fmla="*/ 2147483647 w 120"/>
              <a:gd name="T9" fmla="*/ 2147483647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60"/>
              <a:gd name="T17" fmla="*/ 120 w 1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60">
                <a:moveTo>
                  <a:pt x="57" y="42"/>
                </a:moveTo>
                <a:cubicBezTo>
                  <a:pt x="69" y="40"/>
                  <a:pt x="82" y="42"/>
                  <a:pt x="93" y="36"/>
                </a:cubicBezTo>
                <a:cubicBezTo>
                  <a:pt x="120" y="20"/>
                  <a:pt x="70" y="4"/>
                  <a:pt x="63" y="0"/>
                </a:cubicBezTo>
                <a:cubicBezTo>
                  <a:pt x="22" y="10"/>
                  <a:pt x="0" y="30"/>
                  <a:pt x="45" y="60"/>
                </a:cubicBezTo>
                <a:cubicBezTo>
                  <a:pt x="67" y="53"/>
                  <a:pt x="66" y="60"/>
                  <a:pt x="57" y="42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22" name="Oval 466"/>
          <p:cNvSpPr>
            <a:spLocks noChangeArrowheads="1"/>
          </p:cNvSpPr>
          <p:nvPr>
            <p:custDataLst>
              <p:tags r:id="rId718"/>
            </p:custDataLst>
          </p:nvPr>
        </p:nvSpPr>
        <p:spPr bwMode="auto">
          <a:xfrm rot="987330">
            <a:off x="3570288" y="2571750"/>
            <a:ext cx="47625" cy="539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 sz="2400"/>
          </a:p>
        </p:txBody>
      </p:sp>
      <p:sp>
        <p:nvSpPr>
          <p:cNvPr id="22223" name="Oval 467"/>
          <p:cNvSpPr>
            <a:spLocks noChangeArrowheads="1"/>
          </p:cNvSpPr>
          <p:nvPr>
            <p:custDataLst>
              <p:tags r:id="rId719"/>
            </p:custDataLst>
          </p:nvPr>
        </p:nvSpPr>
        <p:spPr bwMode="auto">
          <a:xfrm rot="987330">
            <a:off x="3717925" y="2397125"/>
            <a:ext cx="49213" cy="539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24" name="Freeform 468"/>
          <p:cNvSpPr>
            <a:spLocks/>
          </p:cNvSpPr>
          <p:nvPr>
            <p:custDataLst>
              <p:tags r:id="rId720"/>
            </p:custDataLst>
          </p:nvPr>
        </p:nvSpPr>
        <p:spPr bwMode="auto">
          <a:xfrm rot="-9812670">
            <a:off x="3790950" y="2336800"/>
            <a:ext cx="269875" cy="20796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25" name="Oval 469"/>
          <p:cNvSpPr>
            <a:spLocks noChangeArrowheads="1"/>
          </p:cNvSpPr>
          <p:nvPr>
            <p:custDataLst>
              <p:tags r:id="rId721"/>
            </p:custDataLst>
          </p:nvPr>
        </p:nvSpPr>
        <p:spPr bwMode="auto">
          <a:xfrm rot="987330">
            <a:off x="3887788" y="2424113"/>
            <a:ext cx="47625" cy="50800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1587" name="Group 470"/>
          <p:cNvGrpSpPr>
            <a:grpSpLocks/>
          </p:cNvGrpSpPr>
          <p:nvPr>
            <p:custDataLst>
              <p:tags r:id="rId722"/>
            </p:custDataLst>
          </p:nvPr>
        </p:nvGrpSpPr>
        <p:grpSpPr bwMode="auto">
          <a:xfrm>
            <a:off x="3108325" y="2201863"/>
            <a:ext cx="609600" cy="355600"/>
            <a:chOff x="1958" y="888"/>
            <a:chExt cx="384" cy="224"/>
          </a:xfrm>
        </p:grpSpPr>
        <p:sp>
          <p:nvSpPr>
            <p:cNvPr id="22312" name="Freeform 471"/>
            <p:cNvSpPr>
              <a:spLocks/>
            </p:cNvSpPr>
            <p:nvPr/>
          </p:nvSpPr>
          <p:spPr bwMode="auto">
            <a:xfrm rot="-9812670">
              <a:off x="1958" y="928"/>
              <a:ext cx="207" cy="184"/>
            </a:xfrm>
            <a:custGeom>
              <a:avLst/>
              <a:gdLst>
                <a:gd name="T0" fmla="*/ 4354 w 84"/>
                <a:gd name="T1" fmla="*/ 6970 h 68"/>
                <a:gd name="T2" fmla="*/ 6523 w 84"/>
                <a:gd name="T3" fmla="*/ 6099 h 68"/>
                <a:gd name="T4" fmla="*/ 4354 w 84"/>
                <a:gd name="T5" fmla="*/ 0 h 68"/>
                <a:gd name="T6" fmla="*/ 2169 w 84"/>
                <a:gd name="T7" fmla="*/ 9592 h 68"/>
                <a:gd name="T8" fmla="*/ 4354 w 84"/>
                <a:gd name="T9" fmla="*/ 697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13" name="Oval 472"/>
            <p:cNvSpPr>
              <a:spLocks noChangeArrowheads="1"/>
            </p:cNvSpPr>
            <p:nvPr/>
          </p:nvSpPr>
          <p:spPr bwMode="auto">
            <a:xfrm rot="987330">
              <a:off x="2050" y="1041"/>
              <a:ext cx="31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14" name="Oval 473"/>
            <p:cNvSpPr>
              <a:spLocks noChangeArrowheads="1"/>
            </p:cNvSpPr>
            <p:nvPr/>
          </p:nvSpPr>
          <p:spPr bwMode="auto">
            <a:xfrm rot="987330">
              <a:off x="2151" y="968"/>
              <a:ext cx="30" cy="3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2315" name="Freeform 474"/>
            <p:cNvSpPr>
              <a:spLocks/>
            </p:cNvSpPr>
            <p:nvPr/>
          </p:nvSpPr>
          <p:spPr bwMode="auto">
            <a:xfrm rot="987330">
              <a:off x="2154" y="888"/>
              <a:ext cx="188" cy="128"/>
            </a:xfrm>
            <a:custGeom>
              <a:avLst/>
              <a:gdLst>
                <a:gd name="T0" fmla="*/ 1622 w 91"/>
                <a:gd name="T1" fmla="*/ 1869 h 63"/>
                <a:gd name="T2" fmla="*/ 3423 w 91"/>
                <a:gd name="T3" fmla="*/ 1040 h 63"/>
                <a:gd name="T4" fmla="*/ 3210 w 91"/>
                <a:gd name="T5" fmla="*/ 412 h 63"/>
                <a:gd name="T6" fmla="*/ 1843 w 91"/>
                <a:gd name="T7" fmla="*/ 0 h 63"/>
                <a:gd name="T8" fmla="*/ 2082 w 91"/>
                <a:gd name="T9" fmla="*/ 2081 h 63"/>
                <a:gd name="T10" fmla="*/ 1622 w 91"/>
                <a:gd name="T11" fmla="*/ 1869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"/>
                <a:gd name="T19" fmla="*/ 0 h 63"/>
                <a:gd name="T20" fmla="*/ 91 w 91"/>
                <a:gd name="T21" fmla="*/ 63 h 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" h="63">
                  <a:moveTo>
                    <a:pt x="43" y="54"/>
                  </a:moveTo>
                  <a:cubicBezTo>
                    <a:pt x="68" y="50"/>
                    <a:pt x="91" y="60"/>
                    <a:pt x="91" y="30"/>
                  </a:cubicBezTo>
                  <a:cubicBezTo>
                    <a:pt x="91" y="24"/>
                    <a:pt x="90" y="16"/>
                    <a:pt x="85" y="12"/>
                  </a:cubicBezTo>
                  <a:cubicBezTo>
                    <a:pt x="75" y="5"/>
                    <a:pt x="49" y="0"/>
                    <a:pt x="49" y="0"/>
                  </a:cubicBezTo>
                  <a:cubicBezTo>
                    <a:pt x="0" y="16"/>
                    <a:pt x="35" y="40"/>
                    <a:pt x="55" y="60"/>
                  </a:cubicBezTo>
                  <a:cubicBezTo>
                    <a:pt x="58" y="63"/>
                    <a:pt x="47" y="56"/>
                    <a:pt x="43" y="54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316" name="Oval 475"/>
            <p:cNvSpPr>
              <a:spLocks noChangeArrowheads="1"/>
            </p:cNvSpPr>
            <p:nvPr/>
          </p:nvSpPr>
          <p:spPr bwMode="auto">
            <a:xfrm rot="987330">
              <a:off x="2268" y="929"/>
              <a:ext cx="31" cy="32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227" name="Freeform 476"/>
          <p:cNvSpPr>
            <a:spLocks/>
          </p:cNvSpPr>
          <p:nvPr>
            <p:custDataLst>
              <p:tags r:id="rId723"/>
            </p:custDataLst>
          </p:nvPr>
        </p:nvSpPr>
        <p:spPr bwMode="auto">
          <a:xfrm rot="-8792856">
            <a:off x="3646488" y="2176463"/>
            <a:ext cx="322262" cy="195262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FF99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28" name="Oval 477"/>
          <p:cNvSpPr>
            <a:spLocks noChangeArrowheads="1"/>
          </p:cNvSpPr>
          <p:nvPr>
            <p:custDataLst>
              <p:tags r:id="rId724"/>
            </p:custDataLst>
          </p:nvPr>
        </p:nvSpPr>
        <p:spPr bwMode="auto">
          <a:xfrm rot="2007144">
            <a:off x="3779838" y="2284413"/>
            <a:ext cx="47625" cy="4286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29" name="Freeform 478"/>
          <p:cNvSpPr>
            <a:spLocks/>
          </p:cNvSpPr>
          <p:nvPr>
            <p:custDataLst>
              <p:tags r:id="rId725"/>
            </p:custDataLst>
          </p:nvPr>
        </p:nvSpPr>
        <p:spPr bwMode="auto">
          <a:xfrm rot="-8792856">
            <a:off x="3860800" y="2225675"/>
            <a:ext cx="273050" cy="176213"/>
          </a:xfrm>
          <a:custGeom>
            <a:avLst/>
            <a:gdLst>
              <a:gd name="T0" fmla="*/ 2147483647 w 84"/>
              <a:gd name="T1" fmla="*/ 2147483647 h 68"/>
              <a:gd name="T2" fmla="*/ 2147483647 w 84"/>
              <a:gd name="T3" fmla="*/ 2147483647 h 68"/>
              <a:gd name="T4" fmla="*/ 2147483647 w 84"/>
              <a:gd name="T5" fmla="*/ 0 h 68"/>
              <a:gd name="T6" fmla="*/ 2147483647 w 84"/>
              <a:gd name="T7" fmla="*/ 2147483647 h 68"/>
              <a:gd name="T8" fmla="*/ 2147483647 w 84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"/>
              <a:gd name="T16" fmla="*/ 0 h 68"/>
              <a:gd name="T17" fmla="*/ 84 w 84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" h="68">
                <a:moveTo>
                  <a:pt x="48" y="48"/>
                </a:moveTo>
                <a:cubicBezTo>
                  <a:pt x="56" y="46"/>
                  <a:pt x="68" y="49"/>
                  <a:pt x="72" y="42"/>
                </a:cubicBezTo>
                <a:cubicBezTo>
                  <a:pt x="84" y="18"/>
                  <a:pt x="61" y="8"/>
                  <a:pt x="48" y="0"/>
                </a:cubicBezTo>
                <a:cubicBezTo>
                  <a:pt x="0" y="16"/>
                  <a:pt x="9" y="21"/>
                  <a:pt x="24" y="66"/>
                </a:cubicBezTo>
                <a:cubicBezTo>
                  <a:pt x="52" y="59"/>
                  <a:pt x="48" y="68"/>
                  <a:pt x="48" y="48"/>
                </a:cubicBezTo>
                <a:close/>
              </a:path>
            </a:pathLst>
          </a:custGeom>
          <a:solidFill>
            <a:srgbClr val="BE844A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30" name="Oval 479"/>
          <p:cNvSpPr>
            <a:spLocks noChangeArrowheads="1"/>
          </p:cNvSpPr>
          <p:nvPr>
            <p:custDataLst>
              <p:tags r:id="rId726"/>
            </p:custDataLst>
          </p:nvPr>
        </p:nvSpPr>
        <p:spPr bwMode="auto">
          <a:xfrm rot="2007144">
            <a:off x="3983038" y="2300288"/>
            <a:ext cx="42862" cy="42862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grpSp>
        <p:nvGrpSpPr>
          <p:cNvPr id="22882" name="Group 480"/>
          <p:cNvGrpSpPr>
            <a:grpSpLocks/>
          </p:cNvGrpSpPr>
          <p:nvPr>
            <p:custDataLst>
              <p:tags r:id="rId727"/>
            </p:custDataLst>
          </p:nvPr>
        </p:nvGrpSpPr>
        <p:grpSpPr bwMode="auto">
          <a:xfrm rot="-9154053">
            <a:off x="5740400" y="2420938"/>
            <a:ext cx="609600" cy="355600"/>
            <a:chOff x="1737" y="472"/>
            <a:chExt cx="384" cy="224"/>
          </a:xfrm>
        </p:grpSpPr>
        <p:sp>
          <p:nvSpPr>
            <p:cNvPr id="22305" name="Freeform 481"/>
            <p:cNvSpPr>
              <a:spLocks/>
            </p:cNvSpPr>
            <p:nvPr/>
          </p:nvSpPr>
          <p:spPr bwMode="auto">
            <a:xfrm rot="987330">
              <a:off x="1831" y="521"/>
              <a:ext cx="243" cy="116"/>
            </a:xfrm>
            <a:custGeom>
              <a:avLst/>
              <a:gdLst>
                <a:gd name="T0" fmla="*/ 1936 w 120"/>
                <a:gd name="T1" fmla="*/ 1137 h 60"/>
                <a:gd name="T2" fmla="*/ 3165 w 120"/>
                <a:gd name="T3" fmla="*/ 976 h 60"/>
                <a:gd name="T4" fmla="*/ 2149 w 120"/>
                <a:gd name="T5" fmla="*/ 0 h 60"/>
                <a:gd name="T6" fmla="*/ 1529 w 120"/>
                <a:gd name="T7" fmla="*/ 1618 h 60"/>
                <a:gd name="T8" fmla="*/ 1936 w 120"/>
                <a:gd name="T9" fmla="*/ 113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2883" name="Group 482"/>
            <p:cNvGrpSpPr>
              <a:grpSpLocks/>
            </p:cNvGrpSpPr>
            <p:nvPr/>
          </p:nvGrpSpPr>
          <p:grpSpPr bwMode="auto">
            <a:xfrm>
              <a:off x="1737" y="472"/>
              <a:ext cx="384" cy="224"/>
              <a:chOff x="1958" y="888"/>
              <a:chExt cx="384" cy="224"/>
            </a:xfrm>
          </p:grpSpPr>
          <p:sp>
            <p:nvSpPr>
              <p:cNvPr id="22307" name="Freeform 483"/>
              <p:cNvSpPr>
                <a:spLocks/>
              </p:cNvSpPr>
              <p:nvPr/>
            </p:nvSpPr>
            <p:spPr bwMode="auto">
              <a:xfrm rot="-9812670">
                <a:off x="1958" y="928"/>
                <a:ext cx="207" cy="184"/>
              </a:xfrm>
              <a:custGeom>
                <a:avLst/>
                <a:gdLst>
                  <a:gd name="T0" fmla="*/ 4354 w 84"/>
                  <a:gd name="T1" fmla="*/ 6970 h 68"/>
                  <a:gd name="T2" fmla="*/ 6523 w 84"/>
                  <a:gd name="T3" fmla="*/ 6099 h 68"/>
                  <a:gd name="T4" fmla="*/ 4354 w 84"/>
                  <a:gd name="T5" fmla="*/ 0 h 68"/>
                  <a:gd name="T6" fmla="*/ 2169 w 84"/>
                  <a:gd name="T7" fmla="*/ 9592 h 68"/>
                  <a:gd name="T8" fmla="*/ 4354 w 84"/>
                  <a:gd name="T9" fmla="*/ 697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08" name="Oval 484"/>
              <p:cNvSpPr>
                <a:spLocks noChangeArrowheads="1"/>
              </p:cNvSpPr>
              <p:nvPr/>
            </p:nvSpPr>
            <p:spPr bwMode="auto">
              <a:xfrm rot="987330">
                <a:off x="2050" y="1041"/>
                <a:ext cx="31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2309" name="Oval 485"/>
              <p:cNvSpPr>
                <a:spLocks noChangeArrowheads="1"/>
              </p:cNvSpPr>
              <p:nvPr/>
            </p:nvSpPr>
            <p:spPr bwMode="auto">
              <a:xfrm rot="987330">
                <a:off x="2151" y="968"/>
                <a:ext cx="30" cy="32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2310" name="Freeform 486"/>
              <p:cNvSpPr>
                <a:spLocks/>
              </p:cNvSpPr>
              <p:nvPr/>
            </p:nvSpPr>
            <p:spPr bwMode="auto">
              <a:xfrm rot="987330">
                <a:off x="2154" y="888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11" name="Oval 487"/>
              <p:cNvSpPr>
                <a:spLocks noChangeArrowheads="1"/>
              </p:cNvSpPr>
              <p:nvPr/>
            </p:nvSpPr>
            <p:spPr bwMode="auto">
              <a:xfrm rot="987330">
                <a:off x="2268" y="929"/>
                <a:ext cx="31" cy="32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grpSp>
        <p:nvGrpSpPr>
          <p:cNvPr id="22884" name="Group 488"/>
          <p:cNvGrpSpPr>
            <a:grpSpLocks/>
          </p:cNvGrpSpPr>
          <p:nvPr>
            <p:custDataLst>
              <p:tags r:id="rId728"/>
            </p:custDataLst>
          </p:nvPr>
        </p:nvGrpSpPr>
        <p:grpSpPr bwMode="auto">
          <a:xfrm rot="2372407">
            <a:off x="5613400" y="2220913"/>
            <a:ext cx="609600" cy="355600"/>
            <a:chOff x="1737" y="472"/>
            <a:chExt cx="384" cy="224"/>
          </a:xfrm>
        </p:grpSpPr>
        <p:sp>
          <p:nvSpPr>
            <p:cNvPr id="22298" name="Freeform 489"/>
            <p:cNvSpPr>
              <a:spLocks/>
            </p:cNvSpPr>
            <p:nvPr/>
          </p:nvSpPr>
          <p:spPr bwMode="auto">
            <a:xfrm rot="987330">
              <a:off x="1831" y="521"/>
              <a:ext cx="243" cy="116"/>
            </a:xfrm>
            <a:custGeom>
              <a:avLst/>
              <a:gdLst>
                <a:gd name="T0" fmla="*/ 1936 w 120"/>
                <a:gd name="T1" fmla="*/ 1137 h 60"/>
                <a:gd name="T2" fmla="*/ 3165 w 120"/>
                <a:gd name="T3" fmla="*/ 976 h 60"/>
                <a:gd name="T4" fmla="*/ 2149 w 120"/>
                <a:gd name="T5" fmla="*/ 0 h 60"/>
                <a:gd name="T6" fmla="*/ 1529 w 120"/>
                <a:gd name="T7" fmla="*/ 1618 h 60"/>
                <a:gd name="T8" fmla="*/ 1936 w 120"/>
                <a:gd name="T9" fmla="*/ 113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"/>
                <a:gd name="T16" fmla="*/ 0 h 60"/>
                <a:gd name="T17" fmla="*/ 120 w 120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" h="60">
                  <a:moveTo>
                    <a:pt x="57" y="42"/>
                  </a:moveTo>
                  <a:cubicBezTo>
                    <a:pt x="69" y="40"/>
                    <a:pt x="82" y="42"/>
                    <a:pt x="93" y="36"/>
                  </a:cubicBezTo>
                  <a:cubicBezTo>
                    <a:pt x="120" y="20"/>
                    <a:pt x="70" y="4"/>
                    <a:pt x="63" y="0"/>
                  </a:cubicBezTo>
                  <a:cubicBezTo>
                    <a:pt x="22" y="10"/>
                    <a:pt x="0" y="30"/>
                    <a:pt x="45" y="60"/>
                  </a:cubicBezTo>
                  <a:cubicBezTo>
                    <a:pt x="67" y="53"/>
                    <a:pt x="66" y="60"/>
                    <a:pt x="57" y="42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2885" name="Group 490"/>
            <p:cNvGrpSpPr>
              <a:grpSpLocks/>
            </p:cNvGrpSpPr>
            <p:nvPr/>
          </p:nvGrpSpPr>
          <p:grpSpPr bwMode="auto">
            <a:xfrm>
              <a:off x="1737" y="472"/>
              <a:ext cx="384" cy="224"/>
              <a:chOff x="1958" y="888"/>
              <a:chExt cx="384" cy="224"/>
            </a:xfrm>
          </p:grpSpPr>
          <p:sp>
            <p:nvSpPr>
              <p:cNvPr id="22300" name="Freeform 491"/>
              <p:cNvSpPr>
                <a:spLocks/>
              </p:cNvSpPr>
              <p:nvPr/>
            </p:nvSpPr>
            <p:spPr bwMode="auto">
              <a:xfrm rot="-9812670">
                <a:off x="1958" y="928"/>
                <a:ext cx="207" cy="184"/>
              </a:xfrm>
              <a:custGeom>
                <a:avLst/>
                <a:gdLst>
                  <a:gd name="T0" fmla="*/ 4354 w 84"/>
                  <a:gd name="T1" fmla="*/ 6970 h 68"/>
                  <a:gd name="T2" fmla="*/ 6523 w 84"/>
                  <a:gd name="T3" fmla="*/ 6099 h 68"/>
                  <a:gd name="T4" fmla="*/ 4354 w 84"/>
                  <a:gd name="T5" fmla="*/ 0 h 68"/>
                  <a:gd name="T6" fmla="*/ 2169 w 84"/>
                  <a:gd name="T7" fmla="*/ 9592 h 68"/>
                  <a:gd name="T8" fmla="*/ 4354 w 84"/>
                  <a:gd name="T9" fmla="*/ 6970 h 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"/>
                  <a:gd name="T16" fmla="*/ 0 h 68"/>
                  <a:gd name="T17" fmla="*/ 84 w 84"/>
                  <a:gd name="T18" fmla="*/ 68 h 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" h="68">
                    <a:moveTo>
                      <a:pt x="48" y="48"/>
                    </a:moveTo>
                    <a:cubicBezTo>
                      <a:pt x="56" y="46"/>
                      <a:pt x="68" y="49"/>
                      <a:pt x="72" y="42"/>
                    </a:cubicBezTo>
                    <a:cubicBezTo>
                      <a:pt x="84" y="18"/>
                      <a:pt x="61" y="8"/>
                      <a:pt x="48" y="0"/>
                    </a:cubicBezTo>
                    <a:cubicBezTo>
                      <a:pt x="0" y="16"/>
                      <a:pt x="9" y="21"/>
                      <a:pt x="24" y="66"/>
                    </a:cubicBezTo>
                    <a:cubicBezTo>
                      <a:pt x="52" y="59"/>
                      <a:pt x="48" y="68"/>
                      <a:pt x="48" y="48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01" name="Oval 492"/>
              <p:cNvSpPr>
                <a:spLocks noChangeArrowheads="1"/>
              </p:cNvSpPr>
              <p:nvPr/>
            </p:nvSpPr>
            <p:spPr bwMode="auto">
              <a:xfrm rot="987330">
                <a:off x="2050" y="1041"/>
                <a:ext cx="31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2302" name="Oval 493"/>
              <p:cNvSpPr>
                <a:spLocks noChangeArrowheads="1"/>
              </p:cNvSpPr>
              <p:nvPr/>
            </p:nvSpPr>
            <p:spPr bwMode="auto">
              <a:xfrm rot="987330">
                <a:off x="2151" y="968"/>
                <a:ext cx="30" cy="32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2303" name="Freeform 494"/>
              <p:cNvSpPr>
                <a:spLocks/>
              </p:cNvSpPr>
              <p:nvPr/>
            </p:nvSpPr>
            <p:spPr bwMode="auto">
              <a:xfrm rot="987330">
                <a:off x="2154" y="888"/>
                <a:ext cx="188" cy="128"/>
              </a:xfrm>
              <a:custGeom>
                <a:avLst/>
                <a:gdLst>
                  <a:gd name="T0" fmla="*/ 1622 w 91"/>
                  <a:gd name="T1" fmla="*/ 1869 h 63"/>
                  <a:gd name="T2" fmla="*/ 3423 w 91"/>
                  <a:gd name="T3" fmla="*/ 1040 h 63"/>
                  <a:gd name="T4" fmla="*/ 3210 w 91"/>
                  <a:gd name="T5" fmla="*/ 412 h 63"/>
                  <a:gd name="T6" fmla="*/ 1843 w 91"/>
                  <a:gd name="T7" fmla="*/ 0 h 63"/>
                  <a:gd name="T8" fmla="*/ 2082 w 91"/>
                  <a:gd name="T9" fmla="*/ 2081 h 63"/>
                  <a:gd name="T10" fmla="*/ 1622 w 91"/>
                  <a:gd name="T11" fmla="*/ 186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63"/>
                  <a:gd name="T20" fmla="*/ 91 w 91"/>
                  <a:gd name="T21" fmla="*/ 63 h 6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63">
                    <a:moveTo>
                      <a:pt x="43" y="54"/>
                    </a:moveTo>
                    <a:cubicBezTo>
                      <a:pt x="68" y="50"/>
                      <a:pt x="91" y="60"/>
                      <a:pt x="91" y="30"/>
                    </a:cubicBezTo>
                    <a:cubicBezTo>
                      <a:pt x="91" y="24"/>
                      <a:pt x="90" y="16"/>
                      <a:pt x="85" y="12"/>
                    </a:cubicBezTo>
                    <a:cubicBezTo>
                      <a:pt x="75" y="5"/>
                      <a:pt x="49" y="0"/>
                      <a:pt x="49" y="0"/>
                    </a:cubicBezTo>
                    <a:cubicBezTo>
                      <a:pt x="0" y="16"/>
                      <a:pt x="35" y="40"/>
                      <a:pt x="55" y="60"/>
                    </a:cubicBezTo>
                    <a:cubicBezTo>
                      <a:pt x="58" y="63"/>
                      <a:pt x="47" y="56"/>
                      <a:pt x="43" y="54"/>
                    </a:cubicBezTo>
                    <a:close/>
                  </a:path>
                </a:pathLst>
              </a:custGeom>
              <a:solidFill>
                <a:srgbClr val="FF99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304" name="Oval 495"/>
              <p:cNvSpPr>
                <a:spLocks noChangeArrowheads="1"/>
              </p:cNvSpPr>
              <p:nvPr/>
            </p:nvSpPr>
            <p:spPr bwMode="auto">
              <a:xfrm rot="987330">
                <a:off x="2268" y="929"/>
                <a:ext cx="31" cy="32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</p:grpSp>
      <p:grpSp>
        <p:nvGrpSpPr>
          <p:cNvPr id="22886" name="Group 496"/>
          <p:cNvGrpSpPr>
            <a:grpSpLocks/>
          </p:cNvGrpSpPr>
          <p:nvPr>
            <p:custDataLst>
              <p:tags r:id="rId729"/>
            </p:custDataLst>
          </p:nvPr>
        </p:nvGrpSpPr>
        <p:grpSpPr bwMode="auto">
          <a:xfrm>
            <a:off x="3897313" y="4232275"/>
            <a:ext cx="184150" cy="155575"/>
            <a:chOff x="2846" y="1960"/>
            <a:chExt cx="116" cy="98"/>
          </a:xfrm>
        </p:grpSpPr>
        <p:sp>
          <p:nvSpPr>
            <p:cNvPr id="22296" name="Freeform 497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97" name="Oval 498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887" name="Group 499"/>
          <p:cNvGrpSpPr>
            <a:grpSpLocks/>
          </p:cNvGrpSpPr>
          <p:nvPr>
            <p:custDataLst>
              <p:tags r:id="rId730"/>
            </p:custDataLst>
          </p:nvPr>
        </p:nvGrpSpPr>
        <p:grpSpPr bwMode="auto">
          <a:xfrm>
            <a:off x="4240213" y="3813175"/>
            <a:ext cx="184150" cy="155575"/>
            <a:chOff x="2846" y="1960"/>
            <a:chExt cx="116" cy="98"/>
          </a:xfrm>
        </p:grpSpPr>
        <p:sp>
          <p:nvSpPr>
            <p:cNvPr id="22294" name="Freeform 500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95" name="Oval 501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908" name="Group 502"/>
          <p:cNvGrpSpPr>
            <a:grpSpLocks/>
          </p:cNvGrpSpPr>
          <p:nvPr>
            <p:custDataLst>
              <p:tags r:id="rId731"/>
            </p:custDataLst>
          </p:nvPr>
        </p:nvGrpSpPr>
        <p:grpSpPr bwMode="auto">
          <a:xfrm>
            <a:off x="4437063" y="3775075"/>
            <a:ext cx="184150" cy="155575"/>
            <a:chOff x="2846" y="1960"/>
            <a:chExt cx="116" cy="98"/>
          </a:xfrm>
        </p:grpSpPr>
        <p:sp>
          <p:nvSpPr>
            <p:cNvPr id="22292" name="Freeform 503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93" name="Oval 504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909" name="Group 505"/>
          <p:cNvGrpSpPr>
            <a:grpSpLocks/>
          </p:cNvGrpSpPr>
          <p:nvPr>
            <p:custDataLst>
              <p:tags r:id="rId732"/>
            </p:custDataLst>
          </p:nvPr>
        </p:nvGrpSpPr>
        <p:grpSpPr bwMode="auto">
          <a:xfrm>
            <a:off x="4633913" y="3736975"/>
            <a:ext cx="184150" cy="155575"/>
            <a:chOff x="2846" y="1960"/>
            <a:chExt cx="116" cy="98"/>
          </a:xfrm>
        </p:grpSpPr>
        <p:sp>
          <p:nvSpPr>
            <p:cNvPr id="22290" name="Freeform 506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91" name="Oval 507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910" name="Group 508"/>
          <p:cNvGrpSpPr>
            <a:grpSpLocks/>
          </p:cNvGrpSpPr>
          <p:nvPr>
            <p:custDataLst>
              <p:tags r:id="rId733"/>
            </p:custDataLst>
          </p:nvPr>
        </p:nvGrpSpPr>
        <p:grpSpPr bwMode="auto">
          <a:xfrm>
            <a:off x="4779963" y="3749675"/>
            <a:ext cx="184150" cy="155575"/>
            <a:chOff x="2846" y="1960"/>
            <a:chExt cx="116" cy="98"/>
          </a:xfrm>
        </p:grpSpPr>
        <p:sp>
          <p:nvSpPr>
            <p:cNvPr id="22288" name="Freeform 509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89" name="Oval 510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2911" name="Group 511"/>
          <p:cNvGrpSpPr>
            <a:grpSpLocks/>
          </p:cNvGrpSpPr>
          <p:nvPr>
            <p:custDataLst>
              <p:tags r:id="rId734"/>
            </p:custDataLst>
          </p:nvPr>
        </p:nvGrpSpPr>
        <p:grpSpPr bwMode="auto">
          <a:xfrm>
            <a:off x="4926013" y="3775075"/>
            <a:ext cx="184150" cy="155575"/>
            <a:chOff x="2846" y="1960"/>
            <a:chExt cx="116" cy="98"/>
          </a:xfrm>
        </p:grpSpPr>
        <p:sp>
          <p:nvSpPr>
            <p:cNvPr id="22286" name="Freeform 512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87" name="Oval 513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602" name="Group 514"/>
          <p:cNvGrpSpPr>
            <a:grpSpLocks/>
          </p:cNvGrpSpPr>
          <p:nvPr>
            <p:custDataLst>
              <p:tags r:id="rId735"/>
            </p:custDataLst>
          </p:nvPr>
        </p:nvGrpSpPr>
        <p:grpSpPr bwMode="auto">
          <a:xfrm>
            <a:off x="5522913" y="4060825"/>
            <a:ext cx="184150" cy="155575"/>
            <a:chOff x="2846" y="1960"/>
            <a:chExt cx="116" cy="98"/>
          </a:xfrm>
        </p:grpSpPr>
        <p:sp>
          <p:nvSpPr>
            <p:cNvPr id="22284" name="Freeform 515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85" name="Oval 516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603" name="Group 517"/>
          <p:cNvGrpSpPr>
            <a:grpSpLocks/>
          </p:cNvGrpSpPr>
          <p:nvPr>
            <p:custDataLst>
              <p:tags r:id="rId736"/>
            </p:custDataLst>
          </p:nvPr>
        </p:nvGrpSpPr>
        <p:grpSpPr bwMode="auto">
          <a:xfrm>
            <a:off x="5084763" y="3794125"/>
            <a:ext cx="184150" cy="155575"/>
            <a:chOff x="2846" y="1960"/>
            <a:chExt cx="116" cy="98"/>
          </a:xfrm>
        </p:grpSpPr>
        <p:sp>
          <p:nvSpPr>
            <p:cNvPr id="22282" name="Freeform 518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83" name="Oval 519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604" name="Group 520"/>
          <p:cNvGrpSpPr>
            <a:grpSpLocks/>
          </p:cNvGrpSpPr>
          <p:nvPr>
            <p:custDataLst>
              <p:tags r:id="rId737"/>
            </p:custDataLst>
          </p:nvPr>
        </p:nvGrpSpPr>
        <p:grpSpPr bwMode="auto">
          <a:xfrm>
            <a:off x="5243513" y="3857625"/>
            <a:ext cx="184150" cy="155575"/>
            <a:chOff x="2846" y="1960"/>
            <a:chExt cx="116" cy="98"/>
          </a:xfrm>
        </p:grpSpPr>
        <p:sp>
          <p:nvSpPr>
            <p:cNvPr id="22280" name="Freeform 521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81" name="Oval 522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617" name="Group 523"/>
          <p:cNvGrpSpPr>
            <a:grpSpLocks/>
          </p:cNvGrpSpPr>
          <p:nvPr>
            <p:custDataLst>
              <p:tags r:id="rId738"/>
            </p:custDataLst>
          </p:nvPr>
        </p:nvGrpSpPr>
        <p:grpSpPr bwMode="auto">
          <a:xfrm>
            <a:off x="5675313" y="4213225"/>
            <a:ext cx="184150" cy="155575"/>
            <a:chOff x="2846" y="1960"/>
            <a:chExt cx="116" cy="98"/>
          </a:xfrm>
        </p:grpSpPr>
        <p:sp>
          <p:nvSpPr>
            <p:cNvPr id="22278" name="Freeform 524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79" name="Oval 525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618" name="Group 526"/>
          <p:cNvGrpSpPr>
            <a:grpSpLocks/>
          </p:cNvGrpSpPr>
          <p:nvPr>
            <p:custDataLst>
              <p:tags r:id="rId739"/>
            </p:custDataLst>
          </p:nvPr>
        </p:nvGrpSpPr>
        <p:grpSpPr bwMode="auto">
          <a:xfrm>
            <a:off x="5834063" y="4276725"/>
            <a:ext cx="184150" cy="155575"/>
            <a:chOff x="2846" y="1960"/>
            <a:chExt cx="116" cy="98"/>
          </a:xfrm>
        </p:grpSpPr>
        <p:sp>
          <p:nvSpPr>
            <p:cNvPr id="22276" name="Freeform 527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77" name="Oval 528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619" name="Group 529"/>
          <p:cNvGrpSpPr>
            <a:grpSpLocks/>
          </p:cNvGrpSpPr>
          <p:nvPr>
            <p:custDataLst>
              <p:tags r:id="rId740"/>
            </p:custDataLst>
          </p:nvPr>
        </p:nvGrpSpPr>
        <p:grpSpPr bwMode="auto">
          <a:xfrm>
            <a:off x="6037263" y="4454525"/>
            <a:ext cx="184150" cy="155575"/>
            <a:chOff x="2846" y="1960"/>
            <a:chExt cx="116" cy="98"/>
          </a:xfrm>
        </p:grpSpPr>
        <p:sp>
          <p:nvSpPr>
            <p:cNvPr id="22274" name="Freeform 530"/>
            <p:cNvSpPr>
              <a:spLocks/>
            </p:cNvSpPr>
            <p:nvPr/>
          </p:nvSpPr>
          <p:spPr bwMode="auto">
            <a:xfrm>
              <a:off x="2846" y="1960"/>
              <a:ext cx="116" cy="98"/>
            </a:xfrm>
            <a:custGeom>
              <a:avLst/>
              <a:gdLst>
                <a:gd name="T0" fmla="*/ 13 w 116"/>
                <a:gd name="T1" fmla="*/ 7 h 184"/>
                <a:gd name="T2" fmla="*/ 1 w 116"/>
                <a:gd name="T3" fmla="*/ 3 h 184"/>
                <a:gd name="T4" fmla="*/ 7 w 116"/>
                <a:gd name="T5" fmla="*/ 1 h 184"/>
                <a:gd name="T6" fmla="*/ 43 w 116"/>
                <a:gd name="T7" fmla="*/ 1 h 184"/>
                <a:gd name="T8" fmla="*/ 91 w 116"/>
                <a:gd name="T9" fmla="*/ 1 h 184"/>
                <a:gd name="T10" fmla="*/ 97 w 116"/>
                <a:gd name="T11" fmla="*/ 8 h 184"/>
                <a:gd name="T12" fmla="*/ 13 w 116"/>
                <a:gd name="T13" fmla="*/ 7 h 184"/>
                <a:gd name="T14" fmla="*/ 7 w 116"/>
                <a:gd name="T15" fmla="*/ 6 h 184"/>
                <a:gd name="T16" fmla="*/ 13 w 116"/>
                <a:gd name="T17" fmla="*/ 7 h 1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"/>
                <a:gd name="T28" fmla="*/ 0 h 184"/>
                <a:gd name="T29" fmla="*/ 116 w 116"/>
                <a:gd name="T30" fmla="*/ 184 h 18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" h="184">
                  <a:moveTo>
                    <a:pt x="13" y="159"/>
                  </a:moveTo>
                  <a:cubicBezTo>
                    <a:pt x="22" y="132"/>
                    <a:pt x="8" y="108"/>
                    <a:pt x="1" y="81"/>
                  </a:cubicBezTo>
                  <a:cubicBezTo>
                    <a:pt x="3" y="59"/>
                    <a:pt x="0" y="36"/>
                    <a:pt x="7" y="15"/>
                  </a:cubicBezTo>
                  <a:cubicBezTo>
                    <a:pt x="12" y="0"/>
                    <a:pt x="38" y="14"/>
                    <a:pt x="43" y="15"/>
                  </a:cubicBezTo>
                  <a:cubicBezTo>
                    <a:pt x="59" y="18"/>
                    <a:pt x="75" y="19"/>
                    <a:pt x="91" y="21"/>
                  </a:cubicBezTo>
                  <a:cubicBezTo>
                    <a:pt x="116" y="97"/>
                    <a:pt x="104" y="44"/>
                    <a:pt x="97" y="183"/>
                  </a:cubicBezTo>
                  <a:cubicBezTo>
                    <a:pt x="70" y="174"/>
                    <a:pt x="38" y="184"/>
                    <a:pt x="13" y="171"/>
                  </a:cubicBezTo>
                  <a:cubicBezTo>
                    <a:pt x="4" y="166"/>
                    <a:pt x="7" y="151"/>
                    <a:pt x="7" y="141"/>
                  </a:cubicBezTo>
                  <a:cubicBezTo>
                    <a:pt x="7" y="135"/>
                    <a:pt x="11" y="153"/>
                    <a:pt x="13" y="159"/>
                  </a:cubicBezTo>
                  <a:close/>
                </a:path>
              </a:pathLst>
            </a:custGeom>
            <a:solidFill>
              <a:srgbClr val="8F5025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75" name="Oval 531"/>
            <p:cNvSpPr>
              <a:spLocks noChangeArrowheads="1"/>
            </p:cNvSpPr>
            <p:nvPr/>
          </p:nvSpPr>
          <p:spPr bwMode="auto">
            <a:xfrm>
              <a:off x="2883" y="1985"/>
              <a:ext cx="32" cy="3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44277" name="Text Box 565"/>
          <p:cNvSpPr txBox="1">
            <a:spLocks noChangeArrowheads="1"/>
          </p:cNvSpPr>
          <p:nvPr>
            <p:custDataLst>
              <p:tags r:id="rId741"/>
            </p:custDataLst>
          </p:nvPr>
        </p:nvSpPr>
        <p:spPr bwMode="auto">
          <a:xfrm>
            <a:off x="7488238" y="1747838"/>
            <a:ext cx="1657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u="sng" dirty="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Viral Proteins</a:t>
            </a:r>
            <a:endParaRPr lang="en-US" sz="1600" dirty="0">
              <a:cs typeface="+mn-cs"/>
            </a:endParaRPr>
          </a:p>
        </p:txBody>
      </p:sp>
      <p:sp>
        <p:nvSpPr>
          <p:cNvPr id="22246" name="Text Box 566"/>
          <p:cNvSpPr txBox="1">
            <a:spLocks noChangeArrowheads="1"/>
          </p:cNvSpPr>
          <p:nvPr>
            <p:custDataLst>
              <p:tags r:id="rId742"/>
            </p:custDataLst>
          </p:nvPr>
        </p:nvSpPr>
        <p:spPr bwMode="auto">
          <a:xfrm>
            <a:off x="7851775" y="3916363"/>
            <a:ext cx="1165225" cy="346075"/>
          </a:xfrm>
          <a:prstGeom prst="rect">
            <a:avLst/>
          </a:prstGeom>
          <a:solidFill>
            <a:srgbClr val="DCDCDC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>
                <a:solidFill>
                  <a:srgbClr val="1407E6"/>
                </a:solidFill>
              </a:rPr>
              <a:t>Early only</a:t>
            </a:r>
          </a:p>
        </p:txBody>
      </p:sp>
      <p:sp>
        <p:nvSpPr>
          <p:cNvPr id="22247" name="Text Box 567"/>
          <p:cNvSpPr txBox="1">
            <a:spLocks noChangeArrowheads="1"/>
          </p:cNvSpPr>
          <p:nvPr>
            <p:custDataLst>
              <p:tags r:id="rId743"/>
            </p:custDataLst>
          </p:nvPr>
        </p:nvSpPr>
        <p:spPr bwMode="auto">
          <a:xfrm>
            <a:off x="7827963" y="2347913"/>
            <a:ext cx="1130300" cy="590550"/>
          </a:xfrm>
          <a:prstGeom prst="rect">
            <a:avLst/>
          </a:prstGeom>
          <a:solidFill>
            <a:srgbClr val="DCDCDC"/>
          </a:solidFill>
          <a:ln w="9525">
            <a:solidFill>
              <a:srgbClr val="00FF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sz="1600">
                <a:solidFill>
                  <a:srgbClr val="00BF00"/>
                </a:solidFill>
              </a:rPr>
              <a:t>Capsid &amp;</a:t>
            </a:r>
            <a:r>
              <a:rPr lang="en-US" sz="1600">
                <a:solidFill>
                  <a:srgbClr val="1407E6"/>
                </a:solidFill>
              </a:rPr>
              <a:t> </a:t>
            </a:r>
          </a:p>
          <a:p>
            <a:pPr algn="ctr" eaLnBrk="0" hangingPunct="0"/>
            <a:r>
              <a:rPr lang="en-US" sz="1600">
                <a:solidFill>
                  <a:srgbClr val="1407E6"/>
                </a:solidFill>
              </a:rPr>
              <a:t>Early</a:t>
            </a:r>
            <a:endParaRPr lang="en-US" sz="1600">
              <a:solidFill>
                <a:schemeClr val="accent2"/>
              </a:solidFill>
            </a:endParaRPr>
          </a:p>
        </p:txBody>
      </p:sp>
      <p:sp>
        <p:nvSpPr>
          <p:cNvPr id="244280" name="Text Box 568"/>
          <p:cNvSpPr txBox="1">
            <a:spLocks noChangeArrowheads="1"/>
          </p:cNvSpPr>
          <p:nvPr>
            <p:custDataLst>
              <p:tags r:id="rId744"/>
            </p:custDataLst>
          </p:nvPr>
        </p:nvSpPr>
        <p:spPr bwMode="auto">
          <a:xfrm>
            <a:off x="8035925" y="5516563"/>
            <a:ext cx="701675" cy="346075"/>
          </a:xfrm>
          <a:prstGeom prst="rect">
            <a:avLst/>
          </a:prstGeom>
          <a:solidFill>
            <a:srgbClr val="DCDCDC"/>
          </a:solidFill>
          <a:ln w="9525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None</a:t>
            </a:r>
            <a:endParaRPr lang="en-US" sz="1600" dirty="0">
              <a:cs typeface="+mn-cs"/>
            </a:endParaRPr>
          </a:p>
        </p:txBody>
      </p:sp>
      <p:sp>
        <p:nvSpPr>
          <p:cNvPr id="22249" name="Line 569"/>
          <p:cNvSpPr>
            <a:spLocks noChangeShapeType="1"/>
          </p:cNvSpPr>
          <p:nvPr>
            <p:custDataLst>
              <p:tags r:id="rId745"/>
            </p:custDataLst>
          </p:nvPr>
        </p:nvSpPr>
        <p:spPr bwMode="auto">
          <a:xfrm flipV="1">
            <a:off x="8385175" y="3405188"/>
            <a:ext cx="0" cy="5127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IN"/>
          </a:p>
        </p:txBody>
      </p:sp>
      <p:sp>
        <p:nvSpPr>
          <p:cNvPr id="22250" name="Line 570"/>
          <p:cNvSpPr>
            <a:spLocks noChangeShapeType="1"/>
          </p:cNvSpPr>
          <p:nvPr>
            <p:custDataLst>
              <p:tags r:id="rId746"/>
            </p:custDataLst>
          </p:nvPr>
        </p:nvSpPr>
        <p:spPr bwMode="auto">
          <a:xfrm flipH="1">
            <a:off x="8385175" y="4268788"/>
            <a:ext cx="9525" cy="67945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IN"/>
          </a:p>
        </p:txBody>
      </p:sp>
      <p:sp>
        <p:nvSpPr>
          <p:cNvPr id="22251" name="Line 571"/>
          <p:cNvSpPr>
            <a:spLocks noChangeShapeType="1"/>
          </p:cNvSpPr>
          <p:nvPr>
            <p:custDataLst>
              <p:tags r:id="rId747"/>
            </p:custDataLst>
          </p:nvPr>
        </p:nvSpPr>
        <p:spPr bwMode="auto">
          <a:xfrm>
            <a:off x="8385175" y="2957513"/>
            <a:ext cx="0" cy="3048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IN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2252" name="Line 572"/>
          <p:cNvSpPr>
            <a:spLocks noChangeShapeType="1"/>
          </p:cNvSpPr>
          <p:nvPr>
            <p:custDataLst>
              <p:tags r:id="rId748"/>
            </p:custDataLst>
          </p:nvPr>
        </p:nvSpPr>
        <p:spPr bwMode="auto">
          <a:xfrm flipV="1">
            <a:off x="8385175" y="5138738"/>
            <a:ext cx="0" cy="3810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IN"/>
          </a:p>
        </p:txBody>
      </p:sp>
      <p:pic>
        <p:nvPicPr>
          <p:cNvPr id="22253" name="Picture 574"/>
          <p:cNvPicPr>
            <a:picLocks noChangeAspect="1" noChangeArrowheads="1"/>
          </p:cNvPicPr>
          <p:nvPr>
            <p:custDataLst>
              <p:tags r:id="rId749"/>
            </p:custDataLst>
          </p:nvPr>
        </p:nvPicPr>
        <p:blipFill>
          <a:blip r:embed="rId766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76713" y="719138"/>
            <a:ext cx="430212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254" name="Picture 575"/>
          <p:cNvPicPr>
            <a:picLocks noChangeAspect="1" noChangeArrowheads="1"/>
          </p:cNvPicPr>
          <p:nvPr>
            <p:custDataLst>
              <p:tags r:id="rId750"/>
            </p:custDataLst>
          </p:nvPr>
        </p:nvPicPr>
        <p:blipFill>
          <a:blip r:embed="rId767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25875" y="1085850"/>
            <a:ext cx="5207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255" name="Picture 576"/>
          <p:cNvPicPr>
            <a:picLocks noChangeAspect="1" noChangeArrowheads="1"/>
          </p:cNvPicPr>
          <p:nvPr>
            <p:custDataLst>
              <p:tags r:id="rId751"/>
            </p:custDataLst>
          </p:nvPr>
        </p:nvPicPr>
        <p:blipFill>
          <a:blip r:embed="rId767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5388" y="669925"/>
            <a:ext cx="5207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621" name="Group 577"/>
          <p:cNvGrpSpPr>
            <a:grpSpLocks/>
          </p:cNvGrpSpPr>
          <p:nvPr>
            <p:custDataLst>
              <p:tags r:id="rId752"/>
            </p:custDataLst>
          </p:nvPr>
        </p:nvGrpSpPr>
        <p:grpSpPr bwMode="auto">
          <a:xfrm>
            <a:off x="7485063" y="3897313"/>
            <a:ext cx="315912" cy="217487"/>
            <a:chOff x="4615" y="1943"/>
            <a:chExt cx="199" cy="137"/>
          </a:xfrm>
        </p:grpSpPr>
        <p:sp>
          <p:nvSpPr>
            <p:cNvPr id="22272" name="Freeform 578"/>
            <p:cNvSpPr>
              <a:spLocks/>
            </p:cNvSpPr>
            <p:nvPr/>
          </p:nvSpPr>
          <p:spPr bwMode="auto">
            <a:xfrm rot="-9373407">
              <a:off x="4615" y="1943"/>
              <a:ext cx="199" cy="137"/>
            </a:xfrm>
            <a:custGeom>
              <a:avLst/>
              <a:gdLst>
                <a:gd name="T0" fmla="*/ 3591 w 84"/>
                <a:gd name="T1" fmla="*/ 1596 h 68"/>
                <a:gd name="T2" fmla="*/ 5382 w 84"/>
                <a:gd name="T3" fmla="*/ 1400 h 68"/>
                <a:gd name="T4" fmla="*/ 3591 w 84"/>
                <a:gd name="T5" fmla="*/ 0 h 68"/>
                <a:gd name="T6" fmla="*/ 1796 w 84"/>
                <a:gd name="T7" fmla="*/ 2192 h 68"/>
                <a:gd name="T8" fmla="*/ 3591 w 84"/>
                <a:gd name="T9" fmla="*/ 1596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73" name="Oval 579"/>
            <p:cNvSpPr>
              <a:spLocks noChangeArrowheads="1"/>
            </p:cNvSpPr>
            <p:nvPr/>
          </p:nvSpPr>
          <p:spPr bwMode="auto">
            <a:xfrm rot="1426593">
              <a:off x="4686" y="2003"/>
              <a:ext cx="35" cy="3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622" name="Group 580"/>
          <p:cNvGrpSpPr>
            <a:grpSpLocks/>
          </p:cNvGrpSpPr>
          <p:nvPr>
            <p:custDataLst>
              <p:tags r:id="rId753"/>
            </p:custDataLst>
          </p:nvPr>
        </p:nvGrpSpPr>
        <p:grpSpPr bwMode="auto">
          <a:xfrm>
            <a:off x="7335838" y="3741738"/>
            <a:ext cx="317500" cy="219075"/>
            <a:chOff x="4521" y="1845"/>
            <a:chExt cx="200" cy="138"/>
          </a:xfrm>
        </p:grpSpPr>
        <p:sp>
          <p:nvSpPr>
            <p:cNvPr id="22270" name="Freeform 581"/>
            <p:cNvSpPr>
              <a:spLocks/>
            </p:cNvSpPr>
            <p:nvPr/>
          </p:nvSpPr>
          <p:spPr bwMode="auto">
            <a:xfrm rot="-9373407">
              <a:off x="4521" y="1845"/>
              <a:ext cx="200" cy="138"/>
            </a:xfrm>
            <a:custGeom>
              <a:avLst/>
              <a:gdLst>
                <a:gd name="T0" fmla="*/ 3657 w 84"/>
                <a:gd name="T1" fmla="*/ 1648 h 68"/>
                <a:gd name="T2" fmla="*/ 5493 w 84"/>
                <a:gd name="T3" fmla="*/ 1445 h 68"/>
                <a:gd name="T4" fmla="*/ 3657 w 84"/>
                <a:gd name="T5" fmla="*/ 0 h 68"/>
                <a:gd name="T6" fmla="*/ 1836 w 84"/>
                <a:gd name="T7" fmla="*/ 2273 h 68"/>
                <a:gd name="T8" fmla="*/ 3657 w 84"/>
                <a:gd name="T9" fmla="*/ 164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"/>
                <a:gd name="T16" fmla="*/ 0 h 68"/>
                <a:gd name="T17" fmla="*/ 84 w 84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" h="68">
                  <a:moveTo>
                    <a:pt x="48" y="48"/>
                  </a:moveTo>
                  <a:cubicBezTo>
                    <a:pt x="56" y="46"/>
                    <a:pt x="68" y="49"/>
                    <a:pt x="72" y="42"/>
                  </a:cubicBezTo>
                  <a:cubicBezTo>
                    <a:pt x="84" y="18"/>
                    <a:pt x="61" y="8"/>
                    <a:pt x="48" y="0"/>
                  </a:cubicBezTo>
                  <a:cubicBezTo>
                    <a:pt x="0" y="16"/>
                    <a:pt x="9" y="21"/>
                    <a:pt x="24" y="66"/>
                  </a:cubicBezTo>
                  <a:cubicBezTo>
                    <a:pt x="52" y="59"/>
                    <a:pt x="48" y="68"/>
                    <a:pt x="48" y="48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71" name="Oval 582"/>
            <p:cNvSpPr>
              <a:spLocks noChangeArrowheads="1"/>
            </p:cNvSpPr>
            <p:nvPr/>
          </p:nvSpPr>
          <p:spPr bwMode="auto">
            <a:xfrm rot="1426593">
              <a:off x="4592" y="1905"/>
              <a:ext cx="35" cy="3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grpSp>
        <p:nvGrpSpPr>
          <p:cNvPr id="21623" name="Group 583"/>
          <p:cNvGrpSpPr>
            <a:grpSpLocks/>
          </p:cNvGrpSpPr>
          <p:nvPr>
            <p:custDataLst>
              <p:tags r:id="rId754"/>
            </p:custDataLst>
          </p:nvPr>
        </p:nvGrpSpPr>
        <p:grpSpPr bwMode="auto">
          <a:xfrm>
            <a:off x="7519988" y="3679825"/>
            <a:ext cx="244475" cy="201613"/>
            <a:chOff x="4637" y="1806"/>
            <a:chExt cx="154" cy="127"/>
          </a:xfrm>
        </p:grpSpPr>
        <p:sp>
          <p:nvSpPr>
            <p:cNvPr id="22268" name="Freeform 584"/>
            <p:cNvSpPr>
              <a:spLocks/>
            </p:cNvSpPr>
            <p:nvPr/>
          </p:nvSpPr>
          <p:spPr bwMode="auto">
            <a:xfrm rot="-9373407">
              <a:off x="4637" y="1806"/>
              <a:ext cx="154" cy="127"/>
            </a:xfrm>
            <a:custGeom>
              <a:avLst/>
              <a:gdLst>
                <a:gd name="T0" fmla="*/ 0 w 66"/>
                <a:gd name="T1" fmla="*/ 3162 h 50"/>
                <a:gd name="T2" fmla="*/ 3736 w 66"/>
                <a:gd name="T3" fmla="*/ 4458 h 50"/>
                <a:gd name="T4" fmla="*/ 1666 w 66"/>
                <a:gd name="T5" fmla="*/ 1245 h 50"/>
                <a:gd name="T6" fmla="*/ 420 w 66"/>
                <a:gd name="T7" fmla="*/ 625 h 50"/>
                <a:gd name="T8" fmla="*/ 0 w 66"/>
                <a:gd name="T9" fmla="*/ 316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0"/>
                <a:gd name="T17" fmla="*/ 66 w 66"/>
                <a:gd name="T18" fmla="*/ 50 h 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0">
                  <a:moveTo>
                    <a:pt x="0" y="30"/>
                  </a:moveTo>
                  <a:cubicBezTo>
                    <a:pt x="21" y="44"/>
                    <a:pt x="29" y="50"/>
                    <a:pt x="54" y="42"/>
                  </a:cubicBezTo>
                  <a:cubicBezTo>
                    <a:pt x="64" y="12"/>
                    <a:pt x="66" y="26"/>
                    <a:pt x="24" y="12"/>
                  </a:cubicBezTo>
                  <a:cubicBezTo>
                    <a:pt x="18" y="10"/>
                    <a:pt x="8" y="0"/>
                    <a:pt x="6" y="6"/>
                  </a:cubicBezTo>
                  <a:cubicBezTo>
                    <a:pt x="4" y="14"/>
                    <a:pt x="2" y="22"/>
                    <a:pt x="0" y="30"/>
                  </a:cubicBezTo>
                  <a:close/>
                </a:path>
              </a:pathLst>
            </a:custGeom>
            <a:solidFill>
              <a:srgbClr val="FF99FF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269" name="Oval 585"/>
            <p:cNvSpPr>
              <a:spLocks noChangeArrowheads="1"/>
            </p:cNvSpPr>
            <p:nvPr/>
          </p:nvSpPr>
          <p:spPr bwMode="auto">
            <a:xfrm rot="1426593">
              <a:off x="4704" y="1845"/>
              <a:ext cx="35" cy="4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22259" name="Freeform 586"/>
          <p:cNvSpPr>
            <a:spLocks/>
          </p:cNvSpPr>
          <p:nvPr>
            <p:custDataLst>
              <p:tags r:id="rId755"/>
            </p:custDataLst>
          </p:nvPr>
        </p:nvSpPr>
        <p:spPr bwMode="auto">
          <a:xfrm>
            <a:off x="7310438" y="4670425"/>
            <a:ext cx="184150" cy="27305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60" name="Freeform 587"/>
          <p:cNvSpPr>
            <a:spLocks/>
          </p:cNvSpPr>
          <p:nvPr>
            <p:custDataLst>
              <p:tags r:id="rId756"/>
            </p:custDataLst>
          </p:nvPr>
        </p:nvSpPr>
        <p:spPr bwMode="auto">
          <a:xfrm>
            <a:off x="7462838" y="4651375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61" name="Oval 588"/>
          <p:cNvSpPr>
            <a:spLocks noChangeArrowheads="1"/>
          </p:cNvSpPr>
          <p:nvPr>
            <p:custDataLst>
              <p:tags r:id="rId757"/>
            </p:custDataLst>
          </p:nvPr>
        </p:nvSpPr>
        <p:spPr bwMode="auto">
          <a:xfrm>
            <a:off x="7369175" y="47513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62" name="Oval 589"/>
          <p:cNvSpPr>
            <a:spLocks noChangeArrowheads="1"/>
          </p:cNvSpPr>
          <p:nvPr>
            <p:custDataLst>
              <p:tags r:id="rId758"/>
            </p:custDataLst>
          </p:nvPr>
        </p:nvSpPr>
        <p:spPr bwMode="auto">
          <a:xfrm>
            <a:off x="7521575" y="473233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263" name="Freeform 590"/>
          <p:cNvSpPr>
            <a:spLocks/>
          </p:cNvSpPr>
          <p:nvPr>
            <p:custDataLst>
              <p:tags r:id="rId759"/>
            </p:custDataLst>
          </p:nvPr>
        </p:nvSpPr>
        <p:spPr bwMode="auto">
          <a:xfrm>
            <a:off x="7615238" y="4670425"/>
            <a:ext cx="184150" cy="292100"/>
          </a:xfrm>
          <a:custGeom>
            <a:avLst/>
            <a:gdLst>
              <a:gd name="T0" fmla="*/ 2147483647 w 116"/>
              <a:gd name="T1" fmla="*/ 2147483647 h 184"/>
              <a:gd name="T2" fmla="*/ 2147483647 w 116"/>
              <a:gd name="T3" fmla="*/ 2147483647 h 184"/>
              <a:gd name="T4" fmla="*/ 2147483647 w 116"/>
              <a:gd name="T5" fmla="*/ 2147483647 h 184"/>
              <a:gd name="T6" fmla="*/ 2147483647 w 116"/>
              <a:gd name="T7" fmla="*/ 2147483647 h 184"/>
              <a:gd name="T8" fmla="*/ 2147483647 w 116"/>
              <a:gd name="T9" fmla="*/ 2147483647 h 184"/>
              <a:gd name="T10" fmla="*/ 2147483647 w 116"/>
              <a:gd name="T11" fmla="*/ 2147483647 h 184"/>
              <a:gd name="T12" fmla="*/ 2147483647 w 116"/>
              <a:gd name="T13" fmla="*/ 2147483647 h 184"/>
              <a:gd name="T14" fmla="*/ 2147483647 w 116"/>
              <a:gd name="T15" fmla="*/ 2147483647 h 184"/>
              <a:gd name="T16" fmla="*/ 2147483647 w 116"/>
              <a:gd name="T17" fmla="*/ 2147483647 h 1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6"/>
              <a:gd name="T28" fmla="*/ 0 h 184"/>
              <a:gd name="T29" fmla="*/ 116 w 116"/>
              <a:gd name="T30" fmla="*/ 184 h 18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6" h="184">
                <a:moveTo>
                  <a:pt x="13" y="159"/>
                </a:moveTo>
                <a:cubicBezTo>
                  <a:pt x="22" y="132"/>
                  <a:pt x="8" y="108"/>
                  <a:pt x="1" y="81"/>
                </a:cubicBezTo>
                <a:cubicBezTo>
                  <a:pt x="3" y="59"/>
                  <a:pt x="0" y="36"/>
                  <a:pt x="7" y="15"/>
                </a:cubicBezTo>
                <a:cubicBezTo>
                  <a:pt x="12" y="0"/>
                  <a:pt x="38" y="14"/>
                  <a:pt x="43" y="15"/>
                </a:cubicBezTo>
                <a:cubicBezTo>
                  <a:pt x="59" y="18"/>
                  <a:pt x="75" y="19"/>
                  <a:pt x="91" y="21"/>
                </a:cubicBezTo>
                <a:cubicBezTo>
                  <a:pt x="116" y="97"/>
                  <a:pt x="104" y="44"/>
                  <a:pt x="97" y="183"/>
                </a:cubicBezTo>
                <a:cubicBezTo>
                  <a:pt x="70" y="174"/>
                  <a:pt x="38" y="184"/>
                  <a:pt x="13" y="171"/>
                </a:cubicBezTo>
                <a:cubicBezTo>
                  <a:pt x="4" y="166"/>
                  <a:pt x="7" y="151"/>
                  <a:pt x="7" y="141"/>
                </a:cubicBezTo>
                <a:cubicBezTo>
                  <a:pt x="7" y="135"/>
                  <a:pt x="11" y="153"/>
                  <a:pt x="13" y="159"/>
                </a:cubicBezTo>
                <a:close/>
              </a:path>
            </a:pathLst>
          </a:custGeom>
          <a:solidFill>
            <a:srgbClr val="8F5025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264" name="Oval 591"/>
          <p:cNvSpPr>
            <a:spLocks noChangeArrowheads="1"/>
          </p:cNvSpPr>
          <p:nvPr>
            <p:custDataLst>
              <p:tags r:id="rId760"/>
            </p:custDataLst>
          </p:nvPr>
        </p:nvSpPr>
        <p:spPr bwMode="auto">
          <a:xfrm>
            <a:off x="7673975" y="4751388"/>
            <a:ext cx="50800" cy="117475"/>
          </a:xfrm>
          <a:prstGeom prst="ellipse">
            <a:avLst/>
          </a:prstGeom>
          <a:solidFill>
            <a:srgbClr val="96969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pic>
        <p:nvPicPr>
          <p:cNvPr id="22265" name="Picture 592"/>
          <p:cNvPicPr>
            <a:picLocks noChangeAspect="1" noChangeArrowheads="1"/>
          </p:cNvPicPr>
          <p:nvPr>
            <p:custDataLst>
              <p:tags r:id="rId761"/>
            </p:custDataLst>
          </p:nvPr>
        </p:nvPicPr>
        <p:blipFill>
          <a:blip r:embed="rId766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43425" y="1146175"/>
            <a:ext cx="430213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266" name="Picture 593"/>
          <p:cNvPicPr>
            <a:picLocks noChangeAspect="1" noChangeArrowheads="1"/>
          </p:cNvPicPr>
          <p:nvPr>
            <p:custDataLst>
              <p:tags r:id="rId762"/>
            </p:custDataLst>
          </p:nvPr>
        </p:nvPicPr>
        <p:blipFill>
          <a:blip r:embed="rId767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00663" y="1216025"/>
            <a:ext cx="5207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4306" name="Text Box 594"/>
          <p:cNvSpPr txBox="1">
            <a:spLocks noChangeArrowheads="1"/>
          </p:cNvSpPr>
          <p:nvPr>
            <p:custDataLst>
              <p:tags r:id="rId763"/>
            </p:custDataLst>
          </p:nvPr>
        </p:nvSpPr>
        <p:spPr bwMode="auto">
          <a:xfrm>
            <a:off x="5511800" y="904875"/>
            <a:ext cx="157004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600" dirty="0">
                <a:latin typeface="Tahoma" charset="0"/>
                <a:cs typeface="+mn-cs"/>
              </a:rPr>
              <a:t>Progeny </a:t>
            </a:r>
            <a:r>
              <a:rPr lang="en-US" sz="1600" dirty="0" err="1">
                <a:latin typeface="Tahoma" charset="0"/>
                <a:cs typeface="+mn-cs"/>
              </a:rPr>
              <a:t>virions</a:t>
            </a:r>
            <a:endParaRPr lang="en-US" sz="1600" dirty="0">
              <a:latin typeface="Tahoma" charset="0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 external file that holds a picture, illustration, etc.&#10;Object name is nihms-309905-f000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81000"/>
            <a:ext cx="7467600" cy="58904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pillomaviridae Fig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722" y="533400"/>
            <a:ext cx="8269278" cy="609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  <a:t>Maintenance and latency</a:t>
            </a:r>
            <a:r>
              <a:rPr lang="en-US" sz="3200" dirty="0" smtClean="0"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lang="en-US" sz="3200" dirty="0" smtClean="0">
                <a:solidFill>
                  <a:srgbClr val="C00000"/>
                </a:solidFill>
                <a:effectLst/>
                <a:latin typeface="Arial" pitchFamily="34" charset="0"/>
                <a:cs typeface="Arial" pitchFamily="34" charset="0"/>
              </a:rPr>
            </a:br>
            <a:endParaRPr lang="en-US" sz="3200" dirty="0" smtClean="0">
              <a:solidFill>
                <a:srgbClr val="C0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534400" cy="5029200"/>
          </a:xfrm>
        </p:spPr>
        <p:txBody>
          <a:bodyPr/>
          <a:lstStyle/>
          <a:p>
            <a:pPr algn="just" eaLnBrk="1" hangingPunct="1"/>
            <a:r>
              <a:rPr lang="en-US" sz="2400" dirty="0" smtClean="0">
                <a:latin typeface="Arial" pitchFamily="34" charset="0"/>
                <a:cs typeface="Arial" pitchFamily="34" charset="0"/>
              </a:rPr>
              <a:t>After successful infection of a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keratinocyte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the virus expresses very low levels of the early viral proteins E1 and E2, which are responsible for replicating and maintaining the viral DNA as a circular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episome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 eaLnBrk="1" hangingPunct="1"/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algn="just" eaLnBrk="1" hangingPunct="1"/>
            <a:r>
              <a:rPr lang="en-US" sz="2400" dirty="0" smtClean="0">
                <a:latin typeface="Arial" pitchFamily="34" charset="0"/>
                <a:cs typeface="Arial" pitchFamily="34" charset="0"/>
              </a:rPr>
              <a:t>The viral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oncogenes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E6 and E7, which promote cell growth by inactivating the tumor suppressor proteins p53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pRb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respectively, may also be expressed at very low levels. </a:t>
            </a:r>
          </a:p>
          <a:p>
            <a:pPr algn="just" eaLnBrk="1" hangingPunct="1"/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algn="just" eaLnBrk="1" hangingPunct="1"/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Keratinocyte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stem cells in the epithelial basement layer can maintain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papillomavirus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genomes in a dormant or "latent" state for decades.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Bovine </a:t>
            </a:r>
            <a:r>
              <a:rPr lang="en-IN" sz="36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papilloma</a:t>
            </a:r>
            <a:r>
              <a:rPr lang="en-IN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virus (BPV)</a:t>
            </a:r>
            <a:endParaRPr lang="en-IN" sz="3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486400"/>
          </a:xfrm>
        </p:spPr>
        <p:txBody>
          <a:bodyPr>
            <a:normAutofit lnSpcReduction="10000"/>
          </a:bodyPr>
          <a:lstStyle/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BPV cause both benign and malignant epithelial and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mesenchymal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tumors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or warts in cows and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equids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They are strictly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species-specific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and, even in experimental conditions, do not infect any other host than the natural one. </a:t>
            </a:r>
          </a:p>
          <a:p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The only known case of cross-species infection is the infection of horses and other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equids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by BPV type 1 (BPV-1) or BPV type-2 (BPV-2)</a:t>
            </a:r>
          </a:p>
          <a:p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To date, a variety of different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types (n = 25) from five genera (</a:t>
            </a:r>
            <a:r>
              <a:rPr lang="en-IN" sz="2400" i="1" dirty="0" smtClean="0">
                <a:latin typeface="Arial" pitchFamily="34" charset="0"/>
                <a:cs typeface="Arial" pitchFamily="34" charset="0"/>
              </a:rPr>
              <a:t>Delta-, </a:t>
            </a:r>
            <a:r>
              <a:rPr lang="en-IN" sz="2400" i="1" dirty="0" err="1" smtClean="0">
                <a:latin typeface="Arial" pitchFamily="34" charset="0"/>
                <a:cs typeface="Arial" pitchFamily="34" charset="0"/>
              </a:rPr>
              <a:t>Dyoxi</a:t>
            </a:r>
            <a:r>
              <a:rPr lang="en-IN" sz="2400" i="1" dirty="0" smtClean="0">
                <a:latin typeface="Arial" pitchFamily="34" charset="0"/>
                <a:cs typeface="Arial" pitchFamily="34" charset="0"/>
              </a:rPr>
              <a:t>-, </a:t>
            </a:r>
            <a:r>
              <a:rPr lang="en-IN" sz="2400" i="1" dirty="0" err="1" smtClean="0">
                <a:latin typeface="Arial" pitchFamily="34" charset="0"/>
                <a:cs typeface="Arial" pitchFamily="34" charset="0"/>
              </a:rPr>
              <a:t>Dyokappa</a:t>
            </a:r>
            <a:r>
              <a:rPr lang="en-IN" sz="2400" i="1" dirty="0" smtClean="0">
                <a:latin typeface="Arial" pitchFamily="34" charset="0"/>
                <a:cs typeface="Arial" pitchFamily="34" charset="0"/>
              </a:rPr>
              <a:t>-, Epsilon-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, and </a:t>
            </a:r>
            <a:r>
              <a:rPr lang="en-IN" sz="2400" i="1" dirty="0" err="1" smtClean="0">
                <a:latin typeface="Arial" pitchFamily="34" charset="0"/>
                <a:cs typeface="Arial" pitchFamily="34" charset="0"/>
              </a:rPr>
              <a:t>Xipapillomavirus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) have been identified from clinical specimens obtained from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cutaneous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or mucosal epithelial lesions from infected cattle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1600200"/>
            <a:ext cx="9144000" cy="4525963"/>
          </a:xfrm>
        </p:spPr>
        <p:txBody>
          <a:bodyPr>
            <a:noAutofit/>
          </a:bodyPr>
          <a:lstStyle/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Six BPV types (BPV 1-6) have been characterised associated with different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histopathological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lesions and classified into three groups:</a:t>
            </a:r>
          </a:p>
          <a:p>
            <a:endParaRPr lang="en-IN" sz="24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IN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Xi-</a:t>
            </a:r>
            <a:r>
              <a:rPr lang="en-IN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papillomaviruses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encompassing the pure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epitheliotropic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BPV-3;BPV-4 and BPV-6;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BPV-3 infects skin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BPV-4 infects the upper alimentary tract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BPV-6 infects teats and udders</a:t>
            </a:r>
          </a:p>
          <a:p>
            <a:pPr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en-IN" sz="2400" dirty="0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Delta </a:t>
            </a:r>
            <a:r>
              <a:rPr lang="en-IN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papillomaviruses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encompassing BPV-1 and BPV-2 associated to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fibropapillomas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(i.e. benign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tumors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of both epithelium and underlying derma) and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BPV-1 infects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paragenital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areas, including penis, teats and udders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BPV-2 infects skin, alimentary canal and urinary bladder</a:t>
            </a:r>
          </a:p>
          <a:p>
            <a:endParaRPr lang="en-IN" sz="24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IN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Epsilon-</a:t>
            </a:r>
            <a:r>
              <a:rPr lang="en-IN" sz="24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papillomavirus</a:t>
            </a:r>
            <a:r>
              <a:rPr lang="en-IN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comprising the BPV-5 whose genome seems to share similarities with the formers two BPV groups</a:t>
            </a:r>
            <a:r>
              <a:rPr lang="en-IN" sz="2400" dirty="0" smtClean="0"/>
              <a:t>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PATHOLOGY </a:t>
            </a:r>
            <a:endParaRPr lang="en-IN" sz="3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 err="1">
                <a:latin typeface="Arial" pitchFamily="34" charset="0"/>
                <a:cs typeface="Arial" pitchFamily="34" charset="0"/>
              </a:rPr>
              <a:t>Cutaneous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 warts are most common in younger animals (under 2 years) and usually spontaneously regress due to the animal's immune response without significant scarring. 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Warts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caused by the </a:t>
            </a:r>
            <a:r>
              <a:rPr lang="en-IN" sz="2400" b="1" i="1" dirty="0" err="1">
                <a:latin typeface="Arial" pitchFamily="34" charset="0"/>
                <a:cs typeface="Arial" pitchFamily="34" charset="0"/>
              </a:rPr>
              <a:t>Xipapillomavirus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 group have a </a:t>
            </a:r>
            <a:r>
              <a:rPr lang="en-IN" sz="2400" b="1" dirty="0">
                <a:latin typeface="Arial" pitchFamily="34" charset="0"/>
                <a:cs typeface="Arial" pitchFamily="34" charset="0"/>
              </a:rPr>
              <a:t>cauliflower-like appearance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and can attain the size of a fist; most common on the head, neck and shoulders, they may also occur in other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locations.</a:t>
            </a:r>
            <a:endParaRPr lang="en-IN" sz="2400" baseline="30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Cutaneous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fibropapillomas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 - caused by </a:t>
            </a:r>
            <a:r>
              <a:rPr lang="en-IN" sz="2400" b="1" i="1" dirty="0" err="1" smtClean="0">
                <a:latin typeface="Arial" pitchFamily="34" charset="0"/>
                <a:cs typeface="Arial" pitchFamily="34" charset="0"/>
              </a:rPr>
              <a:t>Deltapapillomavirus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 group have a nodular appearance</a:t>
            </a: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The most common lesion in dairy cattle is the flat “rice-grain”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fibropapilloma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caused by BPV5</a:t>
            </a: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Warts are contagious and spread primarily by milking machines and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milkers’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hands that carry the virus, which then infects the skin in areas of abrasion. 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thumb/4/48/Poreas_aumea_khouitir_abdellah.jpg/800px-Poreas_aumea_khouitir_abdella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81000"/>
            <a:ext cx="4343400" cy="325755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371600" y="4572000"/>
            <a:ext cx="685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/>
              <a:t>Large warts, showing the cauliflower-like appearance</a:t>
            </a:r>
            <a:endParaRPr lang="en-IN" sz="2400" dirty="0"/>
          </a:p>
        </p:txBody>
      </p:sp>
      <p:pic>
        <p:nvPicPr>
          <p:cNvPr id="1028" name="Picture 4" descr="Detection and whole genomic characterization of Bovine 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533400"/>
            <a:ext cx="4170128" cy="3276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Equine </a:t>
            </a:r>
            <a:r>
              <a:rPr lang="en-IN" sz="36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sarcoid</a:t>
            </a:r>
            <a:endParaRPr lang="en-IN" sz="3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610600" cy="4876800"/>
          </a:xfrm>
        </p:spPr>
        <p:txBody>
          <a:bodyPr>
            <a:noAutofit/>
          </a:bodyPr>
          <a:lstStyle/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sarcoids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are benign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tumors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of fibroblastic skin origin affecting horses, mules and donkeys. They are locally invasive often occurring at sites of previous injury or scarring. 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Most common tumour in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equids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worldwide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Clinically,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six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different types of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sarcoids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can be distinguished: </a:t>
            </a:r>
          </a:p>
          <a:p>
            <a:r>
              <a:rPr lang="en-IN" sz="2400" b="1" dirty="0" smtClean="0">
                <a:latin typeface="Arial" pitchFamily="34" charset="0"/>
                <a:cs typeface="Arial" pitchFamily="34" charset="0"/>
              </a:rPr>
              <a:t>Occult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sarcoid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: is an hairless circular area of the skin; </a:t>
            </a:r>
          </a:p>
          <a:p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Verrucous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tumors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with wart-like appearance; </a:t>
            </a:r>
          </a:p>
          <a:p>
            <a:r>
              <a:rPr lang="en-IN" sz="2400" b="1" dirty="0" smtClean="0">
                <a:latin typeface="Arial" pitchFamily="34" charset="0"/>
                <a:cs typeface="Arial" pitchFamily="34" charset="0"/>
              </a:rPr>
              <a:t>Fibroblastic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sarcoids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present as a fleshy mass;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838200"/>
            <a:ext cx="8534400" cy="4876800"/>
          </a:xfrm>
        </p:spPr>
        <p:txBody>
          <a:bodyPr>
            <a:noAutofit/>
          </a:bodyPr>
          <a:lstStyle/>
          <a:p>
            <a:pPr algn="just"/>
            <a:r>
              <a:rPr lang="en-IN" sz="2400" b="1" dirty="0" smtClean="0">
                <a:latin typeface="Arial" pitchFamily="34" charset="0"/>
                <a:cs typeface="Arial" pitchFamily="34" charset="0"/>
              </a:rPr>
              <a:t>Nodular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sarcoids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consist of firm masses lying under the skin and </a:t>
            </a:r>
          </a:p>
          <a:p>
            <a:pPr algn="just"/>
            <a:r>
              <a:rPr lang="en-IN" sz="2400" b="1" dirty="0" smtClean="0">
                <a:latin typeface="Arial" pitchFamily="34" charset="0"/>
                <a:cs typeface="Arial" pitchFamily="34" charset="0"/>
              </a:rPr>
              <a:t>Mixed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sarcoid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show a combination of features of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verrucous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, fibroblastic and nodular types </a:t>
            </a:r>
            <a:endParaRPr lang="en-IN" sz="2400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IN" sz="2400" b="1" dirty="0" smtClean="0">
                <a:latin typeface="Arial" pitchFamily="34" charset="0"/>
                <a:cs typeface="Arial" pitchFamily="34" charset="0"/>
              </a:rPr>
              <a:t>Malevolent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sarcoids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are the most infrequent form and are aggressive, invasive tumours that proliferate rapidly and may spread along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fascial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planes and vessels</a:t>
            </a:r>
          </a:p>
          <a:p>
            <a:pPr algn="just"/>
            <a:r>
              <a:rPr lang="en-IN" sz="2400" dirty="0" smtClean="0">
                <a:latin typeface="Arial" pitchFamily="34" charset="0"/>
                <a:cs typeface="Arial" pitchFamily="34" charset="0"/>
              </a:rPr>
              <a:t>Common sites of appearance is the skin of the head, ventral abdomen, legs and the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paragenital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region . </a:t>
            </a:r>
          </a:p>
          <a:p>
            <a:pPr algn="just"/>
            <a:r>
              <a:rPr lang="en-IN" sz="2400" b="1" dirty="0" smtClean="0">
                <a:latin typeface="Arial" pitchFamily="34" charset="0"/>
                <a:cs typeface="Arial" pitchFamily="34" charset="0"/>
              </a:rPr>
              <a:t>Both BPV-1 and BPV-2 have been detected in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sarcoid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tumours with the BPV-1 being the predominant type </a:t>
            </a:r>
            <a:endParaRPr lang="en-IN" sz="24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quine Sarcoids – Oklahoma Farm &amp; Ranch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060" y="762000"/>
            <a:ext cx="5084540" cy="3227422"/>
          </a:xfrm>
          <a:prstGeom prst="rect">
            <a:avLst/>
          </a:prstGeom>
          <a:noFill/>
        </p:spPr>
      </p:pic>
      <p:pic>
        <p:nvPicPr>
          <p:cNvPr id="1028" name="Picture 4" descr="All About Sarcoids | US Equestria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0" y="1600200"/>
            <a:ext cx="3656067" cy="487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 dirty="0" smtClean="0">
                <a:solidFill>
                  <a:srgbClr val="C00000"/>
                </a:solidFill>
              </a:rPr>
              <a:t>Diagnosis</a:t>
            </a:r>
            <a:br>
              <a:rPr lang="en-IN" sz="4000" b="1" dirty="0" smtClean="0">
                <a:solidFill>
                  <a:srgbClr val="C00000"/>
                </a:solidFill>
              </a:rPr>
            </a:b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By histopathology, thus a biopsy sample is needed (</a:t>
            </a:r>
            <a:r>
              <a:rPr lang="en-IN" sz="2800" dirty="0" err="1" smtClean="0">
                <a:latin typeface="Arial" pitchFamily="34" charset="0"/>
                <a:cs typeface="Arial" pitchFamily="34" charset="0"/>
              </a:rPr>
              <a:t>excisional</a:t>
            </a:r>
            <a:r>
              <a:rPr lang="en-IN" sz="2800" dirty="0" smtClean="0">
                <a:latin typeface="Arial" pitchFamily="34" charset="0"/>
                <a:cs typeface="Arial" pitchFamily="34" charset="0"/>
              </a:rPr>
              <a:t> biopsies).</a:t>
            </a:r>
          </a:p>
          <a:p>
            <a:endParaRPr lang="en-IN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800" dirty="0" smtClean="0">
                <a:latin typeface="Arial" pitchFamily="34" charset="0"/>
                <a:cs typeface="Arial" pitchFamily="34" charset="0"/>
              </a:rPr>
              <a:t>BPV DNA can be detected by in situ hybridization and PCR on formalin fixed and paraffin embedded tissue sections of biopsy samples</a:t>
            </a: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2133600"/>
            <a:ext cx="7239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 smtClean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cs typeface="Arial" pitchFamily="34" charset="0"/>
              </a:rPr>
              <a:t>Family </a:t>
            </a:r>
            <a:r>
              <a:rPr lang="en-IN" sz="4400" b="1" dirty="0" err="1" smtClean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cs typeface="Arial" pitchFamily="34" charset="0"/>
              </a:rPr>
              <a:t>Circoviridae</a:t>
            </a:r>
            <a:endParaRPr lang="en-IN" sz="4400" b="1" dirty="0">
              <a:solidFill>
                <a:schemeClr val="accent2">
                  <a:lumMod val="75000"/>
                </a:schemeClr>
              </a:solidFill>
              <a:latin typeface="Algerian" pitchFamily="82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304800"/>
            <a:ext cx="8610600" cy="5638800"/>
          </a:xfrm>
        </p:spPr>
        <p:txBody>
          <a:bodyPr>
            <a:noAutofit/>
          </a:bodyPr>
          <a:lstStyle/>
          <a:p>
            <a:r>
              <a:rPr lang="en-IN" sz="2400" dirty="0">
                <a:latin typeface="Arial" pitchFamily="34" charset="0"/>
                <a:cs typeface="Arial" pitchFamily="34" charset="0"/>
              </a:rPr>
              <a:t>T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he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family's name, "</a:t>
            </a:r>
            <a:r>
              <a:rPr lang="en-IN" sz="2400" dirty="0" err="1">
                <a:latin typeface="Arial" pitchFamily="34" charset="0"/>
                <a:cs typeface="Arial" pitchFamily="34" charset="0"/>
              </a:rPr>
              <a:t>circo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," is derived from the Greek root "gyro," which means ring or </a:t>
            </a:r>
            <a:r>
              <a:rPr lang="en-IN" sz="2400" dirty="0" err="1">
                <a:latin typeface="Arial" pitchFamily="34" charset="0"/>
                <a:cs typeface="Arial" pitchFamily="34" charset="0"/>
              </a:rPr>
              <a:t>cirular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.  This refers to the characteristic circular shape of the </a:t>
            </a:r>
            <a:r>
              <a:rPr lang="en-IN" sz="2400" dirty="0" err="1">
                <a:latin typeface="Arial" pitchFamily="34" charset="0"/>
                <a:cs typeface="Arial" pitchFamily="34" charset="0"/>
              </a:rPr>
              <a:t>circovirus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genome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family 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Circoviridae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 is comprised of viruses with circular, covalently closed,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single-stranded DNA (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ssDNA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)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genomes, including the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smallest known viral pathogens of animals.</a:t>
            </a:r>
            <a:endParaRPr lang="en-IN" sz="2400" b="1" dirty="0" smtClean="0">
              <a:latin typeface="Arial" pitchFamily="34" charset="0"/>
              <a:cs typeface="Arial" pitchFamily="34" charset="0"/>
            </a:endParaRPr>
          </a:p>
          <a:p>
            <a:endParaRPr lang="en-IN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b="1" dirty="0" smtClean="0">
                <a:latin typeface="Arial" pitchFamily="34" charset="0"/>
                <a:cs typeface="Arial" pitchFamily="34" charset="0"/>
              </a:rPr>
              <a:t>Baltimore group II </a:t>
            </a:r>
          </a:p>
          <a:p>
            <a:endParaRPr lang="en-IN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b="1" dirty="0" smtClean="0">
                <a:latin typeface="Arial" pitchFamily="34" charset="0"/>
                <a:cs typeface="Arial" pitchFamily="34" charset="0"/>
              </a:rPr>
              <a:t>Genera </a:t>
            </a:r>
            <a:r>
              <a:rPr lang="en-IN" sz="2400" b="1" dirty="0">
                <a:latin typeface="Arial" pitchFamily="34" charset="0"/>
                <a:cs typeface="Arial" pitchFamily="34" charset="0"/>
              </a:rPr>
              <a:t>in the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Family: </a:t>
            </a:r>
            <a:r>
              <a:rPr lang="en-IN" sz="2400" b="1" i="1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IN" sz="2400" b="1" i="1" dirty="0" err="1" smtClean="0">
                <a:latin typeface="Arial" pitchFamily="34" charset="0"/>
                <a:cs typeface="Arial" pitchFamily="34" charset="0"/>
              </a:rPr>
              <a:t>Cyclovirus</a:t>
            </a:r>
            <a:r>
              <a:rPr lang="en-IN" sz="2400" b="1" i="1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Members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from the genus 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 mainly restricted to vertebrate hosts, whereas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cycloviruses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have been identified in both vertebrates and invertebrates</a:t>
            </a:r>
            <a:endParaRPr lang="en-IN" sz="2400" dirty="0">
              <a:latin typeface="Arial" pitchFamily="34" charset="0"/>
              <a:cs typeface="Arial" pitchFamily="34" charset="0"/>
            </a:endParaRPr>
          </a:p>
          <a:p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685800"/>
            <a:ext cx="9144000" cy="5791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genus 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 includes beak and feather disease virus, canary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goose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pigeon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duck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finch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gull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and porcine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circoviruses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1 and 2. </a:t>
            </a: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Porcine 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 1 is the type species of the genus 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Circovirus</a:t>
            </a: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Psittacine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 beak  and  feather  disease  virus  and  porcine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 are  17  nm  in  diameter  and  are  the  smallest viruses of vertebrates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know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Chicken anemia virus (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Gyrovirus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 is 22 nm in diameter.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Characteristically,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virions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often appear in infected cells and in diagnostic specimens in rather  stable  linear  arrays "strings  of pearls." </a:t>
            </a:r>
          </a:p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Virion</a:t>
            </a:r>
            <a:r>
              <a:rPr lang="en-IN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morphology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267200" cy="4525963"/>
          </a:xfrm>
        </p:spPr>
        <p:txBody>
          <a:bodyPr>
            <a:normAutofit/>
          </a:bodyPr>
          <a:lstStyle/>
          <a:p>
            <a:r>
              <a:rPr lang="en-IN" dirty="0" smtClean="0">
                <a:latin typeface="Arial" pitchFamily="34" charset="0"/>
                <a:cs typeface="Arial" pitchFamily="34" charset="0"/>
              </a:rPr>
              <a:t>Small</a:t>
            </a:r>
            <a:r>
              <a:rPr lang="en-IN" dirty="0" smtClean="0">
                <a:latin typeface="Arial" pitchFamily="34" charset="0"/>
                <a:cs typeface="Arial" pitchFamily="34" charset="0"/>
              </a:rPr>
              <a:t>, 17-22 nm in diameter.</a:t>
            </a:r>
          </a:p>
          <a:p>
            <a:r>
              <a:rPr lang="en-IN" dirty="0" smtClean="0">
                <a:latin typeface="Arial" pitchFamily="34" charset="0"/>
                <a:cs typeface="Arial" pitchFamily="34" charset="0"/>
              </a:rPr>
              <a:t>Non-enveloped </a:t>
            </a:r>
            <a:r>
              <a:rPr lang="en-IN" dirty="0">
                <a:latin typeface="Arial" pitchFamily="34" charset="0"/>
                <a:cs typeface="Arial" pitchFamily="34" charset="0"/>
              </a:rPr>
              <a:t>viruses with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icosahedral</a:t>
            </a:r>
            <a:r>
              <a:rPr lang="en-IN" dirty="0">
                <a:latin typeface="Arial" pitchFamily="34" charset="0"/>
                <a:cs typeface="Arial" pitchFamily="34" charset="0"/>
              </a:rPr>
              <a:t>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nucleocapsids</a:t>
            </a:r>
            <a:r>
              <a:rPr lang="en-IN" dirty="0">
                <a:latin typeface="Arial" pitchFamily="34" charset="0"/>
                <a:cs typeface="Arial" pitchFamily="34" charset="0"/>
              </a:rPr>
              <a:t>.  </a:t>
            </a:r>
            <a:endParaRPr lang="en-IN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 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capsid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 consists of 12 pentagonal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trumpet shaped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pentamers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2" descr="https://sites.google.com/site/circoviridae/em_circo_4-custom-size-390-200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600200"/>
            <a:ext cx="4191000" cy="304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GENOME </a:t>
            </a:r>
            <a:endParaRPr lang="en-IN" sz="32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4525963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Arial" pitchFamily="34" charset="0"/>
                <a:cs typeface="Arial" pitchFamily="34" charset="0"/>
              </a:rPr>
              <a:t>N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on-segmented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and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single-stranded DNA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, in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the shape of a covalently-closed circle.  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genomic DNA is made up of 1800-2000 nucleotides. 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Psittacine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beak and feather disease virus and porcine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employ an </a:t>
            </a:r>
            <a:r>
              <a:rPr lang="en-IN" sz="2400" b="1" dirty="0" err="1" smtClean="0">
                <a:latin typeface="Arial" pitchFamily="34" charset="0"/>
                <a:cs typeface="Arial" pitchFamily="34" charset="0"/>
              </a:rPr>
              <a:t>ambisense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transcription strategy, i.e.,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ORFs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are transcribed in opposite directions from a single promoter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site.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 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Chicken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anemia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virus genes are all encoded in the positive-sense strand. </a:t>
            </a:r>
          </a:p>
          <a:p>
            <a:r>
              <a:rPr lang="en-IN" sz="2400" dirty="0" smtClean="0">
                <a:latin typeface="Arial" pitchFamily="34" charset="0"/>
                <a:cs typeface="Arial" pitchFamily="34" charset="0"/>
              </a:rPr>
              <a:t>Viral replication occurs in the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nucleus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and depends on cellular proteins produced during the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S phase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of the cell cycle.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ars.els-cdn.com/content/image/3-s2.0-B9780323903851000352-f35-02-978032390385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4132" y="838200"/>
            <a:ext cx="4987668" cy="45379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REPLICATION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91600" cy="57150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Virus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penetrates into the host cell.</a:t>
            </a:r>
          </a:p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Uncoating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, the viral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ssDNA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genome penetrates into the nucleus.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Viral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ssDNA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is converted into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dsDNA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with the participation of cellular factors. 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dsDNA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transcription gives rise to viral mRNAs.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Viral mRNAs are translated to produce viral proteins.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Replication may be mediated by a Rep protein, and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occur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by </a:t>
            </a:r>
            <a:r>
              <a:rPr 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rolling circle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replication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producing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ssDNA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genomes.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These newly synthesized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ssDNA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can either</a:t>
            </a:r>
            <a:br>
              <a:rPr lang="en-US" sz="2400" dirty="0">
                <a:latin typeface="Arial" pitchFamily="34" charset="0"/>
                <a:cs typeface="Arial" pitchFamily="34" charset="0"/>
              </a:rPr>
            </a:br>
            <a:r>
              <a:rPr lang="en-US" sz="2400" dirty="0">
                <a:latin typeface="Arial" pitchFamily="34" charset="0"/>
                <a:cs typeface="Arial" pitchFamily="34" charset="0"/>
              </a:rPr>
              <a:t>a) be converted to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dsDNA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and serve as a template for transcription/replication</a:t>
            </a:r>
            <a:br>
              <a:rPr lang="en-US" sz="2400" dirty="0">
                <a:latin typeface="Arial" pitchFamily="34" charset="0"/>
                <a:cs typeface="Arial" pitchFamily="34" charset="0"/>
              </a:rPr>
            </a:br>
            <a:r>
              <a:rPr lang="en-US" sz="2400" dirty="0">
                <a:latin typeface="Arial" pitchFamily="34" charset="0"/>
                <a:cs typeface="Arial" pitchFamily="34" charset="0"/>
              </a:rPr>
              <a:t>b) be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encapsidated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by the capsid proteins and form </a:t>
            </a:r>
            <a:r>
              <a:rPr lang="en-US" sz="2400" dirty="0" err="1">
                <a:latin typeface="Arial" pitchFamily="34" charset="0"/>
                <a:cs typeface="Arial" pitchFamily="34" charset="0"/>
              </a:rPr>
              <a:t>virions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released from the cell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by budding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9354007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Rolling circle replication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4830763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ssDNA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virus is converted to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transcriptionally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active, covalently closed circular DNA by host DNA polymerase  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The Rep protein expressed from the viral genome cleaves at specific sites (origin of replication </a:t>
            </a:r>
            <a:r>
              <a:rPr lang="en-US" sz="2400" i="1" dirty="0" smtClean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2400" i="1" dirty="0" err="1" smtClean="0">
                <a:latin typeface="Arial" pitchFamily="34" charset="0"/>
                <a:cs typeface="Arial" pitchFamily="34" charset="0"/>
              </a:rPr>
              <a:t>ori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 at the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virion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strand to produce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replicative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form of DNA. 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The free 3′ OH end is used by host DNA polymerase to synthesize the new strand using the circular strand as template. 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As the new strands are synthesized, old strands are progressively displaced, after one or two circles, the old displaced strands are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ligated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to yield circular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ssDNA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virion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strands. </a:t>
            </a:r>
          </a:p>
          <a:p>
            <a:pPr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The circularized new strands are either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encapsidated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or converted into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replicative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forms to enter another round of replication 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le:RollingCircleReplica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0"/>
            <a:ext cx="8001000" cy="4267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685800"/>
            <a:ext cx="7772400" cy="1362075"/>
          </a:xfrm>
        </p:spPr>
        <p:txBody>
          <a:bodyPr/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Chicken Anemia virus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962400"/>
            <a:ext cx="8458200" cy="1500187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Non-enveloped, </a:t>
            </a:r>
            <a:r>
              <a:rPr lang="en-US" sz="2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icosahedral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virus with a very small (2.3 kb), single-stranded, negative sense, circular DNA genome, is the </a:t>
            </a:r>
            <a:r>
              <a:rPr lang="en-US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only recognized member of the </a:t>
            </a:r>
            <a:r>
              <a:rPr lang="en-US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Gyrovirus</a:t>
            </a:r>
            <a:r>
              <a:rPr lang="en-US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 genus of the </a:t>
            </a:r>
            <a:r>
              <a:rPr lang="en-US" sz="2400" b="1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Anelloviridae</a:t>
            </a:r>
            <a:r>
              <a:rPr lang="en-US" sz="24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family. </a:t>
            </a: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It was previously classified as a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Circovirus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but important differences in genome organization led to its reclassification into the new </a:t>
            </a:r>
            <a:r>
              <a:rPr lang="en-US" sz="24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Anellovirus</a:t>
            </a:r>
            <a:r>
              <a:rPr lang="en-US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family.</a:t>
            </a:r>
            <a:r>
              <a:rPr lang="en-IN" sz="24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IN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600200"/>
            <a:ext cx="70250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Chicken Infectious Anemia, Blue Wing Disease</a:t>
            </a:r>
            <a:endParaRPr lang="en-US" sz="2400" b="1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225973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8915400" cy="4525963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Chicken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anemia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virus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genome has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three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overlapping open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reading frames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, 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 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VP1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major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capsid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protein-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vital role in the growth and transmission of CAV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VP2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non-structural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protein with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phosphatase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activity that plays a key role in the virus’s assembly during the infectious cycle.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VP3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apoptin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protein</a:t>
            </a:r>
            <a:r>
              <a:rPr lang="en-US" sz="2400" dirty="0" smtClean="0"/>
              <a:t> 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which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induces apoptosis of T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lymphocytes. It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induces severe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lympho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-atrophy and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anemia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in infected chickens, and can trigger apoptosis independent of p53 activation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3179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838200"/>
            <a:ext cx="8458200" cy="57912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Chickens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are the natural hosts of CAV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CAV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has also been isolated from other species such as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turkeys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and CAV antibodies have been detected in quails.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CAV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mainly infects </a:t>
            </a:r>
            <a:r>
              <a:rPr lang="en-GB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10–14 days-old </a:t>
            </a:r>
            <a:r>
              <a:rPr lang="en-GB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chickens (less than two weeks old)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leading to severe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anemia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, yellow bone marrow,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aplasia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of the bone marrow and atrophy of the lymphoid organ by damaging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erythroblastoid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cells, resulting in depletion of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thymocytes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, which makes the chickens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immunodeficient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 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It causes atrophy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of the thymus and bone marrow, which also causes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immunosuppression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and weight loss in 2–4 weeks-old chicks. 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914400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The importance of this virus comes from its:</a:t>
            </a:r>
          </a:p>
          <a:p>
            <a:pPr marL="914400" lvl="1" indent="-457200" algn="just">
              <a:buFont typeface="+mj-lt"/>
              <a:buAutoNum type="arabicPeriod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Trans-ovarian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transmission (vertical) and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Horizontal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transmission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Potential for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inducing immunosuppression alone or in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combination with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other infectious agents.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914400" lvl="1" indent="-457200" algn="just"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914400" lvl="1" indent="-457200" algn="just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All Chicken Anemia Virus isolates belong to 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one serotype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216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Transmission 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CAV is highly contagious and it takes few weeks to spread through an entire flock.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Disease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usually occurs during the first 3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week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of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life through;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Vertical transmission.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Contact exposure close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to hatch.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Chickens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at any age are susceptible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to infection by:</a:t>
            </a:r>
          </a:p>
          <a:p>
            <a:pPr marL="796925" lvl="1" indent="-339725" algn="just">
              <a:buFont typeface="+mj-lt"/>
              <a:buAutoNum type="arabi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Oral route.</a:t>
            </a:r>
          </a:p>
          <a:p>
            <a:pPr marL="796925" lvl="1" indent="-339725" algn="just">
              <a:buFont typeface="+mj-lt"/>
              <a:buAutoNum type="arabi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Respiratory route.</a:t>
            </a:r>
          </a:p>
        </p:txBody>
      </p:sp>
    </p:spTree>
    <p:extLst>
      <p:ext uri="{BB962C8B-B14F-4D97-AF65-F5344CB8AC3E}">
        <p14:creationId xmlns="" xmlns:p14="http://schemas.microsoft.com/office/powerpoint/2010/main" val="31015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TRANSMISSION 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Horizontal transmission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is through inhalation or oral exposure, and virus is shed in feces and feather dander.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Breeder flocks may become infected before they begin to lay fertile eggs, and virus subsequently is transmitted vertically for as long as the hen is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viremic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If hens are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seropositive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 maternal antibody generally protects chicks from disease.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Many flocks of otherwise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specific-pathogen-free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(SPF) chickens carry chicken anemia virus, and it is often difficult to eradicate the virus once it is present.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115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609600"/>
            <a:ext cx="8534400" cy="58674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The principal sites of CAV replication are </a:t>
            </a:r>
            <a:r>
              <a:rPr lang="en-US" sz="2600" b="1" dirty="0" err="1" smtClean="0">
                <a:latin typeface="Arial" pitchFamily="34" charset="0"/>
                <a:cs typeface="Arial" pitchFamily="34" charset="0"/>
              </a:rPr>
              <a:t>hemocytoblasts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 in the bone marrow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600" b="1" dirty="0" smtClean="0">
                <a:latin typeface="Arial" pitchFamily="34" charset="0"/>
                <a:cs typeface="Arial" pitchFamily="34" charset="0"/>
              </a:rPr>
              <a:t>precursor T cells in the cortex of the thymus, and dividing CD4 and CD8 T cells in the spleen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Replication in and destruction of the </a:t>
            </a:r>
            <a:r>
              <a:rPr lang="en-US" sz="2600" dirty="0" err="1" smtClean="0">
                <a:latin typeface="Arial" pitchFamily="34" charset="0"/>
                <a:cs typeface="Arial" pitchFamily="34" charset="0"/>
              </a:rPr>
              <a:t>hemocytoblasts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 leads to </a:t>
            </a:r>
            <a:r>
              <a:rPr lang="en-US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anemia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, whereas replication in and destruction of the T cells causes </a:t>
            </a:r>
            <a:r>
              <a:rPr lang="en-US" sz="2600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immunosuppression</a:t>
            </a:r>
            <a:r>
              <a:rPr lang="en-US" sz="26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 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Under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experimental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conditions,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the virus is found present in </a:t>
            </a:r>
            <a:r>
              <a:rPr lang="en-US" sz="2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most organs after one day </a:t>
            </a:r>
            <a:r>
              <a:rPr lang="en-US" sz="2600" dirty="0">
                <a:latin typeface="Arial" pitchFamily="34" charset="0"/>
                <a:cs typeface="Arial" pitchFamily="34" charset="0"/>
              </a:rPr>
              <a:t>(brain, liver, spleen, bursa, bone marrow, rectal contents and serum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>
              <a:lnSpc>
                <a:spcPct val="110000"/>
              </a:lnSpc>
              <a:buFont typeface="Wingdings" pitchFamily="2" charset="2"/>
              <a:buChar char="Ø"/>
            </a:pPr>
            <a:r>
              <a:rPr lang="en-US" sz="26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Morbidity and mortality rates are high </a:t>
            </a:r>
            <a:r>
              <a:rPr lang="en-US" sz="2600" dirty="0" smtClean="0">
                <a:latin typeface="Arial" pitchFamily="34" charset="0"/>
                <a:cs typeface="Arial" pitchFamily="34" charset="0"/>
              </a:rPr>
              <a:t>dependent on the age of the chickens when infected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1501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Clinical Signs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0540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Young chickens are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depressed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huddle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under the heat source.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Exhibit a marked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pallor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that may extend to the internal organs.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In chicken anemia virus-infected chickens with severe anemia,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hemorrhagic-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aplastic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anemia syndrome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as characterized by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intracutaneous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subcutaneous, and intramuscular hemorrhages with the wing tips frequently affected, can also occur (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blue wing disease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The bone marrow is pale or yellow in color and may have a fatty consistency.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0466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609600"/>
            <a:ext cx="8458200" cy="533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 algn="just"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5.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Thymic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atrophy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and congestion is common and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is considered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diagnostic when associated with other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typical signs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or lesions.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Font typeface="+mj-lt"/>
              <a:buAutoNum type="arabicPeriod" startAt="6"/>
            </a:pP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Bursal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>
                <a:latin typeface="Arial" pitchFamily="34" charset="0"/>
                <a:cs typeface="Arial" pitchFamily="34" charset="0"/>
              </a:rPr>
              <a:t>atrophy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is generally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modest and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transitory, typically occurring at 10 to 14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days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of age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in chickens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vertically infected.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Font typeface="+mj-lt"/>
              <a:buAutoNum type="arabicPeriod" startAt="6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All of the aforementioned lesions are exacerbated and more persistent in chickens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coinfected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with infectious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bursal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disease virus or other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lymphocidal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agents.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Severely affected birds generally die within 2 to 4 week of age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Survivors are often stunted. </a:t>
            </a:r>
          </a:p>
          <a:p>
            <a:pPr marL="457200" indent="-457200" algn="just">
              <a:buFont typeface="+mj-lt"/>
              <a:buAutoNum type="arabicPeriod" startAt="6"/>
            </a:pPr>
            <a:endParaRPr lang="en-US" sz="2400" dirty="0" smtClean="0"/>
          </a:p>
          <a:p>
            <a:pPr marL="457200" indent="-457200" algn="just">
              <a:buFont typeface="+mj-lt"/>
              <a:buAutoNum type="arabicPeriod" startAt="6"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5223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aemorrhages wi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" r="402"/>
          <a:stretch/>
        </p:blipFill>
        <p:spPr bwMode="auto">
          <a:xfrm>
            <a:off x="762000" y="304800"/>
            <a:ext cx="7086600" cy="5342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5715000"/>
            <a:ext cx="91440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/>
              <a:t>Haemorrhages</a:t>
            </a:r>
            <a:r>
              <a:rPr lang="en-US" sz="2000" dirty="0"/>
              <a:t> on the wing of a young chicken with Chicken Infectious Anemia, hence the name Blue Wing Disease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80583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ubcutaneous haemorrh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8001000" cy="5322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5867400"/>
            <a:ext cx="8839200" cy="685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Subcutaneous </a:t>
            </a:r>
            <a:r>
              <a:rPr lang="en-US" sz="2000" dirty="0" err="1"/>
              <a:t>haemorrhage</a:t>
            </a:r>
            <a:r>
              <a:rPr lang="en-US" sz="2000" dirty="0"/>
              <a:t> in a young chicken with Chicken Infectious Anemia, resulting in blue discoloration of the hock joint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3037635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ale carcas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57200"/>
            <a:ext cx="7060924" cy="472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5486400"/>
            <a:ext cx="91440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Pale anemic carcass of a young chicken with Chicken Infectious </a:t>
            </a:r>
            <a:r>
              <a:rPr lang="en-US" sz="2000" dirty="0" smtClean="0"/>
              <a:t>Anemia</a:t>
            </a: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369309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Diagnosis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Diagnosis of chicken anemia virus infection in chickens is based on history, clinical signs, and gross and microscopic pathologic findings.</a:t>
            </a:r>
          </a:p>
          <a:p>
            <a:pPr marL="0" indent="0"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Anemia,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leukocytopenia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and thrombocytopenia. </a:t>
            </a:r>
          </a:p>
          <a:p>
            <a:pPr marL="0" indent="0"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Packed cell volumes are low, and blood smears often reveal anemia and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leukopenia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algn="just"/>
            <a:r>
              <a:rPr lang="en-US" sz="2400" dirty="0" smtClean="0">
                <a:latin typeface="Arial" pitchFamily="34" charset="0"/>
                <a:cs typeface="Arial" pitchFamily="34" charset="0"/>
              </a:rPr>
              <a:t> Blood may be watery and clot slowly as a consequence of thrombocytopenia.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80805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Diagnosis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b="1" dirty="0" smtClean="0"/>
              <a:t>Laboratory </a:t>
            </a:r>
            <a:r>
              <a:rPr lang="en-US" b="1" dirty="0"/>
              <a:t>tests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Laboratory tests to identify the viral genome, antigen or antibodies are required for a definitive diagnosis.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Testing serum samples for example at the time of the clinical signs and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2-3 weeks later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provide the best basis for serological diagnosis. 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Chicken anemia virus is the only avian 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gyrovirus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 that can be efficiently propagated in cell culture, specifically in </a:t>
            </a:r>
            <a:r>
              <a:rPr lang="en-US" sz="2800" dirty="0" err="1" smtClean="0">
                <a:latin typeface="Arial" pitchFamily="34" charset="0"/>
                <a:cs typeface="Arial" pitchFamily="34" charset="0"/>
              </a:rPr>
              <a:t>lymphoblastoid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 T cell (MDCC-MSB1 and MDCC-JP2) and B cell lines (LSCC-1104B1)</a:t>
            </a:r>
          </a:p>
        </p:txBody>
      </p:sp>
    </p:spTree>
    <p:extLst>
      <p:ext uri="{BB962C8B-B14F-4D97-AF65-F5344CB8AC3E}">
        <p14:creationId xmlns="" xmlns:p14="http://schemas.microsoft.com/office/powerpoint/2010/main" val="5916344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3716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No specific treatment is available. Control is best achieved by vaccination.</a:t>
            </a:r>
          </a:p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Chicken anemia virus poses 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no known </a:t>
            </a:r>
            <a:r>
              <a:rPr lang="en-US" sz="2800" b="1" dirty="0" err="1" smtClean="0">
                <a:latin typeface="Arial" pitchFamily="34" charset="0"/>
                <a:cs typeface="Arial" pitchFamily="34" charset="0"/>
              </a:rPr>
              <a:t>zoonotic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 risk to humans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, nor does it infect other mammals. 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Porcine </a:t>
            </a:r>
            <a:r>
              <a:rPr lang="en-US" sz="3600" b="1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circovirus</a:t>
            </a:r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(PCV)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534400" cy="50292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Common virus of pigs found throughout the world</a:t>
            </a:r>
          </a:p>
          <a:p>
            <a:pPr>
              <a:lnSpc>
                <a:spcPct val="120000"/>
              </a:lnSpc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The smallest virus to infect mammals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Two porcine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circoviruses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 have been isolated from pigs. </a:t>
            </a:r>
          </a:p>
          <a:p>
            <a:pPr>
              <a:lnSpc>
                <a:spcPct val="120000"/>
              </a:lnSpc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Porcine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1 (PCV1)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is ubiquitous, and nonpathogenic in swine. </a:t>
            </a:r>
          </a:p>
          <a:p>
            <a:pPr>
              <a:lnSpc>
                <a:spcPct val="120000"/>
              </a:lnSpc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Porcine </a:t>
            </a:r>
            <a:r>
              <a:rPr lang="en-US" b="1" dirty="0" err="1" smtClean="0">
                <a:latin typeface="Arial" pitchFamily="34" charset="0"/>
                <a:cs typeface="Arial" pitchFamily="34" charset="0"/>
              </a:rPr>
              <a:t>circovirus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2 (PCV2)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emerged as a major swine pathogen about 20 years ago and is now endemic worldwide. 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PCV2 is associated with </a:t>
            </a: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postweaning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multisystemic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wasting syndrome (PMWS),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 disease characterized by jaundice, diarrhea, respiratory disease, failure to thrive, and sudden death. 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4I7iN1HBfodzzoAAwuPNLv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x9jvdxaIST1Uqp5MIpzJ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yfing6ylyrr0VVsT3L6z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2byYgHjTT90HA3cQh4aw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tqt9kPmNDXdVd7OhPQ1E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ZdkoGcu1p5hsH7u6nux5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9C1aV1spmUUcyNaSqoJHF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uFQ51ZfjuH2brfPV89jB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DLpGNItx6sMVJEyBauM5B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pwGehrmnLUun24FlcwPX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vwbmwZOPsw2lT0yr2aJ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rmBtWPiffD0Q6aH54PoX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Q0JLkD4NMRTx4azTA9vz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1vNPQlXkkJMpvBKavFbs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Wy6xwbffrvOYYdYuMJPs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LEFY9qEQoK1SyeJjPM55h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wCwb0SsCoCMNrSy1PAB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X6FKLtU2nrSt48lCeDXW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fLqhrgKfuG9wzvRrepyA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UjnJcpAXDbWkQTju2Di7X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jxzQLNpyoxB5R6TH4lFx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zeEX8KnUhTcH0PamDNx5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JL2cAkzWrq9kYkbOFEbtf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S963xIISZWb9vTVV92ll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yFRPaP7SUja1TS5wNQez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9OPhSJv87Uf5BrcHxTK6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Zu02PCeu7Sllv20SWonLb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LNhDk6jkPkagPkhPTSTD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KgV9GEWmIgGJIcLbi8bM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afdFB6uvRyso21IapFosC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A5C44HzLr0jJ5GW03PRco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gjaKt7IwnAohF73w2MV6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4iV1eoByBpusOiUjds2V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lO1OXwN4hi1OfROsSjUPZ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MciKBJyt3aOlX70pq4Kw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r033vLAI1NKm1OwdU4vNf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ZTTGrsSP4sRALiGydNSk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BB6bTdaG1kWA0a9Oj7QcI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vr2dwmQIVVGYhiAfyFFn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DbiwpptLuWij6E9GHNQip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T1SRe3yawkQYORVZXrf9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YbV6SXRx87BhgExapcj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s8QiLHQp3fB9lUGiXGdFN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FIPooEduLxgz7qmFXcT0H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3EHtbGC1KW8a4AoKIlJ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uBUNyRqrizQRlbjoDUKep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l4cokqWeELvaa6yn8LAi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kcedrjHOc2sqfQB9w0v4U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ma1dQgMZD6pMJZ97ZCwQy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IJQIMYeANAEfQ3cetr1do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0t6BZp0Sx4wTshm7uNL3j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8u96VL84Ol3nJnCaZPAV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JWBURmXesl1akBrTteJsf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P4xYvjOVsoMyLcu0UM7A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y20I5mlbAky6wnSREqwS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oMQfoskWlFh7IZWuAIz7c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ec5XD1Vt9mPHagatHT1e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gZOnWm3HXLrbyD9qOj1Sv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h0PFk71F5XYzW69f4yprp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gYIwkg4Hdl8kHNyh2WGhF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dYG2gzfst4vdKRXNMKBnJ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qCpmHNvsK8oMKJPhZvsLS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Ot3Hjf9WFiKBx4DURsW0j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PX6eXvK5VYJmNVjZtgjOs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28bLD4D0OSLqE5A4iDbA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SbhIBSYGHuVJVY2cSFsU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BmhdppYFCSJfg0uUtL28b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vV9C26Lv7sC1zUrntzI1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ZFI1HXcHS1FlQl4NmST7K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Cerzt5isq9osVtT0oOjqz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le35jGcQ8KiI2tA8t6pp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XoqATmt5OkH1ScvoMCgz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9cqppfkc190PhFFJMQm3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11AnC5kN91vjed9tWdKCi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03VQJ3PpdXHbboO1DeRe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kXqrzjU8ijFt1xsMmhXJN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C32KEUAvK4x0JXphtwu4F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vHnhzQSAggcMlmpOE0xMz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W1Oum4NrfIReyknnkJDaN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NWC3SERuwTOTLlt5uNMP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7N4rhFO8oNFeRSjc9AKb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qFy2TffQoYfj2vfNdzOIK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557BcaBCeghVG8vpnqyi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pUOm4oW0Wte0ztVh25fLJ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26O6iNbnarpgFcNQ6cGek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GGz2u5nt3e5rSIyX68Oyi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BjNIucY25vDdp8xfj5ZGn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bek4i86ypMvT5ffMBbu1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NEipqQOJyBpq8ynpUQVw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Hw3hZxuOcm1BrGMSHfJG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E7HpbhE5CtWWMm8RheJp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ox7GD18GMqCO2oai8jwy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7vJ0wzosruuqgAAIyfvoP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j8JXYy8VcRMZpCWCvzhjY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jB7zIpLh2Ry4bBgyAPkwh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EgbXLVJW6v5bO8PpQIaVO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qlqllXYsZrQGWRoKEPx5K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Z0M8IbZBmmOJQQxpALXE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l8bY054lnI9nmqzdfNso5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Sd0ydeeL76wlFDWJaUw1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Ast7Qnwac7xRgYXsSP6B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Q0LVgwCxR4vMCy45oRfX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NNnXLI1HUmuwBtlU60xFf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ltlpnMqfmDarcXxiKUva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h6XAJuKfqe9ksUCmkfgF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magomOgC95kcbfsM2Wv6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hSuDGnzgTu8qJMjl7VZN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ZgImUxck9TEqSoTI7S3Sb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3LvFsHOz7pRdSeVkt24zk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MjUVrpO6KcS9dXQf4uwA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yFvFNNp0OCvOZcKxgoL0F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kI0YtdXz3JsxLepLC0HJn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EpXEuxe7PMyTlNFPjb3fz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lrrw7uMKiWh44B0PIpkVU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ZRTC6NGvF8FS3wdYpKk5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BgI3OusEVDRFszCvoZ3Mh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ocytCKZABPdngCT2Yc21c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1o4DlUlk1GkrRwvkSIEk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s5iZBm1RKgXmbapYp5ehN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2PLnwDkkmSZZVYlliZia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uvllUTiy6KdV2sedPowp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mbeqD4MfYDAYlg2bIq2N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L0WS64aUDxap897ugeMQ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l47YbDF6m5j7qeuLXH54Z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NW7S4eaN1VtaESK8Twfx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50JSZvg4LHBigbQizrVy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EfzC0POzPrSIQ79beFxW9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zmBzhAXOCB0HmtjnurgcS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pykJ8ncf17eSGd0rxdC1P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8KFSQa5GXTpW3eyrzBmz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tuN5m3T3ARk8PcYtul5V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YghXcZL2ptHPEgRMu7bDn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4Nd1AY4fhDrdvxOpQUhx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r0xIBIRXKOSWbtJbpMY9b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oqLkY4hhlQAdmdtSmmoj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lylkFFvuziFnB6WhJMGss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mY7wHxqBLR9L5cYEoBLQ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xYBmV5DBDqajcnc9XY4Y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dQ1Ki4o4GCL3r9UkBkY9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BM0BseDNLiLJKKlaMydzJ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x8V2fDmKZnzufeKHC9qT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iHp9ZqypWFY3eRFpZ0q1i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9fv6q5W38QG5QeC6EVcA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wcZS1capsP9UxaES0ssS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n90rNSmvPIWfJj6y4KSIn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VWGsrMVJ7ynnPQSzph3X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XiqlLroIZOLwd4KkrAz5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SmtgGulBEpPuZo260tlp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BiDNO4QtoVQyq4RuLTno9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HI4mikz6JbPiKbDSFgKa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EqYXfvHr19pgBUIsMwUib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I7kFRTe7EYkN3Eok43oi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StAI9ctdgJI0HRCzDOdUv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VOQ44rrRTTu3eQ59K1EqI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53WxIupA4garyMR481MoP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wECLuu3bg5JkJN8wJWsjO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SMijiFSCEjMgxhUW0UwTZ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Id24WBhPWvZiLQsacnjD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ysfQCMWxNVeN45gdJgkO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hfw4uPI8AmEiFAO5ZvSpI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3YLnUYE2iC3hb0kyi7OE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9MpGpDhPVWxdbxi6VKux3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eooOLrcLB3HbOZYey0Lt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JYOMfbc3aOO7x1hBSPCa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vZJi8GctMAl7EqZZb1zx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nGrXWX8VQwLfsO3W3vRH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MqmQBSDBANABC2QbKelRJ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loXbWfX4GcS9U1A5mfhfV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ERc05SKCmauW4XSqWoDv6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Js7PAES5zuTnK6YV94j4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FXWCcViTBqRg7JTgh6Jg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3GdMr1eyb2y1N9SYrWMGS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wtYf1TNdkz6FUfoqugE3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I6WJojENtU7zaJNcZlLXI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U7fCz1sv2PfILSiiutzx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xk5EDihihg5JbOtLJDkXS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ksXUTHQhobSIAVxVoaeJx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C2GtOJKWc8jeZDGIozrZ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QteyeOeaI8LlQVeqT7xsY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olVTeGLFix7HbcefvWH1p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tDMLtYGjspV65SDkzyp3P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e8J1bDCAKXlcSh7tcNZY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M57mCan8CllfoE1rM2HS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LS0ld5mB4R8xmEUP1rdBk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RDSssK1Whc2NjelgXhM1h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6RimxX1fE2DM1msLDBA8z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uykGtKuWPjHnw1a5d4U2x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axcZOcDbr9UanJ1QthKId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4EQrAyowdxouoMtuWijDS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smEq3mADhPMPty8mB5NVV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LSlenZkspzswbtMau1VA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IyjUlzHdQXC5BL5PZBiP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nXnFzqBLZl7baMVsDLLbJ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T6S15F1kir9vbmxGZgC4X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YpBiTwXw3etS3gMylVJE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2EByVXMuyExD8tpMLvnLn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2ijgUqUGlidimWGlB0KzF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kq8j8yaehii7BjfE3lARi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pP6s6qTm0OfdXT7Ahlw6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Zfkn5XXpYNw60icFsKlUh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Solmws3elcduQR7IkWpBP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GRSPoCTLL6EvmW2IqvmKs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SvslyJpouFFrHutH3rlA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QlubGBwUf5ZmYmm239lmB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PVeyeIrUoRSMF7Rm3NSA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skv7l1nce5uSvzX8nNtk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ucHebH6xt1xftT27npxb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hNChpUq565SlQjp6QF6HB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kf636fp3NvuHUTCTib6nU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m73JHhzR5VbNtmblObF3i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Q9owtWnUAezRSY0nx8tVp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v6qfHWnVHR9YgUkbNDub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eBudlrDxzmYiDh6efqwEw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TH62mlQrecyROLtBWiah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0Yg34yo3EHqwTAweogbIV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64phtLOAllqUTIPZhMsnz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8lVaXnx1YyRgRcDN5Cf3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6YHNppYogxaBW4miOr2jn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2DQCluHP8v93eWt9X83zi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5ggyqNON11HfV3WM3uHqp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rTQqOEtTgNyIxAmN3T1ku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lZ0pcb5ySSVrPmI0Zak7K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GdwmpgqOp49jxRporhOIU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N6K043UR0nnrjNTQMP74s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hvPRAAI2j2ZZpqBpbnTy3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W6yBvBvZAQeWOfadsj8Y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rjosenDKaUNuzJjZ56wj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LtCmeYUzp5IBEed2m8lQ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8jGrTte1rKSjyUQS8FPAu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MX45L2KoYBsrliFN4rknD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JlGjct0G05OpxJmOHch2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Q6yxckAog64NeJosPgoiB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CVLWrgJ76AdsuzKEhF5CO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kJvCpfn0EtFttDMgTjE8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ALfPHaZIcZyUA1rOQuK5V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M157S0MLYGHQ9JnAxc1Vg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Vy2KO4t9oUyQZdJAhYWr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KSIrgXx40t56w57cHiOi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iJ9QWV2ZPF3lhS6DcbQ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nT7dv9Me8czqrzYhq0C1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q2aNf646DrXKVQ1DrLgKG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VPj7lLaeOxJs42IUFa2z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sHE8gNzRKfXXyfXWYJksd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ccnWBJQAAETms7EZ5YBn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LvwMKYHqI7TkvrLjbQ0aF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3cMPhZElRQ5UqSqOYST9W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t8CdeLNKmTCsrk0VHIMmf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fB1SSnR8gvnhIEd4LSy6u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hYq6O3bbmzwqT1clTpTeC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5aBmICWUO9y3j2sLzOW58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KiKbRqY8cfzaTgvrlyesK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RQH9S7Q5hwYgpiBwKwVGW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t89bg7soRG3nqUuIxRh7Y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cCRcQPNHw3qyny0HRJCT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d2SH12Z4pOkqWwk3hDAa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WRxVIP0xu5oUpOk8NLHr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eWBtnNsZiu7c50a6k94Rk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227vJ9PPsIlkDAjesd5vM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McIjXHqymMhYUzlR3jas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RLnAM5HRLPs8fVMqb8pU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3EFKSB9MkkQolXVnUlRv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vLjq4C71382iIIU2d5HYu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hRAPuNe33QxA9TrrwxFjh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2fdsR8LO2YnurQf8jNZ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K7z0BLzajbRzwxzhlmVi2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BLpZBgolvhD9i7DrgmbDJ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wVVjGQYq3N9fvNBB9jLYF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VmfrDT6y6oLOfu4hAxm5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Z2CQQEdSSL8XZy4ed4kuG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uHy7xRIdBAk5ncPN3sle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GiuvdlkhKJ9dyUhI6l9F9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CUaRpq1S8sft1fC2EnSjP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9EUvkl04RQ8GAlmVUgSB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Y4T254HMMQI1Y0dvUHw8o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CTz2HirY2WZebz0tehjh4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pECk8qZzmsiAr0s3nplNN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1JPDurseP6jCtVqm90YtA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WB701bUUWhcDCSuvWy77D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gPwxC0fkOjbuNevupgkV9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pPixSD3qmsTJkittyTEBs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s85g0s8QNI3eqHf57ChoX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A3Td1VIqgxzwn9rCDBhwF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G6RMetM2k4VIx1mNrc7m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ETj5DvYF7q4pnMleHfEec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BECpfQa4piKarYt9Pg3EW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E8EzrcvRIci9iEsdf8v3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EdknLypnbxy60uLGoXyxz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RiFOGC1V9TsTtqe4qXsk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AcEYrzJxuub6m2HXRNmgo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D61krjxB4fx6ItaHarbBo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Hm4cnt5EXKmUyxX78p0Tq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zfjeM9DU4NgGpFfeW4vqh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JNVDK3jMBvxKMPT8HV12F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ES7iRUsWnZEMwvj8pABic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8ESqkNmzoe7a93wsbpjE8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60inPywrrnnTJspqzEzNB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ElmfCWocZxCAyS7XXO3XN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Mfj32KPE5kWGlX1zVz3eo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h8UxjCHKJECUy6WzUDnk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ESwaWnSuUzmWYa8vrdXkA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4roUDmFpR3oYu208GjSfK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xB8Lqocan7HmN5L1KwPuH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yZG6uiwEskx1TMLSVgcHG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h8eUnEzlqfle385kTUDJ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OMcZgSByi0ChIyRAVS47U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FEJCNBmi3XBUjrInoGKRW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LqwsjZLExrv7yfD5Zc0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GNeqRxuom3lk1Ybg82iii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sNk98KBKFWoX5Ch1rshgb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aNwhrOR9HDmClr6HoJMCo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V4TzZ6AQ12S3DxDRiNTv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AshQVJ3xtz0LRrnSPKyQC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JhNz4xrYISaauqh8bQNuy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3SFbtpX9Xo8gJ02mFw6vQ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BHXXBGyH38KpdVTT311zV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1dGh6Obhn3sVhYdwOhAfk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vjM6sLs4thcPFKgkAJwLK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WiEVFwcKYGq0Hnu0mpOiz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IsisguHQJzgOmtrw5VSJi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oE3TPAn6Wr7LAcDdgI37W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KS00yPjTqQSb3DpnE6sCC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HBTfSSF9GbzwUaSP1xM30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o80NT3WEkfVbo7iWreha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BxIeuP5VQyOqJu6S5L5Kw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hYZuHJBlPJ6bNBhypeRJu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7LFCc4lsbpblgKfZ7mjuJ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jyHvAwmRTMLAQeP4wwZmx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Zrlxip6uqZW2r7VGtO6jw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AFT1a3PNumwCyfa3eXLom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DOMH9Q3ageaARFDge3FDu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vPyGwqA9y83O15fsTZJj6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rYoupXIHIJh3iX8sjCz7F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w2Dy1L9GTbtdnAh10DqQp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xYNikrF6JZDprlRRVWy1P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A5zybhCWGOCcvFLJrI0Mr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X8Wa9IuinurnIILfouNi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NePb5cvQ13E5vCpf6sdcw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I4h31FsChDcLaT6Y3wZrm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Nic6m0h1z5hzwLU2aPnpM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TJsv87pHd4RhhZQVjskg3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uAnk40la4XEMotDQRaCSS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HeuUcfvV4vWNfR8N2om30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DuAnhtAaEbdhS8Q9O5E8S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QAdMH47dvPcNB0jPY1lUR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zYY0XTAhoR1uE09uMw2qG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45wQPY6DNXg51fOH6eCeq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M7ljGtfPRr4bTTt63CaL3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dyYUG4pOOsYJipuviCnY5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1PlUd0a04FhJTNkLNap3C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d9A4Cxjxn5Xox9yLRoDOn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szwHawPdy2dpCck8oDGxi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Lufbd2j1pOeUG1yUmMHaw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b7wmrI007Q0gN1rZjNTxD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bIviAtgTP7FRj7FRBA0oG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TqdwsntUgYhLWNR87xJd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BWHkjscjxeIOO4530TqUR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zxbR0sssEsl1PhP841IWr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38ZM24wQN61Um98rrJQ4A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NfNeSPobUexu3SdqoWNF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0UVF0CzZ6nsNGcwfQE1oV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FPE5zejs8MAdMlSyRcPcO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4HmFHayhMgjUf51U3lGDf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cspbmhMPzIhNKXITw8UQ0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TS5MxX8tvbCovUgwNgvWG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Crl3baPyJpFSyw5AKPG6c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blsOD0kDl3DifEqtLYEXs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IDlJqdwFgAnxfZBnwOd53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efgq9g3HrfDYCPsTz77FM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VIoqRorPKm96o5tZ3fCy8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ThnMUDf5XoPbkx2IoFfCu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Pwqmqz4S2dTMP735tOAEp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gcLVXkQWjwDCrQlydG14l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hyIUFjcr2PR4geBvBJ26U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8cFcJUATDkoEUcc3FwKRu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LmA7WI4h2fHUpweszhQ8c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FCjoiy3vl3TkqjCCYSPlh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WZMGPdXs0lBeGYNxpwexT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155VQXjYjQfwFjBCIQyS2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IcCDOqsi7KfiYHATn091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ZaitVNNnZ0BtmSjc8Sw0I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gmlU1PtxJ0uXdrkkvEuJL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HulIAaRhv12uUW81MYUrh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YoFRRNmRvZI1FQyjeiGrv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VIxoctSwOkX7vX3Ii3UDw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MTgitsJBKQ4vtWksBTZZa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3ykAgv0CwRWSWE8T0pMdA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20t6oPs1EwSoPIYSceB7j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zBZFkHTzcXNWvk797aavc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ZyOpV7cyBsNOqS7IuK75k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ATcDL37rXO19BqRUMLmEm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8GTe1oFpn653YVdhm9r9u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NhhGRzYmJGzeKvKx1ILxr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4xsVHupcccQaSBXlw5r0n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uJaHxO8InWwTdJdVSuWwt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nAC8AFcG6qwE3JL0XA4uO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DZoe7AdX3RW7lA4oeswHQ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nyFuaRwmrYztXDKmyBs9m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IWnaVylCX63xCPyDqlqHp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xSDqESUVeHJHQI6ZVX0P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pp1UNUb7IFgKovxvUtI2R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OUZPwqpsHzW5sdpK4ZK7Y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r5kBsq3x7YA3B7UXnKHfY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Oj3j5aoIiKnKsUvVYZp9s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uoChP7BZqI5Lg0x8kS9oG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FQF0ssMIQOdQOEHOlh7ij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FGDuoPEw04hDJMCOE9cIS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ypcSqwxRhox0bYnX3W3jN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zbVVbwCX5BMn8divp8Z8N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6IAErH5fEztpP1Xvk0fji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eNP9FyxVjElG4dkx5VRPW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UJnhyTNZTtAatNOh1xIJf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38WJaNUjssZ1S6Lo0E8kL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6TJxIOTk7dW6FekOJZ4z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brUIvDw3BV2b220C45q7l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5Lrx3cU8fbQYHiD0jfO3C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3tchO6UZ9TMpm8hYzj9sG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l3lHZ4Majh93IXkMoOdg2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chVuJkFuU9kc88W67QcYA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giqjDNVkfqOoQ3MukruPn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JvPcPiGm33mI1D4pHRyzT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nJhTjDvKuK7fzVuqYDESm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1819pUJChN6O75UVY3Qiz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AM39VgTUV1xCH8SadA0Rt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8KNow2FA13cpye5gZtImR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guoM3NQfiH8gDilxKRflZ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qiAD4WBx87s3uj0KYRKLL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hiBMUrIR6w6M35bqITEKy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NAO2x0SnBdIW0h1h2aPg0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XHfUyy8R71Wgv1YSTHZJU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375TorQtUh0QD6NDsjeK5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ZKM0j9g7gh14E7PEaH0E6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fFoR5gfGuaNm8k7n7GdN0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OysFNN8xJrBlv7Cs4ZSAN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giZvxNAjrjDwQPpptryXr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KMOZLFCdUqWXiaGigkWq0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HZgM2Fwq1QpUxcGy1VHdo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zTxeJabd00ms4PIYCWGto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xnDtCIi1JMTupnfNWmfOP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y47RP3iKxUOtmaBfytUYg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zAplJOZkeAg7OylKSfIY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GV15cHNMTR8YvxrujuKcG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del2TNAEfhlAUtkECiwrG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ZP3OjoVee1isHMJ9N0beB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DUDXaFRrGewOfwZ5ucJ13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irMxVtvwgsN8b9aldgmMl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VTxdaHwYvzMkCbbCKoWaY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06kPU8YsEhXevS0IjOZhW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lRwZ9AvYQb4RSqSkMnZ2V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mnGiC258aH8MLsjVZnWFr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aE0APZ1ChTiQu8iRYtTH0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5Ep0RoB6f4Ad1i2d57xp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tVYaC8ptMJLMVUVpY9eFN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MTVhyWgNAtXtBJrPefcCs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Pq6n6N7XjKrq94flztcZ8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PsicY8VYtaAr4ubaPsFDa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WyhP9wUMZBI0vMroEZcAi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1bzmATGJqtcwBD4UPZ1kg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PI0KaoEJju8Bq7CBx2iKK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eyTx5UDGBPWKlRmPIh5Ga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oZdXidrZ1wxItsRCiJ6CS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FGMKfIj0E3Wx9Tj8BpfCO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cCoTY5YlzxO5kxbyYJF0S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MViXja7Hnguft9lmJd2ju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I4zMX3rwWNxJQtB0MOdSa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A431dBZsYyZnddnwd4fRj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KjSKIre5Be9tvJVPPwuO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KsgnDgA8CjfTljHkRg0Ks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93KRMheqkOTJ0RCn5aDWZ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UAaqduYgt3vmicDLtiTcZ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0BiQIuaQ7wnf8aHm4Js3k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dDypJjHk2NVtzy7nMu5DW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Y33s47e9JV5aoFhjKR9Nt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jEA9eGXYYHTeEvlhfz5S3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opas5sJeu8woJpSVSycLW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ha0LXtCzHAxjgbZMBueKd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HgMWojHxGh3Z70rjvgBUr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Qp8HW6WHxcbwsKZ14iSaT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gh3YkhZX8ijLpnOHnAAZK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OAxHkuci2g2B8RDXLFHz3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dGkCcmVhATuptsrDXvLPf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IOeX4pPUhaNUnQmIhPnLG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6Joaw8IcOdDaYwnfiwsFC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By5AgfdVsumzHuzTTGc4m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hcSQk1wRi0wM8P5VSsZSK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NoOSGpCLsxX0gSHpUbpBb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3VmJOXNK5tP8pt1rl6ewy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O7ycdsyNt9XrlTwXBFXIr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a8tentQinEN46faBJlbiZ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aX88VnvyzPxkWqJZ54WbM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DgNgN0WCw9vuXv5fxsNO5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xMiKRJf6mOUSjRkEAuCWj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PssdUPxtoXcFJ1X28cnpM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z5cdVSSib9E9XQhEPqzSq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FE8jGxmqzUB8Tm1GUEB5M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1A47KunWPUgCqy5BbkWLA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xOXVC8vUhkaCCyezMR2C4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SgWtBish91sg2faPRfqVC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sNVxmCx4IXGQWHY9wdrZa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9mvZoXZNb94WN8x4VQK4i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AbjtQHIdtCLjEy1ndz4VM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M0TQBshBf5QEMjFV6i5YG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buuY3yCa0nI3piA06gWRn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sZMHHitMQNRkPplCpIZ55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WITnl5bO2O4v1vclQkHdw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b5taFtRdShzZ33NkXnA1L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fjnPq3REoSW1wOTaqIXOW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W2s8xwnjCv89PaMP2NldT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21wZqMWR4X6tmlniwlh4f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SnYJnAG9tITf0qBx5AmKq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3mNrsJhZVOrA990HombUt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z6lWHYfHIu0GkCVW8WStN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Ophrxob0ywHGNG5v2iKe6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zsPnLsef10AtiVFfrRvHV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EPfQCUAJzZSQPC9CJLju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5joaQMQTIo04tbywBClrh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q4QDieMVC0hywQGM7JQQ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RMlrA689Y2q5OX5Z8yEVs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4bC1FUQdHqaUyiucH7ELD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tISAMYbbU7tIaOyrdjLl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UUpNvWQxhHK6k9jMk3ewf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M4Akn8GrrSCRyOtNg1kED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JBQEfFSgwPKF7kcbyHRQf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tsBviwNcbABmlYuJT0ybl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7SG8A5tDNMbQ7n3Jmmsj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3LZeHPOQi3wGlIPaWHJyN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buQ6FaEcI19XOV9moDOWu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kr1kUcpLA6leAunAaEb5k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xoUT0Aj6JQj3ap5kfsMXr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CzlFYOsaLpNPTDq0bPstm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VwjYuPoJjn3uLkxkBuDz5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glvsUegWuXG7EPmZjDL15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LpR6tRdXPNo0gXt2V9smS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OEFIYCb0N4OQz5ANLpIx7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IEyovgICyJxGBdqKSBLPZ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bpoor7n3DkXVV1az6Uibv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jSunn1w7LiSot907PAev5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JGhpAiuRxOP56vT3Jlwwz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2wy0zZ5HWZZ79O5YreDUL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zn3vdLQSYzC3DLRzJuMPR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5Zl5XLUiTETXXaX4LjQ31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u6ak7Su88VcJh398N5YGG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9FNGBFJsYOOFvfUDE2NLw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LdTTUDvL5kKwWuxrgPoFX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VCyUdarWSVrbUzMHL5WdI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Yjq5dLYmQ0mhhlZqkk9s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4KAXEy4jIKFsHzBN5daTy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axhvmLFBSz15UyP7zdU27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HPzLnDf6Zyguz2G8ciE7R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rBF2XXEXZwsUQsVAn1mMA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OpZMrq0Bo0pAoX5kGir1y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1FcecBUCK5wYNf3aweWn7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ug3Yv2l3kyU4okAddpHLf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3paQhvLd5bCzaWae6RhGL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4IRJAj0wGmcacENELPi6s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sP9E2ZjPuyy5lsZyVsdyu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n0Jwqr6roEvlg2zVg0dRS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B7ilFdUPTTecr9UwyRI2a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z0bXYZbclDnJoCd5LTxyL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74Aq1Jrl8QtHyi9IfUEGy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PHKiit6PvB8XT7mxYrKZv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gG4VV3ECU43weSFJqYfik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zBo2lHWcWy4ir4eny3bSG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TmSuRe0MKcco7swTHWGI8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rWqBv3pc7scwI29RPHbaN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53XLQFlecXUnUW3fJXmx4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cAKuJP6YxYHzQnEKcJQTg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Bk7dNAYdNgNlRm0mVw7dp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Fk5GBZKCHbtXZpmw2w0ja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MvwiJQNkL2OFEN87YZtay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RTnAZpuBd6Lexz9ifTOmq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8kLzoUx0P0SbDDV8QoQaO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TqfyYGJzlcbqK2Pq1z3cg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lmWwn72qwfCqqkjQVRhf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ZdSSjpng6Cs75SBsiCwVF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NkCv7aDbU07EnIDvND2f9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YjfqetzFJI04qxgOicCUH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0qvSONOTSqMMmifGWaCfh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Eii6fZkQCeiwjOVlFLRPP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iDbXyCfshsaBLczHxOy2N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uQZqKBuRnsz30FVhrIA9W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lH3ILXd2gNMK9kX7REYq4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2HcTMgmQrDBDuhn2PwDkb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hgwAkkRVbvMDFlwRaXGql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8vQGJOPrNJwgqVncV2Yvs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RQB2wXlFELp771JDB36JI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7pUAuX1ErPH3E04GiR684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QjOltiqVpImOJc8WtnD0j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q3mIzULfDAXmyBL8uJdwq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GPhRxmoIu3rgSKYKIva94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QmExakTTNM9rmxrHnoRV5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hI09J1HmgUUYUd0b3OBg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6rorj08Li9HWsmP9aaS6p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xsyxundN6uDfahCIq0yBY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d2sRa2SEIafeTVSLwLxu3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jcbxwsJRxOUMfw5CcaUrL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0WnHPEtN3tHZIfGCvqUQC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j6FmGTymzBsPbeaPD5oKK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5fNPWzFuxUQzCg1sXzeHT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xS3rsGNPsSGT1qyRXZH53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ZBBTNa7Ov3wZHULv7YGHr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TJfBU6CfZO20TrPzSDHEm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m2ID5sRIol60ISDcg1bg3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H1jFy530MBfmdSg1angq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TSIXVGmGt5AE50CLMjDkl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otvpkZ00TMifO8AICpGjj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FI8RDfn3D5kztfrvmnGsb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mPcua4HdD1ZSONhsmKCQ9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UeElg63jDRkRliF94jmpr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ABqDeU0VPlD9UYQPNAajn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xWsYMdFjuKLBE2UDS9jI2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ecoHjfvLe7Vr3uaf7NfvR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ojkNU9I10F6yIgA5UpOIv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GcYqsC1vsw7lN4mvll3d7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lvMUF1TPH8nLC7OtG6Zvd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qmsvIo4sFivqQtEyX0CCP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2rfHSEXdC1M4pr9ivLet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fcgkO88ZTBJrpq3tHbNI5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p4pf6NI6QAvSMfYm3wOdJ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2DZ15ONzrLZmNcVy2khML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VwEOvk8hTRaZ2Lf5ITjg9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TqsMquttWXETHtmhjsr9R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bOaajWCnsuZbDdlJUDNqU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k83MIrAQO0SKeECgbxRzu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TwP8VzyOlrdYu16webMCF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iSZH7DrgzlJ9fxWzv0i0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xgaAaEjGMRvUeX9esUn5S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ekLyAEFMkFlQkIxwtMXTy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EliYphynCzzF1PPB3F00x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zoCrHWrA8ZjnFqgBeodW2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hFGHHRIiSyjOMUmYzCW2q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lE9olsqBMANN7WK0ezSQ6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3RElfgOB00lGk2xivgRgL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1ZNpdznmaAtzAiK0caNbA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rqCIsW4BYP0kQEyQ2feEQ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dKrexv4Htz8dxnNu6qhyB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zgs6sl7xXVXGdRhdpyxhl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bC7a3y8Nmh9zbbMr3IzVC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gRaVcS0I1ji94PYhizp9y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wDG6rYvOIpNYmg07lfMDf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g16WsLp0wsEAkwf6r2dcB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l6tIgbdanUpGmEZvvJpHT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kLWuSfNKq3eoG0sKueMl5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aD9A6WwtNTYZLHMMjYmDu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rYYZ2LeaUygABikh8RdWf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qGeKXIUOZrfNbbC7TLeCZ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Jb6ts2Puqx77yhKhNwg6z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lN69E1YsICl0X3DtfSYu1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G4DlmBXImTRVPjninOwYP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LykHDjgo74ME72wjFmu0f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81dk6XuaY3Sai50FXDrYL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8bckM389tPfjpitjcjTX6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LWJri0oQyhGmT28Mbr1OA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VZFIbEq85OFppgAkL8KCg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C2oqbq7rVh8I1KLAOKqqc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GuCRbQGS4XMWmDjKt00DS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gHeQyak0cQMKmUOjegL2d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W4n8g3hppyZidVDlivy4L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aCgpW9LJRQa5LatqUgIMq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K3GTGTYgt9q0UKRQ77EFH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789tRRAilYvWRcI2tRKBm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FLfIy38A8KwBVyJc26FbN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vXSF74EMU6M7tod9jx9KP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qfgajgPEVbddgiPTV4WmQ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O4lZSN813CLxCoXLnWga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Tf7VjqB5NtUZqr6XhWQN9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AvKcuYizpzfdUOd4zmwVf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RxcWQO60pnrKFCa7VDMe3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JcwhJcnuhdUrEc0y7utp9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La9BTsrS915wNZpz4TCV6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QdYX6nvhKEbRrm78jV2o4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l7o08yqAMdMxkWCVl3mRg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kWy3rVzGTH9XRQy5eXRaR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5T1bwnAZ1dCUNss56u06k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nn4MmfOpZ5zmRF1gpc6TG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kW36D9QmaLD0vE7J0laBd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lqAN3Q4O0qoq27IgBFyCV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R9n8FbLJ4JOBDvQ50imL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C5BZ1KJv3ABxHJEFHpCfH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Gew5KKzyky2ve3M9Eq1d1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c3VLcqiTJwviomtW0YVvf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vbuATyKcdtix1s9Yy9frP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0WEpFIq2hvTaxJgCwK8wi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ZRk0M1qMfNd0byVtS2Mab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DRVpHWCvjicYXN5EVoCvg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WxyIG2R5K7Qcds5mju9Ku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NdB7od6oyGwxVnRZfzDdy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8KzCzz48lwB2Jk7yEDZmz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GxHvkez6gmI5QxMExjqk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VSEwSGV0ebvY4T4R4KTMq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F1fg1SYr29PGLE3YsxE52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c6MEHNtzwyzzdChBF31M9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9n8pO5hm7kjvO8tmabYtC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7brqHRRB4f1QXpwiYnh9q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gHN87jSPOFJSgWXnoquwg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tYb4QRcAbtPTUJDzJyIeq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649zkBZRFUXcePW2s1Ddu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2m1dKPHWO2D8R6VgxBBkO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VIvNCH5HAcRQ1Mx7R9aI6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5XQ6bu2C9s7rjIWd0Q7s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g159JpJra5O19pPMATcyA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nUleoVWaSZs8PWKWs4ibZ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jqai6qpWUTQyDbOv1Ou0d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y1AT1Dr8goI0AU46OvKV5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hgiz8X3uGZ9tR9IdpMvLD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PDATqU0YfhJZJjArvt5LH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Q73UoA6YqjVQqFZew8tIJ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JSpoCYg1FRJ6MsQvwpShR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3TSVrgWXhZ0YnavZX7Ho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6kSwo0B4Ps0jPwvHwZ4Iz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5O5F0xrKztLZNy2USWlda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X3lYtgAHjVule4rIZ4C4S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xQJXFC78mmAxQ2k23baRa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urjXtaWhA5FqvvewBYAaz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LGdpoX1rU1nIliDH9Xc5M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SqwPNwAbhZgmFCJ4LYg8a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3N9WSTPDXumgONSz9uRIK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rZD0X4bdODkemJFREGmD1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0oOWbcPLhrUGlaiRWKrKF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Aq9ThQbm6lFYfc0TZo3m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kGnvyMJCch6hrdv2ixV65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kGb3FVRsmCm4gJLoJ3rJT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yHNYvQGQ7gMwmGjv7OLJU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VnXLgUORElUg8ugGq0Mvu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hJn54dWCY993Mq1JAM2fB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C6yPfroKXpZO5dobPAV2n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74HQEGp0tfvQ7hweYvedc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3XkNlpWsky3SZu7pMIlXW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ie66EABqN9xn0KvQk031U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Nfi16zIwSeNjE5HfKmQTL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kBunTVnkUVPmrQOCt2Hhg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zH5p95fHa1bTUGxIFN8xk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tiEQq8SNctD12NitMi5cK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byW75KmU8JXHdMLiE7OmO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fSEKqc0Qs87E75Uj38rhl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4kzvHuDXonZti3tkk9Thg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AzFFnl4GVxllOkaUuwcvJ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EDNRPINhn3DeJ0Q17iSHs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8We9aqFn5L5RU2SvvmSD9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zAa4tpTC1gcvQCGxnC0Y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8S5N9BNwPPjQeEyZlcYb9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AIx1TOOu09jQrI5gjN65c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SECX8x1q1NI5hmg7IYHkO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xndPU5Sa44R9PSpVGgtA7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8lqIZc57nSCI7fJiDWyQI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e8wnIMirRe11eSoc5F5XG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7K9bnDw1hNu7ibBujOW0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G60RTrQSKLXfBpDyAVNkc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dJK60tbM8JX9qE8ktcG9w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xSHMYVIT8GaWSh7NqmGYD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hsZYpgsBE3dccSpdvg3eB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YtLRdFLjsyojAfNZvsrx1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IG4eocRqUoCZtvdy2MPkB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NShaqvKBN3fRL5MYhys1D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HALhMXpEHHv3ScXeMlFjA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KCK8L4vhRz2NaGo8JNb9m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lIcA03M7lkq8Q9xEbl9qQ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051hPDCS7qcch2Vb3rvKd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n2PfB4BQ0WHoH6yJd8utc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WERvI0iHU5IiIZrz2xghq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uSlPCjemgKvn5bn6mBxi1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GooziE5WdVyGaZaToYtxP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NkTgbWaFJ8eRbWq21zhjw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p1oVtcyPtNHB3F2s9Lyb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riOdsmXTgwsdvueN0Hsaj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4tlmmY77xYopXJAI1QBVc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nyaNE84507GdkS5ZYM9Y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P6xvdiGCznyNdYObbsYsS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hgvfPVQD93iMxsDhrQosr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7p6UhNMjawBsOg0XsKMW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vrqlyT184pVy959VE2QPS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a5EmhtnDGvuCUEtVfTi1r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wf7UNx6J5oCJgkHbBxLrI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3wbvrJNWxRkZzofnFQwXp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Zan9d4hKg0s6cAIi5nW9R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phLjWeRUUL0Xw17ivJFMA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wtbEFmK91geeL5nU73Sl5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5f4HbNSdu4a5Li7izvaLJ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Ihg1UBBBUeePnWzYbXhOM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4Fk5MPunbkXlwMq9SgBS9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QVUaIBjcuVXxdAGOOL7w3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R1qNx140cT08OpbB7S3YP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oYyPt4rQKDSW4SKU3i8uI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x5MhDdDes44PDreHy0ym9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gRkiQcPLQljkrt3bqecwa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SefjFmJ8VmU9OUWlmqpGe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jZKDmzkaCcsZ53xxs2Hq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qiF9e5RL6tyaIWkVImzBc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WlVRiPTWEwizTH5u8tsow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TOn6dBKF8PK8ljenN2R9P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S83DPee69NLdr6tbBicYo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PKlMfKFpxmTRWe3AMwr2F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n7R8TCrzXQEpjih3YtqJf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kA9f71vFxlNSneU7R3YYo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dxVLiJxXCWHYNhYEvp3hj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BqV38QCmLg0gmCjlJM8zJ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boqD9cyyV6JVVvQfAHlfa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XwUmk9Gh9JyKewCvHpOcl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wrGOvubqeuGLrTINSoSEW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magjC50VqX43ZsFvDb5Ju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4t4IMUxqkHXw5vybR6qj4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GnUg7mKGydvh6NeTj6n0D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6tnaXrkZjb0kMHOvMbFD9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0NoLXYMjV45kgrTWpjmzU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hM0x4Njck0dnszLculcZf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erqnCQLmgzOGvCKpTZ0JJ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7TYjbdO1mV4lxy6HatqYJ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yL48r5rdYwc8kwojEyxfd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C95bicOxiKmtlde2LJz9W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9odAiQORquqE8U3fMeore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MRbb4CMOF3X40GYIUXIqj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3G4kYwWkKujHBmp6Lb5CO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H4Umh3kqIN7UNu7KDgRli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Lj5BjObwlH3GZ0qCfS0jL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zHzUZ1yOKt3fiAhGKvfcs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Q6u7k11YkZGfJn1oPaYwX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DKHPkz8u4z49QsqSHwNM8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z3RTEmG4dVtgtKpuGsQPU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bAxzYWtrJarybEYrUMNZm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GAZFscPkVj9sSgm4nKBLb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PUyLwfx41UK2UWziugCof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oILH4Qo3nAXnL56HGzNRh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IQmpv5gl9M3HvQZObHFXw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4wbubMA2BnQ90VlEkiN2q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k3zgHRo6cjIyLQd0UtL6a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QlP4twmm9uJTb7VU5IEvb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rs9vqkokhk0EddrDoRJP9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OSE55Zo3sFukUmUY51YPc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SwUHtsjMLlmcDgQkfoWeR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9Sj4IqLHQk1p07bowVJGU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XHJE7LMzSYxxm1noKT13v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bdgI9RS0ubq1VBl4j0Vhr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SsK908bQEQDVwvnoBVGSt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7l6M2Gz08dA8lOY0QKPEw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nZ4QGUpZAzzvkp2d5vgEH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lo9yqA4W3PPwY7HcZFB8D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yPtyYCFjoSSXDFG7uOUDw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GOqUvSwB2yNkPk5RCrhJq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E1t2wRaMdZuP9F837MNNP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9jPl2CbtmMjI9pqtlEqgl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P0bpJzkuWD8kRacaPxAKC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wqvICDr8mzYltPaCTC8SQ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zOxghaPSFAb8uKU0WH3Ng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mvHn0cDYCKRQQHblmgiuT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alkqITFrP2o0s2zTaDeHY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gETcOAlMvMFYll2AtKibU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rQe9Ms6FfcqJ4Gwv4552x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luHdQA9upMwqc2YFOSGPx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yBgm3YFc5SiPvKrzBwwKN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cEuuxogdmI4SW5WuwaOcH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8mxdeehaiMFVoCSzqhWSv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LCOmC7ZlWBVyv7Wka1Vcp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c1GjBXKxgP8yAUoRCabWQ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ZQ7KC66UWjatpNFiv1Bok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pWw1VipL1tr81PcQlDqmS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o7uBbjE9krJTqbdBbNubi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1hLP6EGYXYcAxpwj666R8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p7p0DJsDRHxH6dPlc0tmt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GQDO4RHn4qy1SEq51Wvk6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2QiiuLT6oLwErynOEBVtD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85lbU6ZwR9DbOMwLnWuY2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uddSIdhUoDSVHdXjQN7RU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0fJBiTeZZE4mA7Y2oLeXK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jS4iO45GRbS7cX86UoGoD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RlCQkNolCXC0VRwZ49UiN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sU0ThQQgmn61JGXJiiwy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vc1hAVjwukqYRaVkU7uMG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CPQMj7qC0gkzWHYBGVwKR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F3Rv1ona2MdfzbrNCc5Sj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DhdeliqygVoAaNVN52ePe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lH7MaTijFYJwpAiN24Ktv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QZ1ESP73DtV5Ww6z8xgWg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REnluhZa5K24Q8Lv0tcCk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AkELHtVddz1q8ngxkP3to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2RGXNDwMKE5B33HIzweSx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2p0nes8mzRQqhM5KFiGqP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lwkdQBgxewDzPhXqo3Eo5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LDLVDPQWb6EF3t30Cw61C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MIWOMfTCMqh7LGsVYqGik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V9dtmnr7i3CqQ3YO3A3yk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nWImyGyFkj0gMNAiTvbE8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vkQpX9n6fLbILhLZPLyCI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qzgaeKHxnF49qnw9Joie4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542jwTGp6wwcUg8MVCoHn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ECQotF19ktdcub8UdNRXz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Desf0WtFPnQzqps8p0nWb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ZILXE0oBQpV6YCVeF5GFE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lVLIs4oQzDmBeKt3hsgew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DkqQdbligwn9mQbVykc0Q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JnoaKBNdopjVhqhBQduhm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d5nDRmUW1wAlA3s3qKu37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QryLEWtZvyVUajM7Jriso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kWQe9NMKNjHfeW46IXt21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pGS9gi02KFz36BUpNFcKK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cU4Q3DJlZlLixamZxtKKz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FbPsbi9NPghNtX5pfnioG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hN4K3N8I002aeS1Arqbbw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1JHoU7ensalrU1oqfmF6g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LiIdnFVRdvHMLk3FS0uCx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ONYZc0bPvpeKYoFHJzrAX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K7f3nAtFCDJTtVensUGnZ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y1mFZbgVbXTY3QK8DBmQN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14VJsl6xUzRrzeHIAhoHs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0vSoDjh418vWZhJgIVOE3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6BhwrV14s59g4pQ4INfPy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WCepYkztTOHFoh67Rm3XG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NJdkpDc1oeLoEEh2WGuZc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o1zXAVTLA2xOvbEVVgRp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U0CsQPpmsGcsbPiPGC5us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l7PMQiLyJkU4u1WvK5up8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klkml5fDLV1JEuC3Y6BTX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y6khTaR0032ZNusuXGj5y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2KmrTG7oOeosNd14c5MLV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GFH8Bu9UARjy3AUrgaSBf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AlGesSudjN443HKL4CeTE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9f9raLOBTjIT4lrm2gqmy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uZwcGv6fnl93cr50IJpHT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laCojHAXtiYDKaVX4jvDW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K190h1yGXRCJDlzhboEpS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5zGV5KE5cgOYqBeiqzoMk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00xAoM86YwvTVAkmVO1RE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VEUX2SY505wYyFovmSX5i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txFEY3DAKtsF5SFqJf8Tw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nX2EYqs9Uz3DbmioUUrqk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wSAvPW8IWoL3aICj5d7Az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BrGi8lker54kr94sAw1bC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S7czMAOeiJtDg9OxNNnHW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YQgsfDCBzngXzz6yyKqdM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QOSUD3IdOUHb8ljjlbBGa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mjAfqfeDhITDZszkZyTly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fnqKfeofC6bKryknDsYbD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ivmQK0b3NOx14cOG00e26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sf000BVqnnIg4Voouo3zi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cpu7zWsYWASv27PJ0z7mr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jO8TiCvPYxu52BwS2YYoq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nySgyLourVV26GZGEQs7C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1X4ec7w9o2Jcqz013Kru6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9ZvQTmk8Vju3xVcjygXhx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jTfpFDMHF7esO5JmeaPf6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Hm25PJcbxO0fGBAtGHmeD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P567Ab1MsiMTcSmAN2vuA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ryp8MKt7TSMkxXYH909Kl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tNoH66TjI8MpDyIrpgjko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6SlpB5SulQ4J5BK4EmeA9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8kpZIASq0jzGwmHuNqdN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kTt6HkCW6OKskc5b6aTsp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pvVdIWRr9WQBNqWT0fgtU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PebaBiHfjlwhuXbtCF5EF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CIoFfc9DcW9VGG2ylyKTC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5wVYIxDAogP1CsLW3u5F9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8zhur4kwTLb7DSJgtC0Bx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5F3zMovfNWlwomHe5yfSm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QvPScN1tFx2ftCqRhV0EY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L7umyfxsmFw2PyKTcIekh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t9T5NdgjRH5BJIoPeMVdb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IrNR7nJiqDXXDlttrjb2N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WdP1vmuso4C7qriV6Szyh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DL53mKkC18yTuz26SnOXe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lvU1avcisfxuA3WrZJ7M2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yxWJS0ZcKjdKqz9kzOpJG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m0ZZ9rn5QsRRXm4rCcigv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hQDmhF9imjNebWKTQyOEt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SyBNf8bdqpO9I9lM9IWx6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4Jb8HJlKrQJwX5Lup179S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p2dBx3o6IWEkuSC7qsRGY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pbbg1FiVqXFGj9U6bilk7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SCBSSiAEhcorC1pg2JNNv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NztckhykEQCjzF8M0kMF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hRwSHUgBwkhcWNjp5gnIS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BZIPBTWNsJ1cvHWjCmiI7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k6CSOnU4oWAwgxaRjmFJR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aJhCtMD0q9D5EBcJ4zSok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CYqp9K3V3nEMWTAcU8qnw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TbSyFzi5Rsd67jb3CSXu6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qRFj9SFJYWyb5fwA5tDYw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zPMg0Qwxq2kDK0Slqpq7u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xVeVx1NuQ8JeiPxSROdqw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QrvwIK2dxoHjhQ24juKWb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UvI2OyyBU3J24Mq1j2rCA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xYxGPNvJGzjExZNFVuFWu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zfLgDhaHuzCzXJu7IK5bn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IqfqdD7XWDQUpiVz9eyY5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1X23aOLVRjfpxk0d4wAxC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J3kcb9BRCp4Xpio9sib1L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EZKAyW91nx82eYIYCCj0G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kzVIOU3hlAcbolrBAFHB1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Pm3qruFzILQOEaEQ7fX5c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P2znw12Ej5PNKzEotzCMS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kAHhWJxrDVlhw1Q3YEx3s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ZQq5bJMotpFoHYGf4i6Rr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ss3DxpBXeOYyBQQRyNFfr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C7jSnIzfWBk5oX2xcmNwb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8mQodJibcsxPVkF1SnZR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ewsSP0BisUJMIavxklvDp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CQ76dxlU8bY2UQnvoJHTK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N3d99uy1udX6TBKIM4XxM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NFgE9OXLWwn534T3nQm6H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4NXMLGWDVcLfgxTvkK4Ih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IOyGOIG6aFQ2BtHm2gOiA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jNNmaSvC2YtD49e4ReWO2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pdVpNYHNTYQxuKSsxOByD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yYoy8YpAmM9dozrK4xVe4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MxEtbpG8dttxFX1fPIojC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ogmi0NK3CpM3bRTENZUdz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KQUtJOIcPLTI8n7SoTo9R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KBLalaVpoouJwvox3Vlqz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asIvxUA1PpNG6iIztxhpn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epRBuRPtNruJrjrPC1Onz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VQp5PusO8aEGejEWqJclC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cnRo8DVgB0U9t1cp2l1Zi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4L47bGB5adsyD2dqmOTSz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L4QDK0GQkC4Ri6k0reFvP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GUnabCYc6pLqZZhyVApkS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uMJ76lmEd3P4oVfAP3R8v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6R6kJTi56uOPqBq3wDPsb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BVBmilKlsKkPFS1LCsl8X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gyuE9Lxei3tpgbInBXkK2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uBVy2K0m73JhE2REbYNdr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mgBP3fRnOchc3SIBINdWW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FZwGvXLlXPCdfFWdHLuJf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ZsYZVAg0ZvkWACjmKUCsf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AQD2Fv5srda8Z4Hv1b5WP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Si4jTk1A6MhyR8lSVLUx3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LsDfFeSrnjCsXkYlBLqR6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Qrcz99gk1i3LxBGEFMHFp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pa1Uz997c0nCc254Jb3h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ocNmFX6D9rYSuNo8eGaRb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K9ZtBzIXulGC0YexUc3t2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KHfHWvvSp8xsEmblwVcX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bSMpUGLYOHOaKfMmRMsYt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tswzbJRwyQCLyOsh1OJUB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IhU7oYF8JYaUpkTkv17h9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yYGXTAKEfyF2JfF3kSRp6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BEp8oHiIMjhKIWrr54o5J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emAEEsHfqKSVm2yLc2mxM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KZwJCTMM00U0p2yJ2P0xS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NzpTkSlJcPSCA7VQNsDJ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1lCvcsZwwetd7J9dZsUEh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bwqXC7Zd4fNZMdMn7qmdG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posoLCN0J4Aja65fPRwja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p8XWqCkui31B61uemmp3v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ps3GiRAuGnpbYkqPcbGfL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hzZ3LBvaT7IGIuSKksTOn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bV39NxadngXSatHe6YZwt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thBWWrQdlX9Dn30BOXZGJ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JQjp35lVPRbTrLxRBJmaU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Ix6Dev91xMy1yLCxoLRq7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suCe3XmgjzxI8MjpRQLNj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lqcMe3kBitSq5B10scFgt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tPCPeYU1EjY48b1gIiVHg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PHHHoRnz83UmXm9pPmHhP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r1sQYbtnlLHp0V8xz3D5b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9MdE6jsy0ZeggGeySc5LH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FymegiNEEJowRGCj5aUNL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aJEsi0ar0qe07FiR29Lmk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SJOxWz6UQUoWnDAOZMudI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iRzW0d7K1onFRVDK4Ak5z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CahEheaZS7MUrXYZySN5S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zIMFbeHTTDoYeoEmWTA2w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SWtGM41ritrCBzSC2VhYe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vtIAkcWTvPsiPPbvsCRrk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wCM5tjQFLx2JqZXcKPupY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aiK3qxsE6MPBX6NfJC2P4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g6obxgS2WUVTrulqSic6r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TP2Rou5Rm9yf2DEe0cL4P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F3EjUjJKDXt0cz9GRoW4y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lcrHLEi0kmpZaYc5zM8Cw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L2q55kkn7LlSIrRdx5rCD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AdoatMOaWWgLrpgGyYFXf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DhgKdmf2aTXErdGUQyyXO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BW0sWQxtXFRVz6UIyrUUM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ONX30E77oiQeFjKKqpuGW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MvDzZ7Z62TCe8cvSQSlPg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5lrAXO1up5rw0rpqEZ8if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BrbxfxzBk60dqi8pab5yu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NBc3spemHYj9JZoqytVNL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wM17ifPXdHs4DAlc49nYp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Ugz80JCBCGMs4q1l7ZwJL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HElO5loLqMVtRKy9e5kB4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ibvVaJ2nrFgizUMcEhcQf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ByhNXKrp9xVmai9bFJ2l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czaDm2q3oewjDUmTV5D0g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LEyCTu6x7cEioY69AI0mK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o3wnNhJDpkY5Ow5K8VXR7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lwoMMuU0Umsfv5vHOOtM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jiaA4Qz4oTb4nbRouX9vk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IlhAFCe83Dxl1decHEkVv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ha7TEjjQjhZfzOiubXQfP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x2aDaifvaoyf46tLYUPcj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mMDpTdtn5fDIC5J081BO6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GkKc1pYVqDegFn0Lo22Ni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Blto2YMOBvaL6jFHc3oaP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lpl0nCyMihmIoICn08C2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6ThG5GPYo8uBR7YGXpb2J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tJAgZzFn1cYLfv4jhWINT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S7xAEH2JrZZfpx6OGgj17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C5StBE7ejWXkQsJpVYlhL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L05xdsfstS1BurHb6oCcG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h5HD5hlkFPwEkSn4qEZQs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ifXhHKSWFyiHI0QAnX79d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4Q7ON2XXdPBdMrFNzBsJa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mCameQh1JiR6b7aSWQYIl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6ueoUzowGt26uvErO7Fb5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mGgyDGFCKrCTwF8PWIDdB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44DFeu2R39nN8y8lVHQ4J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tAYYiYaXySGYBbVYsaASo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wIwAGBMVmxDtB2Gfc3H6B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6aWXpXfGuQc13fsIizaCv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k8zTicYwbiQ1CmEIcOGG2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hAZqNtL8VZZWPNnwF2IYF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a1D54zmlVP7xQZTSpuL3m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1FwQlF9EX47npXMHpbLz4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PiXoCNCdcBxjZYyeeHcgR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ptzW5H5ziMMRQeTW3m1JR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Q6XO9bX4nNiMTtOGHV8Cj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x88kkhDPf7bTDtYhyTBep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y3lp8nF5Bec5zPFOQGqyy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AZPlHqne05kyz4ZV9ga9w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GxT9BJ3VNRqntlzMGeImd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K0fBPVxanoEEjhrxOEb5h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7bBDlmzVr9IyNSTZT7oDt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IP1hk8p4b8PhT40cAaArX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VLuyDPK3HE05tMC32qwnY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IwZPZHxd215dTgNMvAj7q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hOAezw89VAxl2YzNQ3vtC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ZfSlggVV3Q9xfbeK715S5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FxeOcHKfBXyiOllegSe0w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cuJoz5WunKSuAk7r3ebOf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YWmToSKdD5YZlJ4O8Ej6z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qjL06OP0OIr0wN1FG3Ja6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vAZone5xv8C9v28oMWoDg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xlchNsXfnpIDNa1IrAUhd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nmhYwihNLsvf2Db5qDzfL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rReYm3vNJZ3eXQZOVEYAD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7y7nxl9hIXxaVpJyWehXJ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bNGl5CHUgbzbJGQZv9Esh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HNUz4nIKiFwBmjHcfxzNG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AJF3HWI7jhf66SqvxjbwS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F8jxhjU6StokcaU1FL2am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mgdOMJZgBatH4xJaFoddo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HMGfBwDquIxqM3jtxa6CS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Qv6mhv6DX8QAzq7w8tCbF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9EKFQcR36MSsVb9ee8jRL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zbuTl02CZHy5mrCCEULT2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H6vWnTftRO0K4ybXQQ0uM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TQPHCCup5RmwtnnoD9nwP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4Bm3qG3VTygwdF7GgDZsJ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ny5NArdR6gl9LdkzbNlaY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fXaIhXSJxn0VeOYD6CH1r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b3TUlHsb7zbyj7DSagZnJ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8QYwAyGJsWnfL6OnBahlg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KGuQZerr24gdV3VP6Tvo6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a4lw3NFO5oIH6i1Kysh1T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YybLrL3nQRlvvqutaDMdY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vdXCOml265kQ5NkilTKIy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lANAg4hDeGl63XOOXH1NL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aElH8ShSsgkERmPd5gLsQ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vYJmuwW3GK45q8fzVommd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Mo5rZJBL1jpv8mXMoLWpA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AMWGXwkn6trqckg2xcrVJ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FU0TB9ZBpNucOjvjL4qEd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3I9DvmdJYEQP61G4Vbnv4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VZwXxdrmv4xKQiJYEDnGP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mYdtDH9ehHRpMa6xPZiB9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hmbokXwJ8nP5CyJ3AKdgN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SrvzR6OnodGBGRifmbIxz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GxyOLpxnTXrtJSL6pVKZ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p1RSLlo1xggoSO2ii2YQP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EenzmA5iBPuXhwHV039ll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b5Q3JN6SM8LCnCucYNWfE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TUxwBn2UGuqW2hIjRhcJ2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bE94qO4lp63KcWvdcJQSr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bqAduFWE3VoxITmxWePl4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Th5LNE5sSaUUsItdjppK3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mEdCQFNC26dRxi7IRhzA2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DOqE3IUpVkgKVqybOqFg7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GAbb6By7at571obcB4HDb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BMmGaFt9VL7Q7PsRCiRN9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FOp9ZBOAyuBOZpOprSE1x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ZbhlJKrpLnJO7yh0FRkkd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ejQ32dRY98flOeSES489I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5bhg8qcMGc6mWXvGHeyNe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yMJ281Zgb4V0eFLM5qMnr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erhU8cnUBVZuCvw5iaMp0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rWIQUU870R9vxhKdTNThs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0K2ffZ7BA12c0lbihsLtU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l7Yel4hZwJzrVYNFE90pg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tlhp1AwrvZ5SoUh1E2jBv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CypdvCNCtuReEDWV3Hs5e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m3zSoDuX5FBbIIZO5UDSw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0agD4IZC8q33clDCda7vp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CsVeVeByrm2L3pBKzLXsw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7EwDbtGtK1bNxOIQMK1zZ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0qid0tBmxWGskgHi38SYB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AfRN1IYdrWbqE6kXtcSot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75ts8uHSH06YP3mcsSnku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hUBBX5FG6cyl7Mkyztwzf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kFghBgJZ18KnOyQxxBd0U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quVARTiTOVu6AWkFuoW6b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AKXMH2WUlefqfLl1pPH8j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THXUdS6O4OI0UbC5cgXTz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RaHzjtZ6o26KQgONP4Ox9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HeRaojDrbqgEQNdDyCOYq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U9klhprT515qssI94GsWR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ucq0zbvbIb01kHP32e0ik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yplLVoy8vtOeF8VgPfnTj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qq71k1DeWzlfE1FNf7DzF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d61H8LoKUrVDZUEU4wuhw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TquTB2ZfgJfSc0ZDTSQbE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k01K9l374n0YdBde9mKFa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o6IDUqDCrlAY5tSRSEc9E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SeNoqFItrZJ8BV1wqCtsW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oevJlit6s1wwdtQv0XUXT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fWRWPmdAFcVdQyTGjq0kw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C5HyFVBwxYLMZySps7SSm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B0DhCkEtXz4ykMehGiZ8E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s3zlOUYSsEkitHUnigS30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Hrd5aaqATdEEyAIgvKv47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d2jwniZIgBWfl88IJNsR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2249</TotalTime>
  <Words>1829</Words>
  <Application>Microsoft Office PowerPoint</Application>
  <PresentationFormat>On-screen Show (4:3)</PresentationFormat>
  <Paragraphs>363</Paragraphs>
  <Slides>55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57" baseType="lpstr">
      <vt:lpstr>Office Theme</vt:lpstr>
      <vt:lpstr>1_Office Theme</vt:lpstr>
      <vt:lpstr>Family Papillomaviridae </vt:lpstr>
      <vt:lpstr>INTRODUCTION </vt:lpstr>
      <vt:lpstr>Slide 3</vt:lpstr>
      <vt:lpstr>Slide 4</vt:lpstr>
      <vt:lpstr>Slide 5</vt:lpstr>
      <vt:lpstr>Slide 6</vt:lpstr>
      <vt:lpstr>Slide 7</vt:lpstr>
      <vt:lpstr>Slide 8</vt:lpstr>
      <vt:lpstr>Slide 9</vt:lpstr>
      <vt:lpstr>GENE EXPRESSION </vt:lpstr>
      <vt:lpstr>Various proteins coded by Papilloma viruses</vt:lpstr>
      <vt:lpstr>Slide 12</vt:lpstr>
      <vt:lpstr>Slide 13</vt:lpstr>
      <vt:lpstr>Slide 14</vt:lpstr>
      <vt:lpstr>PATHOGENESIS</vt:lpstr>
      <vt:lpstr>Slide 16</vt:lpstr>
      <vt:lpstr>Slide 17</vt:lpstr>
      <vt:lpstr>Slide 18</vt:lpstr>
      <vt:lpstr>Slide 19</vt:lpstr>
      <vt:lpstr>Maintenance and latency </vt:lpstr>
      <vt:lpstr>Bovine papilloma virus (BPV)</vt:lpstr>
      <vt:lpstr>Slide 22</vt:lpstr>
      <vt:lpstr>Slide 23</vt:lpstr>
      <vt:lpstr>PATHOLOGY </vt:lpstr>
      <vt:lpstr>Slide 25</vt:lpstr>
      <vt:lpstr>Slide 26</vt:lpstr>
      <vt:lpstr>Equine sarcoid</vt:lpstr>
      <vt:lpstr>Slide 28</vt:lpstr>
      <vt:lpstr>Slide 29</vt:lpstr>
      <vt:lpstr>Diagnosis </vt:lpstr>
      <vt:lpstr>Slide 31</vt:lpstr>
      <vt:lpstr>Slide 32</vt:lpstr>
      <vt:lpstr>Slide 33</vt:lpstr>
      <vt:lpstr>Virion morphology</vt:lpstr>
      <vt:lpstr>GENOME </vt:lpstr>
      <vt:lpstr>Slide 36</vt:lpstr>
      <vt:lpstr>REPLICATION </vt:lpstr>
      <vt:lpstr>Rolling circle replication</vt:lpstr>
      <vt:lpstr>Slide 39</vt:lpstr>
      <vt:lpstr>Chicken Anemia virus</vt:lpstr>
      <vt:lpstr>Introduction</vt:lpstr>
      <vt:lpstr>Slide 42</vt:lpstr>
      <vt:lpstr>Slide 43</vt:lpstr>
      <vt:lpstr>Transmission </vt:lpstr>
      <vt:lpstr>TRANSMISSION </vt:lpstr>
      <vt:lpstr>Slide 46</vt:lpstr>
      <vt:lpstr>Clinical Signs</vt:lpstr>
      <vt:lpstr>Slide 48</vt:lpstr>
      <vt:lpstr>Slide 49</vt:lpstr>
      <vt:lpstr>Slide 50</vt:lpstr>
      <vt:lpstr>Slide 51</vt:lpstr>
      <vt:lpstr>Diagnosis</vt:lpstr>
      <vt:lpstr>Diagnosis</vt:lpstr>
      <vt:lpstr>Slide 54</vt:lpstr>
      <vt:lpstr>Porcine circovirus (PCV)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Papillomaviridae </dc:title>
  <dc:creator>Dr Taruna Bhati</dc:creator>
  <cp:lastModifiedBy>RATHORE</cp:lastModifiedBy>
  <cp:revision>165</cp:revision>
  <dcterms:created xsi:type="dcterms:W3CDTF">2006-08-16T00:00:00Z</dcterms:created>
  <dcterms:modified xsi:type="dcterms:W3CDTF">2025-02-05T08:57:26Z</dcterms:modified>
</cp:coreProperties>
</file>